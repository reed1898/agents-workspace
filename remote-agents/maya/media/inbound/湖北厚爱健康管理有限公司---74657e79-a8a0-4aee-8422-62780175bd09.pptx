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封底" id="{9E573463-D9FC-4248-B935-D7D954AABFD4}">
          <p14:sldIdLst>
            <p14:sldId id="256"/>
          </p14:sldIdLst>
        </p14:section>
        <p14:section name="目录" id="{A1154CA6-ECDA-4129-AA10-92E1C3E2EBD8}">
          <p14:sldIdLst>
            <p14:sldId id="257"/>
          </p14:sldIdLst>
        </p14:section>
        <p14:section name="章节" id="{08199591-2877-4A45-BC30-9954A78268F4}">
          <p14:sldIdLst>
            <p14:sldId id="258"/>
          </p14:sldIdLst>
        </p14:section>
        <p14:section name="二级大纲3" id="{6D1BB826-EF9E-4A19-BFC4-0B94FAF5085B}">
          <p14:sldIdLst>
            <p14:sldId id="259"/>
          </p14:sldIdLst>
        </p14:section>
        <p14:section name="二级大纲3_1数据" id="{2763E0D5-23D3-41BF-B768-75405FF2C883}">
          <p14:sldIdLst>
            <p14:sldId id="261"/>
            <p14:sldId id="262"/>
            <p14:sldId id="263"/>
            <p14:sldId id="264"/>
            <p14:sldId id="265"/>
          </p14:sldIdLst>
        </p14:section>
        <p14:section name="1标题1内容2图" id="{7B0F4947-9075-4D67-92DD-A8955E89E530}">
          <p14:sldIdLst>
            <p14:sldId id="266"/>
            <p14:sldId id="267"/>
            <p14:sldId id="268"/>
            <p14:sldId id="269"/>
            <p14:sldId id="270"/>
          </p14:sldIdLst>
        </p14:section>
        <p14:section name="1标题1内容1图" id="{DE1267A9-5EA7-4DC8-AE99-18334A2D5E73}">
          <p14:sldIdLst>
            <p14:sldId id="271"/>
            <p14:sldId id="272"/>
            <p14:sldId id="27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123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gs" Target="tags/tag293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单击此处编辑母版标题样式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单击此处编辑母版副标题样式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E6C64-A01B-4B39-B68D-507166B3E7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C5FE8-54AD-429C-841F-0087C5C578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单击此处编辑母版标题样式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单击此处编辑母版文本样式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1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二级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2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三级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3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四级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4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五级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E6C64-A01B-4B39-B68D-507166B3E7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C5FE8-54AD-429C-841F-0087C5C578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单击此处编辑母版标题样式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单击此处编辑母版文本样式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E6C64-A01B-4B39-B68D-507166B3E7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C5FE8-54AD-429C-841F-0087C5C578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单击此处编辑母版标题样式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单击此处编辑母版文本样式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1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二级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2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三级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3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四级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4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五级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单击此处编辑母版文本样式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1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二级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2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三级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3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四级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4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五级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E6C64-A01B-4B39-B68D-507166B3E7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C5FE8-54AD-429C-841F-0087C5C578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单击此处编辑母版标题样式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单击此处编辑母版文本样式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单击此处编辑母版文本样式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1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二级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2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三级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3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四级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4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五级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单击此处编辑母版文本样式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单击此处编辑母版文本样式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1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二级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2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三级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3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四级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4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五级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E6C64-A01B-4B39-B68D-507166B3E7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C5FE8-54AD-429C-841F-0087C5C578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单击此处编辑母版标题样式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E6C64-A01B-4B39-B68D-507166B3E7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C5FE8-54AD-429C-841F-0087C5C578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E6C64-A01B-4B39-B68D-507166B3E7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C5FE8-54AD-429C-841F-0087C5C578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单击此处编辑母版标题样式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单击此处编辑母版文本样式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1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二级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2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三级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3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四级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4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五级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单击此处编辑母版文本样式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E6C64-A01B-4B39-B68D-507166B3E7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C5FE8-54AD-429C-841F-0087C5C578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单击此处编辑母版标题样式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单击此处编辑母版文本样式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E6C64-A01B-4B39-B68D-507166B3E7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C5FE8-54AD-429C-841F-0087C5C578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单击此处编辑母版标题样式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单击此处编辑母版文本样式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1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二级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2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三级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3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四级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4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五级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E6C64-A01B-4B39-B68D-507166B3E7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C5FE8-54AD-429C-841F-0087C5C578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单击此处编辑母版标题样式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单击此处编辑母版文本样式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1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二级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2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三级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3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四级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4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五级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E6C64-A01B-4B39-B68D-507166B3E7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C5FE8-54AD-429C-841F-0087C5C578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单击此处编辑母版标题样式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单击此处编辑母版文本样式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1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二级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2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三级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3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四级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4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五级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DE6C64-A01B-4B39-B68D-507166B3E7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BC5FE8-54AD-429C-841F-0087C5C578F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0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image" Target="../media/image1.png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7" Type="http://schemas.openxmlformats.org/officeDocument/2006/relationships/slideLayout" Target="../slideLayouts/slideLayout7.xml"/><Relationship Id="rId56" Type="http://schemas.openxmlformats.org/officeDocument/2006/relationships/tags" Target="../tags/tag73.xml"/><Relationship Id="rId55" Type="http://schemas.openxmlformats.org/officeDocument/2006/relationships/tags" Target="../tags/tag72.xml"/><Relationship Id="rId54" Type="http://schemas.openxmlformats.org/officeDocument/2006/relationships/tags" Target="../tags/tag71.xml"/><Relationship Id="rId53" Type="http://schemas.openxmlformats.org/officeDocument/2006/relationships/tags" Target="../tags/tag70.xml"/><Relationship Id="rId52" Type="http://schemas.openxmlformats.org/officeDocument/2006/relationships/tags" Target="../tags/tag69.xml"/><Relationship Id="rId51" Type="http://schemas.openxmlformats.org/officeDocument/2006/relationships/tags" Target="../tags/tag68.xml"/><Relationship Id="rId50" Type="http://schemas.openxmlformats.org/officeDocument/2006/relationships/tags" Target="../tags/tag67.xml"/><Relationship Id="rId5" Type="http://schemas.openxmlformats.org/officeDocument/2006/relationships/image" Target="../media/image1.png"/><Relationship Id="rId49" Type="http://schemas.openxmlformats.org/officeDocument/2006/relationships/tags" Target="../tags/tag66.xml"/><Relationship Id="rId48" Type="http://schemas.openxmlformats.org/officeDocument/2006/relationships/tags" Target="../tags/tag65.xml"/><Relationship Id="rId47" Type="http://schemas.openxmlformats.org/officeDocument/2006/relationships/tags" Target="../tags/tag64.xml"/><Relationship Id="rId46" Type="http://schemas.openxmlformats.org/officeDocument/2006/relationships/tags" Target="../tags/tag63.xml"/><Relationship Id="rId45" Type="http://schemas.openxmlformats.org/officeDocument/2006/relationships/tags" Target="../tags/tag62.xml"/><Relationship Id="rId44" Type="http://schemas.openxmlformats.org/officeDocument/2006/relationships/tags" Target="../tags/tag61.xml"/><Relationship Id="rId43" Type="http://schemas.openxmlformats.org/officeDocument/2006/relationships/tags" Target="../tags/tag60.xml"/><Relationship Id="rId42" Type="http://schemas.openxmlformats.org/officeDocument/2006/relationships/tags" Target="../tags/tag59.xml"/><Relationship Id="rId41" Type="http://schemas.openxmlformats.org/officeDocument/2006/relationships/tags" Target="../tags/tag58.xml"/><Relationship Id="rId40" Type="http://schemas.openxmlformats.org/officeDocument/2006/relationships/tags" Target="../tags/tag57.xml"/><Relationship Id="rId4" Type="http://schemas.openxmlformats.org/officeDocument/2006/relationships/tags" Target="../tags/tag22.xml"/><Relationship Id="rId39" Type="http://schemas.openxmlformats.org/officeDocument/2006/relationships/tags" Target="../tags/tag56.xml"/><Relationship Id="rId38" Type="http://schemas.openxmlformats.org/officeDocument/2006/relationships/tags" Target="../tags/tag55.xml"/><Relationship Id="rId37" Type="http://schemas.openxmlformats.org/officeDocument/2006/relationships/tags" Target="../tags/tag54.xml"/><Relationship Id="rId36" Type="http://schemas.openxmlformats.org/officeDocument/2006/relationships/tags" Target="../tags/tag53.xml"/><Relationship Id="rId35" Type="http://schemas.openxmlformats.org/officeDocument/2006/relationships/tags" Target="../tags/tag52.xml"/><Relationship Id="rId34" Type="http://schemas.openxmlformats.org/officeDocument/2006/relationships/tags" Target="../tags/tag51.xml"/><Relationship Id="rId33" Type="http://schemas.openxmlformats.org/officeDocument/2006/relationships/tags" Target="../tags/tag50.xml"/><Relationship Id="rId32" Type="http://schemas.openxmlformats.org/officeDocument/2006/relationships/tags" Target="../tags/tag49.xml"/><Relationship Id="rId31" Type="http://schemas.openxmlformats.org/officeDocument/2006/relationships/tags" Target="../tags/tag48.xml"/><Relationship Id="rId30" Type="http://schemas.openxmlformats.org/officeDocument/2006/relationships/tags" Target="../tags/tag47.xml"/><Relationship Id="rId3" Type="http://schemas.openxmlformats.org/officeDocument/2006/relationships/tags" Target="../tags/tag21.xml"/><Relationship Id="rId29" Type="http://schemas.openxmlformats.org/officeDocument/2006/relationships/tags" Target="../tags/tag46.xml"/><Relationship Id="rId28" Type="http://schemas.openxmlformats.org/officeDocument/2006/relationships/tags" Target="../tags/tag45.xml"/><Relationship Id="rId27" Type="http://schemas.openxmlformats.org/officeDocument/2006/relationships/tags" Target="../tags/tag44.xml"/><Relationship Id="rId26" Type="http://schemas.openxmlformats.org/officeDocument/2006/relationships/tags" Target="../tags/tag43.xml"/><Relationship Id="rId25" Type="http://schemas.openxmlformats.org/officeDocument/2006/relationships/tags" Target="../tags/tag42.xml"/><Relationship Id="rId24" Type="http://schemas.openxmlformats.org/officeDocument/2006/relationships/tags" Target="../tags/tag41.xml"/><Relationship Id="rId23" Type="http://schemas.openxmlformats.org/officeDocument/2006/relationships/tags" Target="../tags/tag40.xml"/><Relationship Id="rId22" Type="http://schemas.openxmlformats.org/officeDocument/2006/relationships/tags" Target="../tags/tag39.xml"/><Relationship Id="rId21" Type="http://schemas.openxmlformats.org/officeDocument/2006/relationships/tags" Target="../tags/tag38.xml"/><Relationship Id="rId20" Type="http://schemas.openxmlformats.org/officeDocument/2006/relationships/tags" Target="../tags/tag37.xml"/><Relationship Id="rId2" Type="http://schemas.openxmlformats.org/officeDocument/2006/relationships/tags" Target="../tags/tag20.xml"/><Relationship Id="rId19" Type="http://schemas.openxmlformats.org/officeDocument/2006/relationships/tags" Target="../tags/tag36.xml"/><Relationship Id="rId18" Type="http://schemas.openxmlformats.org/officeDocument/2006/relationships/tags" Target="../tags/tag35.xml"/><Relationship Id="rId17" Type="http://schemas.openxmlformats.org/officeDocument/2006/relationships/tags" Target="../tags/tag34.xml"/><Relationship Id="rId16" Type="http://schemas.openxmlformats.org/officeDocument/2006/relationships/tags" Target="../tags/tag33.xml"/><Relationship Id="rId15" Type="http://schemas.openxmlformats.org/officeDocument/2006/relationships/tags" Target="../tags/tag32.xml"/><Relationship Id="rId14" Type="http://schemas.openxmlformats.org/officeDocument/2006/relationships/tags" Target="../tags/tag31.xml"/><Relationship Id="rId13" Type="http://schemas.openxmlformats.org/officeDocument/2006/relationships/tags" Target="../tags/tag30.xml"/><Relationship Id="rId12" Type="http://schemas.openxmlformats.org/officeDocument/2006/relationships/tags" Target="../tags/tag29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tags" Target="../tags/tag19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image" Target="../media/image1.png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86.xml"/><Relationship Id="rId13" Type="http://schemas.openxmlformats.org/officeDocument/2006/relationships/tags" Target="../tags/tag85.xml"/><Relationship Id="rId12" Type="http://schemas.openxmlformats.org/officeDocument/2006/relationships/tags" Target="../tags/tag84.xml"/><Relationship Id="rId11" Type="http://schemas.openxmlformats.org/officeDocument/2006/relationships/tags" Target="../tags/tag83.xml"/><Relationship Id="rId10" Type="http://schemas.openxmlformats.org/officeDocument/2006/relationships/tags" Target="../tags/tag82.xml"/><Relationship Id="rId1" Type="http://schemas.openxmlformats.org/officeDocument/2006/relationships/tags" Target="../tags/tag74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4.xml"/><Relationship Id="rId8" Type="http://schemas.openxmlformats.org/officeDocument/2006/relationships/tags" Target="../tags/tag93.xml"/><Relationship Id="rId7" Type="http://schemas.openxmlformats.org/officeDocument/2006/relationships/tags" Target="../tags/tag92.xml"/><Relationship Id="rId6" Type="http://schemas.openxmlformats.org/officeDocument/2006/relationships/tags" Target="../tags/tag91.xml"/><Relationship Id="rId5" Type="http://schemas.openxmlformats.org/officeDocument/2006/relationships/tags" Target="../tags/tag90.xml"/><Relationship Id="rId4" Type="http://schemas.openxmlformats.org/officeDocument/2006/relationships/tags" Target="../tags/tag89.xml"/><Relationship Id="rId3" Type="http://schemas.openxmlformats.org/officeDocument/2006/relationships/image" Target="../media/image2.jpeg"/><Relationship Id="rId2" Type="http://schemas.openxmlformats.org/officeDocument/2006/relationships/tags" Target="../tags/tag88.xml"/><Relationship Id="rId16" Type="http://schemas.openxmlformats.org/officeDocument/2006/relationships/slideLayout" Target="../slideLayouts/slideLayout7.xml"/><Relationship Id="rId15" Type="http://schemas.openxmlformats.org/officeDocument/2006/relationships/tags" Target="../tags/tag100.xml"/><Relationship Id="rId14" Type="http://schemas.openxmlformats.org/officeDocument/2006/relationships/tags" Target="../tags/tag99.xml"/><Relationship Id="rId13" Type="http://schemas.openxmlformats.org/officeDocument/2006/relationships/tags" Target="../tags/tag98.xml"/><Relationship Id="rId12" Type="http://schemas.openxmlformats.org/officeDocument/2006/relationships/tags" Target="../tags/tag97.xml"/><Relationship Id="rId11" Type="http://schemas.openxmlformats.org/officeDocument/2006/relationships/tags" Target="../tags/tag96.xml"/><Relationship Id="rId10" Type="http://schemas.openxmlformats.org/officeDocument/2006/relationships/tags" Target="../tags/tag95.xml"/><Relationship Id="rId1" Type="http://schemas.openxmlformats.org/officeDocument/2006/relationships/tags" Target="../tags/tag87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08.xml"/><Relationship Id="rId8" Type="http://schemas.openxmlformats.org/officeDocument/2006/relationships/tags" Target="../tags/tag107.xml"/><Relationship Id="rId7" Type="http://schemas.openxmlformats.org/officeDocument/2006/relationships/tags" Target="../tags/tag106.xml"/><Relationship Id="rId6" Type="http://schemas.openxmlformats.org/officeDocument/2006/relationships/tags" Target="../tags/tag105.xml"/><Relationship Id="rId5" Type="http://schemas.openxmlformats.org/officeDocument/2006/relationships/image" Target="../media/image1.png"/><Relationship Id="rId4" Type="http://schemas.openxmlformats.org/officeDocument/2006/relationships/tags" Target="../tags/tag104.xml"/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113.xml"/><Relationship Id="rId13" Type="http://schemas.openxmlformats.org/officeDocument/2006/relationships/tags" Target="../tags/tag112.xml"/><Relationship Id="rId12" Type="http://schemas.openxmlformats.org/officeDocument/2006/relationships/tags" Target="../tags/tag111.xml"/><Relationship Id="rId11" Type="http://schemas.openxmlformats.org/officeDocument/2006/relationships/tags" Target="../tags/tag110.xml"/><Relationship Id="rId10" Type="http://schemas.openxmlformats.org/officeDocument/2006/relationships/tags" Target="../tags/tag109.xml"/><Relationship Id="rId1" Type="http://schemas.openxmlformats.org/officeDocument/2006/relationships/tags" Target="../tags/tag10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21.xml"/><Relationship Id="rId8" Type="http://schemas.openxmlformats.org/officeDocument/2006/relationships/tags" Target="../tags/tag120.xml"/><Relationship Id="rId7" Type="http://schemas.openxmlformats.org/officeDocument/2006/relationships/tags" Target="../tags/tag119.xml"/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1" Type="http://schemas.openxmlformats.org/officeDocument/2006/relationships/slideLayout" Target="../slideLayouts/slideLayout7.xml"/><Relationship Id="rId20" Type="http://schemas.openxmlformats.org/officeDocument/2006/relationships/tags" Target="../tags/tag132.xml"/><Relationship Id="rId2" Type="http://schemas.openxmlformats.org/officeDocument/2006/relationships/image" Target="../media/image3.jpeg"/><Relationship Id="rId19" Type="http://schemas.openxmlformats.org/officeDocument/2006/relationships/tags" Target="../tags/tag131.xml"/><Relationship Id="rId18" Type="http://schemas.openxmlformats.org/officeDocument/2006/relationships/tags" Target="../tags/tag130.xml"/><Relationship Id="rId17" Type="http://schemas.openxmlformats.org/officeDocument/2006/relationships/tags" Target="../tags/tag129.xml"/><Relationship Id="rId16" Type="http://schemas.openxmlformats.org/officeDocument/2006/relationships/tags" Target="../tags/tag128.xml"/><Relationship Id="rId15" Type="http://schemas.openxmlformats.org/officeDocument/2006/relationships/tags" Target="../tags/tag127.xml"/><Relationship Id="rId14" Type="http://schemas.openxmlformats.org/officeDocument/2006/relationships/tags" Target="../tags/tag126.xml"/><Relationship Id="rId13" Type="http://schemas.openxmlformats.org/officeDocument/2006/relationships/tags" Target="../tags/tag125.xml"/><Relationship Id="rId12" Type="http://schemas.openxmlformats.org/officeDocument/2006/relationships/tags" Target="../tags/tag124.xml"/><Relationship Id="rId11" Type="http://schemas.openxmlformats.org/officeDocument/2006/relationships/tags" Target="../tags/tag123.xml"/><Relationship Id="rId10" Type="http://schemas.openxmlformats.org/officeDocument/2006/relationships/tags" Target="../tags/tag122.xml"/><Relationship Id="rId1" Type="http://schemas.openxmlformats.org/officeDocument/2006/relationships/tags" Target="../tags/tag114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jpeg"/><Relationship Id="rId8" Type="http://schemas.openxmlformats.org/officeDocument/2006/relationships/tags" Target="../tags/tag140.xml"/><Relationship Id="rId7" Type="http://schemas.openxmlformats.org/officeDocument/2006/relationships/tags" Target="../tags/tag139.xml"/><Relationship Id="rId6" Type="http://schemas.openxmlformats.org/officeDocument/2006/relationships/tags" Target="../tags/tag138.xml"/><Relationship Id="rId5" Type="http://schemas.openxmlformats.org/officeDocument/2006/relationships/tags" Target="../tags/tag137.xml"/><Relationship Id="rId4" Type="http://schemas.openxmlformats.org/officeDocument/2006/relationships/tags" Target="../tags/tag136.xml"/><Relationship Id="rId3" Type="http://schemas.openxmlformats.org/officeDocument/2006/relationships/tags" Target="../tags/tag135.xml"/><Relationship Id="rId23" Type="http://schemas.openxmlformats.org/officeDocument/2006/relationships/slideLayout" Target="../slideLayouts/slideLayout7.xml"/><Relationship Id="rId22" Type="http://schemas.openxmlformats.org/officeDocument/2006/relationships/tags" Target="../tags/tag153.xml"/><Relationship Id="rId21" Type="http://schemas.openxmlformats.org/officeDocument/2006/relationships/tags" Target="../tags/tag152.xml"/><Relationship Id="rId20" Type="http://schemas.openxmlformats.org/officeDocument/2006/relationships/tags" Target="../tags/tag151.xml"/><Relationship Id="rId2" Type="http://schemas.openxmlformats.org/officeDocument/2006/relationships/tags" Target="../tags/tag134.xml"/><Relationship Id="rId19" Type="http://schemas.openxmlformats.org/officeDocument/2006/relationships/tags" Target="../tags/tag150.xml"/><Relationship Id="rId18" Type="http://schemas.openxmlformats.org/officeDocument/2006/relationships/tags" Target="../tags/tag149.xml"/><Relationship Id="rId17" Type="http://schemas.openxmlformats.org/officeDocument/2006/relationships/tags" Target="../tags/tag148.xml"/><Relationship Id="rId16" Type="http://schemas.openxmlformats.org/officeDocument/2006/relationships/tags" Target="../tags/tag147.xml"/><Relationship Id="rId15" Type="http://schemas.openxmlformats.org/officeDocument/2006/relationships/tags" Target="../tags/tag146.xml"/><Relationship Id="rId14" Type="http://schemas.openxmlformats.org/officeDocument/2006/relationships/tags" Target="../tags/tag145.xml"/><Relationship Id="rId13" Type="http://schemas.openxmlformats.org/officeDocument/2006/relationships/tags" Target="../tags/tag144.xml"/><Relationship Id="rId12" Type="http://schemas.openxmlformats.org/officeDocument/2006/relationships/tags" Target="../tags/tag143.xml"/><Relationship Id="rId11" Type="http://schemas.openxmlformats.org/officeDocument/2006/relationships/tags" Target="../tags/tag142.xml"/><Relationship Id="rId10" Type="http://schemas.openxmlformats.org/officeDocument/2006/relationships/tags" Target="../tags/tag141.xml"/><Relationship Id="rId1" Type="http://schemas.openxmlformats.org/officeDocument/2006/relationships/tags" Target="../tags/tag133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61.xml"/><Relationship Id="rId8" Type="http://schemas.openxmlformats.org/officeDocument/2006/relationships/tags" Target="../tags/tag160.xml"/><Relationship Id="rId7" Type="http://schemas.openxmlformats.org/officeDocument/2006/relationships/tags" Target="../tags/tag159.xml"/><Relationship Id="rId6" Type="http://schemas.openxmlformats.org/officeDocument/2006/relationships/tags" Target="../tags/tag158.xml"/><Relationship Id="rId5" Type="http://schemas.openxmlformats.org/officeDocument/2006/relationships/image" Target="../media/image1.png"/><Relationship Id="rId4" Type="http://schemas.openxmlformats.org/officeDocument/2006/relationships/tags" Target="../tags/tag157.xml"/><Relationship Id="rId3" Type="http://schemas.openxmlformats.org/officeDocument/2006/relationships/tags" Target="../tags/tag156.xml"/><Relationship Id="rId2" Type="http://schemas.openxmlformats.org/officeDocument/2006/relationships/tags" Target="../tags/tag155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166.xml"/><Relationship Id="rId13" Type="http://schemas.openxmlformats.org/officeDocument/2006/relationships/tags" Target="../tags/tag165.xml"/><Relationship Id="rId12" Type="http://schemas.openxmlformats.org/officeDocument/2006/relationships/tags" Target="../tags/tag164.xml"/><Relationship Id="rId11" Type="http://schemas.openxmlformats.org/officeDocument/2006/relationships/tags" Target="../tags/tag163.xml"/><Relationship Id="rId10" Type="http://schemas.openxmlformats.org/officeDocument/2006/relationships/tags" Target="../tags/tag162.xml"/><Relationship Id="rId1" Type="http://schemas.openxmlformats.org/officeDocument/2006/relationships/tags" Target="../tags/tag154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75.xml"/><Relationship Id="rId8" Type="http://schemas.openxmlformats.org/officeDocument/2006/relationships/tags" Target="../tags/tag174.xml"/><Relationship Id="rId7" Type="http://schemas.openxmlformats.org/officeDocument/2006/relationships/tags" Target="../tags/tag173.xml"/><Relationship Id="rId6" Type="http://schemas.openxmlformats.org/officeDocument/2006/relationships/tags" Target="../tags/tag172.xml"/><Relationship Id="rId5" Type="http://schemas.openxmlformats.org/officeDocument/2006/relationships/tags" Target="../tags/tag171.xml"/><Relationship Id="rId4" Type="http://schemas.openxmlformats.org/officeDocument/2006/relationships/tags" Target="../tags/tag170.xml"/><Relationship Id="rId3" Type="http://schemas.openxmlformats.org/officeDocument/2006/relationships/tags" Target="../tags/tag169.xml"/><Relationship Id="rId21" Type="http://schemas.openxmlformats.org/officeDocument/2006/relationships/slideLayout" Target="../slideLayouts/slideLayout7.xml"/><Relationship Id="rId20" Type="http://schemas.openxmlformats.org/officeDocument/2006/relationships/tags" Target="../tags/tag183.xml"/><Relationship Id="rId2" Type="http://schemas.openxmlformats.org/officeDocument/2006/relationships/tags" Target="../tags/tag168.xml"/><Relationship Id="rId19" Type="http://schemas.openxmlformats.org/officeDocument/2006/relationships/image" Target="../media/image7.jpeg"/><Relationship Id="rId18" Type="http://schemas.openxmlformats.org/officeDocument/2006/relationships/tags" Target="../tags/tag182.xml"/><Relationship Id="rId17" Type="http://schemas.openxmlformats.org/officeDocument/2006/relationships/image" Target="../media/image6.png"/><Relationship Id="rId16" Type="http://schemas.openxmlformats.org/officeDocument/2006/relationships/tags" Target="../tags/tag181.xml"/><Relationship Id="rId15" Type="http://schemas.openxmlformats.org/officeDocument/2006/relationships/image" Target="../media/image5.jpeg"/><Relationship Id="rId14" Type="http://schemas.openxmlformats.org/officeDocument/2006/relationships/tags" Target="../tags/tag180.xml"/><Relationship Id="rId13" Type="http://schemas.openxmlformats.org/officeDocument/2006/relationships/tags" Target="../tags/tag179.xml"/><Relationship Id="rId12" Type="http://schemas.openxmlformats.org/officeDocument/2006/relationships/tags" Target="../tags/tag178.xml"/><Relationship Id="rId11" Type="http://schemas.openxmlformats.org/officeDocument/2006/relationships/tags" Target="../tags/tag177.xml"/><Relationship Id="rId10" Type="http://schemas.openxmlformats.org/officeDocument/2006/relationships/tags" Target="../tags/tag176.xml"/><Relationship Id="rId1" Type="http://schemas.openxmlformats.org/officeDocument/2006/relationships/tags" Target="../tags/tag16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tags" Target="../tags/tag188.xml"/><Relationship Id="rId6" Type="http://schemas.openxmlformats.org/officeDocument/2006/relationships/tags" Target="../tags/tag187.xml"/><Relationship Id="rId5" Type="http://schemas.openxmlformats.org/officeDocument/2006/relationships/tags" Target="../tags/tag186.xml"/><Relationship Id="rId4" Type="http://schemas.openxmlformats.org/officeDocument/2006/relationships/image" Target="../media/image9.jpeg"/><Relationship Id="rId3" Type="http://schemas.openxmlformats.org/officeDocument/2006/relationships/tags" Target="../tags/tag185.xml"/><Relationship Id="rId2" Type="http://schemas.openxmlformats.org/officeDocument/2006/relationships/image" Target="../media/image8.jpeg"/><Relationship Id="rId1" Type="http://schemas.openxmlformats.org/officeDocument/2006/relationships/tags" Target="../tags/tag184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196.xml"/><Relationship Id="rId8" Type="http://schemas.openxmlformats.org/officeDocument/2006/relationships/tags" Target="../tags/tag195.xml"/><Relationship Id="rId7" Type="http://schemas.openxmlformats.org/officeDocument/2006/relationships/tags" Target="../tags/tag194.xml"/><Relationship Id="rId6" Type="http://schemas.openxmlformats.org/officeDocument/2006/relationships/tags" Target="../tags/tag193.xml"/><Relationship Id="rId5" Type="http://schemas.openxmlformats.org/officeDocument/2006/relationships/image" Target="../media/image1.png"/><Relationship Id="rId4" Type="http://schemas.openxmlformats.org/officeDocument/2006/relationships/tags" Target="../tags/tag192.xml"/><Relationship Id="rId3" Type="http://schemas.openxmlformats.org/officeDocument/2006/relationships/tags" Target="../tags/tag191.xml"/><Relationship Id="rId2" Type="http://schemas.openxmlformats.org/officeDocument/2006/relationships/tags" Target="../tags/tag190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201.xml"/><Relationship Id="rId13" Type="http://schemas.openxmlformats.org/officeDocument/2006/relationships/tags" Target="../tags/tag200.xml"/><Relationship Id="rId12" Type="http://schemas.openxmlformats.org/officeDocument/2006/relationships/tags" Target="../tags/tag199.xml"/><Relationship Id="rId11" Type="http://schemas.openxmlformats.org/officeDocument/2006/relationships/tags" Target="../tags/tag198.xml"/><Relationship Id="rId10" Type="http://schemas.openxmlformats.org/officeDocument/2006/relationships/tags" Target="../tags/tag197.xml"/><Relationship Id="rId1" Type="http://schemas.openxmlformats.org/officeDocument/2006/relationships/tags" Target="../tags/tag189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208.xml"/><Relationship Id="rId8" Type="http://schemas.openxmlformats.org/officeDocument/2006/relationships/tags" Target="../tags/tag207.xml"/><Relationship Id="rId7" Type="http://schemas.openxmlformats.org/officeDocument/2006/relationships/tags" Target="../tags/tag206.xml"/><Relationship Id="rId6" Type="http://schemas.openxmlformats.org/officeDocument/2006/relationships/tags" Target="../tags/tag205.xml"/><Relationship Id="rId5" Type="http://schemas.openxmlformats.org/officeDocument/2006/relationships/tags" Target="../tags/tag204.xml"/><Relationship Id="rId4" Type="http://schemas.openxmlformats.org/officeDocument/2006/relationships/image" Target="../media/image11.jpeg"/><Relationship Id="rId3" Type="http://schemas.openxmlformats.org/officeDocument/2006/relationships/tags" Target="../tags/tag203.xml"/><Relationship Id="rId22" Type="http://schemas.openxmlformats.org/officeDocument/2006/relationships/slideLayout" Target="../slideLayouts/slideLayout7.xml"/><Relationship Id="rId21" Type="http://schemas.openxmlformats.org/officeDocument/2006/relationships/tags" Target="../tags/tag220.xml"/><Relationship Id="rId20" Type="http://schemas.openxmlformats.org/officeDocument/2006/relationships/tags" Target="../tags/tag219.xml"/><Relationship Id="rId2" Type="http://schemas.openxmlformats.org/officeDocument/2006/relationships/image" Target="../media/image10.png"/><Relationship Id="rId19" Type="http://schemas.openxmlformats.org/officeDocument/2006/relationships/tags" Target="../tags/tag218.xml"/><Relationship Id="rId18" Type="http://schemas.openxmlformats.org/officeDocument/2006/relationships/tags" Target="../tags/tag217.xml"/><Relationship Id="rId17" Type="http://schemas.openxmlformats.org/officeDocument/2006/relationships/tags" Target="../tags/tag216.xml"/><Relationship Id="rId16" Type="http://schemas.openxmlformats.org/officeDocument/2006/relationships/tags" Target="../tags/tag215.xml"/><Relationship Id="rId15" Type="http://schemas.openxmlformats.org/officeDocument/2006/relationships/tags" Target="../tags/tag214.xml"/><Relationship Id="rId14" Type="http://schemas.openxmlformats.org/officeDocument/2006/relationships/tags" Target="../tags/tag213.xml"/><Relationship Id="rId13" Type="http://schemas.openxmlformats.org/officeDocument/2006/relationships/tags" Target="../tags/tag212.xml"/><Relationship Id="rId12" Type="http://schemas.openxmlformats.org/officeDocument/2006/relationships/tags" Target="../tags/tag211.xml"/><Relationship Id="rId11" Type="http://schemas.openxmlformats.org/officeDocument/2006/relationships/tags" Target="../tags/tag210.xml"/><Relationship Id="rId10" Type="http://schemas.openxmlformats.org/officeDocument/2006/relationships/tags" Target="../tags/tag209.xml"/><Relationship Id="rId1" Type="http://schemas.openxmlformats.org/officeDocument/2006/relationships/tags" Target="../tags/tag202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229.xml"/><Relationship Id="rId8" Type="http://schemas.openxmlformats.org/officeDocument/2006/relationships/tags" Target="../tags/tag228.xml"/><Relationship Id="rId7" Type="http://schemas.openxmlformats.org/officeDocument/2006/relationships/tags" Target="../tags/tag227.xml"/><Relationship Id="rId6" Type="http://schemas.openxmlformats.org/officeDocument/2006/relationships/tags" Target="../tags/tag226.xml"/><Relationship Id="rId5" Type="http://schemas.openxmlformats.org/officeDocument/2006/relationships/tags" Target="../tags/tag225.xml"/><Relationship Id="rId4" Type="http://schemas.openxmlformats.org/officeDocument/2006/relationships/tags" Target="../tags/tag224.xml"/><Relationship Id="rId3" Type="http://schemas.openxmlformats.org/officeDocument/2006/relationships/tags" Target="../tags/tag223.xml"/><Relationship Id="rId2" Type="http://schemas.openxmlformats.org/officeDocument/2006/relationships/tags" Target="../tags/tag222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237.xml"/><Relationship Id="rId17" Type="http://schemas.openxmlformats.org/officeDocument/2006/relationships/image" Target="../media/image12.jpeg"/><Relationship Id="rId16" Type="http://schemas.openxmlformats.org/officeDocument/2006/relationships/tags" Target="../tags/tag236.xml"/><Relationship Id="rId15" Type="http://schemas.openxmlformats.org/officeDocument/2006/relationships/tags" Target="../tags/tag235.xml"/><Relationship Id="rId14" Type="http://schemas.openxmlformats.org/officeDocument/2006/relationships/tags" Target="../tags/tag234.xml"/><Relationship Id="rId13" Type="http://schemas.openxmlformats.org/officeDocument/2006/relationships/tags" Target="../tags/tag233.xml"/><Relationship Id="rId12" Type="http://schemas.openxmlformats.org/officeDocument/2006/relationships/tags" Target="../tags/tag232.xml"/><Relationship Id="rId11" Type="http://schemas.openxmlformats.org/officeDocument/2006/relationships/tags" Target="../tags/tag231.xml"/><Relationship Id="rId10" Type="http://schemas.openxmlformats.org/officeDocument/2006/relationships/tags" Target="../tags/tag230.xml"/><Relationship Id="rId1" Type="http://schemas.openxmlformats.org/officeDocument/2006/relationships/tags" Target="../tags/tag221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245.xml"/><Relationship Id="rId8" Type="http://schemas.openxmlformats.org/officeDocument/2006/relationships/tags" Target="../tags/tag244.xml"/><Relationship Id="rId7" Type="http://schemas.openxmlformats.org/officeDocument/2006/relationships/tags" Target="../tags/tag243.xml"/><Relationship Id="rId6" Type="http://schemas.openxmlformats.org/officeDocument/2006/relationships/tags" Target="../tags/tag242.xml"/><Relationship Id="rId5" Type="http://schemas.openxmlformats.org/officeDocument/2006/relationships/image" Target="../media/image1.png"/><Relationship Id="rId4" Type="http://schemas.openxmlformats.org/officeDocument/2006/relationships/tags" Target="../tags/tag241.xml"/><Relationship Id="rId3" Type="http://schemas.openxmlformats.org/officeDocument/2006/relationships/tags" Target="../tags/tag240.xml"/><Relationship Id="rId2" Type="http://schemas.openxmlformats.org/officeDocument/2006/relationships/tags" Target="../tags/tag239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250.xml"/><Relationship Id="rId13" Type="http://schemas.openxmlformats.org/officeDocument/2006/relationships/tags" Target="../tags/tag249.xml"/><Relationship Id="rId12" Type="http://schemas.openxmlformats.org/officeDocument/2006/relationships/tags" Target="../tags/tag248.xml"/><Relationship Id="rId11" Type="http://schemas.openxmlformats.org/officeDocument/2006/relationships/tags" Target="../tags/tag247.xml"/><Relationship Id="rId10" Type="http://schemas.openxmlformats.org/officeDocument/2006/relationships/tags" Target="../tags/tag246.xml"/><Relationship Id="rId1" Type="http://schemas.openxmlformats.org/officeDocument/2006/relationships/tags" Target="../tags/tag238.xml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tags" Target="../tags/tag255.xml"/><Relationship Id="rId5" Type="http://schemas.openxmlformats.org/officeDocument/2006/relationships/image" Target="../media/image13.jpeg"/><Relationship Id="rId4" Type="http://schemas.openxmlformats.org/officeDocument/2006/relationships/tags" Target="../tags/tag254.xml"/><Relationship Id="rId3" Type="http://schemas.openxmlformats.org/officeDocument/2006/relationships/tags" Target="../tags/tag253.xml"/><Relationship Id="rId2" Type="http://schemas.openxmlformats.org/officeDocument/2006/relationships/tags" Target="../tags/tag252.xml"/><Relationship Id="rId1" Type="http://schemas.openxmlformats.org/officeDocument/2006/relationships/tags" Target="../tags/tag251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264.xml"/><Relationship Id="rId8" Type="http://schemas.openxmlformats.org/officeDocument/2006/relationships/tags" Target="../tags/tag263.xml"/><Relationship Id="rId7" Type="http://schemas.openxmlformats.org/officeDocument/2006/relationships/tags" Target="../tags/tag262.xml"/><Relationship Id="rId6" Type="http://schemas.openxmlformats.org/officeDocument/2006/relationships/tags" Target="../tags/tag261.xml"/><Relationship Id="rId5" Type="http://schemas.openxmlformats.org/officeDocument/2006/relationships/tags" Target="../tags/tag260.xml"/><Relationship Id="rId4" Type="http://schemas.openxmlformats.org/officeDocument/2006/relationships/tags" Target="../tags/tag259.xml"/><Relationship Id="rId3" Type="http://schemas.openxmlformats.org/officeDocument/2006/relationships/tags" Target="../tags/tag258.xml"/><Relationship Id="rId20" Type="http://schemas.openxmlformats.org/officeDocument/2006/relationships/slideLayout" Target="../slideLayouts/slideLayout7.xml"/><Relationship Id="rId2" Type="http://schemas.openxmlformats.org/officeDocument/2006/relationships/tags" Target="../tags/tag257.xml"/><Relationship Id="rId19" Type="http://schemas.openxmlformats.org/officeDocument/2006/relationships/tags" Target="../tags/tag274.xml"/><Relationship Id="rId18" Type="http://schemas.openxmlformats.org/officeDocument/2006/relationships/tags" Target="../tags/tag273.xml"/><Relationship Id="rId17" Type="http://schemas.openxmlformats.org/officeDocument/2006/relationships/tags" Target="../tags/tag272.xml"/><Relationship Id="rId16" Type="http://schemas.openxmlformats.org/officeDocument/2006/relationships/tags" Target="../tags/tag271.xml"/><Relationship Id="rId15" Type="http://schemas.openxmlformats.org/officeDocument/2006/relationships/tags" Target="../tags/tag270.xml"/><Relationship Id="rId14" Type="http://schemas.openxmlformats.org/officeDocument/2006/relationships/tags" Target="../tags/tag269.xml"/><Relationship Id="rId13" Type="http://schemas.openxmlformats.org/officeDocument/2006/relationships/tags" Target="../tags/tag268.xml"/><Relationship Id="rId12" Type="http://schemas.openxmlformats.org/officeDocument/2006/relationships/tags" Target="../tags/tag267.xml"/><Relationship Id="rId11" Type="http://schemas.openxmlformats.org/officeDocument/2006/relationships/tags" Target="../tags/tag266.xml"/><Relationship Id="rId10" Type="http://schemas.openxmlformats.org/officeDocument/2006/relationships/tags" Target="../tags/tag265.xml"/><Relationship Id="rId1" Type="http://schemas.openxmlformats.org/officeDocument/2006/relationships/tags" Target="../tags/tag256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283.xml"/><Relationship Id="rId8" Type="http://schemas.openxmlformats.org/officeDocument/2006/relationships/tags" Target="../tags/tag282.xml"/><Relationship Id="rId7" Type="http://schemas.openxmlformats.org/officeDocument/2006/relationships/tags" Target="../tags/tag281.xml"/><Relationship Id="rId6" Type="http://schemas.openxmlformats.org/officeDocument/2006/relationships/tags" Target="../tags/tag280.xml"/><Relationship Id="rId5" Type="http://schemas.openxmlformats.org/officeDocument/2006/relationships/tags" Target="../tags/tag279.xml"/><Relationship Id="rId4" Type="http://schemas.openxmlformats.org/officeDocument/2006/relationships/tags" Target="../tags/tag278.xml"/><Relationship Id="rId3" Type="http://schemas.openxmlformats.org/officeDocument/2006/relationships/tags" Target="../tags/tag277.xml"/><Relationship Id="rId20" Type="http://schemas.openxmlformats.org/officeDocument/2006/relationships/slideLayout" Target="../slideLayouts/slideLayout7.xml"/><Relationship Id="rId2" Type="http://schemas.openxmlformats.org/officeDocument/2006/relationships/tags" Target="../tags/tag276.xml"/><Relationship Id="rId19" Type="http://schemas.openxmlformats.org/officeDocument/2006/relationships/tags" Target="../tags/tag292.xml"/><Relationship Id="rId18" Type="http://schemas.openxmlformats.org/officeDocument/2006/relationships/tags" Target="../tags/tag291.xml"/><Relationship Id="rId17" Type="http://schemas.openxmlformats.org/officeDocument/2006/relationships/tags" Target="../tags/tag290.xml"/><Relationship Id="rId16" Type="http://schemas.openxmlformats.org/officeDocument/2006/relationships/tags" Target="../tags/tag289.xml"/><Relationship Id="rId15" Type="http://schemas.openxmlformats.org/officeDocument/2006/relationships/tags" Target="../tags/tag288.xml"/><Relationship Id="rId14" Type="http://schemas.openxmlformats.org/officeDocument/2006/relationships/tags" Target="../tags/tag287.xml"/><Relationship Id="rId13" Type="http://schemas.openxmlformats.org/officeDocument/2006/relationships/image" Target="../media/image1.png"/><Relationship Id="rId12" Type="http://schemas.openxmlformats.org/officeDocument/2006/relationships/tags" Target="../tags/tag286.xml"/><Relationship Id="rId11" Type="http://schemas.openxmlformats.org/officeDocument/2006/relationships/tags" Target="../tags/tag285.xml"/><Relationship Id="rId10" Type="http://schemas.openxmlformats.org/officeDocument/2006/relationships/tags" Target="../tags/tag284.xml"/><Relationship Id="rId1" Type="http://schemas.openxmlformats.org/officeDocument/2006/relationships/tags" Target="../tags/tag27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41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gradFill rotWithShape="1">
            <a:gsLst>
              <a:gs pos="2300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10800000"/>
          </a:gra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等腰三角形 23"/>
          <p:cNvSpPr/>
          <p:nvPr>
            <p:custDataLst>
              <p:tags r:id="rId2"/>
            </p:custDataLst>
          </p:nvPr>
        </p:nvSpPr>
        <p:spPr>
          <a:xfrm rot="16507170">
            <a:off x="8455794" y="3121785"/>
            <a:ext cx="2456710" cy="1244679"/>
          </a:xfrm>
          <a:custGeom>
            <a:avLst/>
            <a:gdLst/>
            <a:ahLst/>
            <a:cxnLst/>
            <a:rect l="l" t="t" r="r" b="b"/>
            <a:pathLst>
              <a:path w="2456710" h="1244679">
                <a:moveTo>
                  <a:pt x="0" y="1244680"/>
                </a:moveTo>
                <a:lnTo>
                  <a:pt x="1228353" y="0"/>
                </a:lnTo>
                <a:lnTo>
                  <a:pt x="2456707" y="1244680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27"/>
          <p:cNvSpPr/>
          <p:nvPr>
            <p:custDataLst>
              <p:tags r:id="rId3"/>
            </p:custDataLst>
          </p:nvPr>
        </p:nvSpPr>
        <p:spPr>
          <a:xfrm rot="16507170">
            <a:off x="5913166" y="-853133"/>
            <a:ext cx="4023105" cy="5222414"/>
          </a:xfrm>
          <a:custGeom>
            <a:avLst/>
            <a:gdLst/>
            <a:ahLst/>
            <a:cxnLst/>
            <a:rect l="l" t="t" r="r" b="b"/>
            <a:pathLst>
              <a:path w="4023105" h="5222414">
                <a:moveTo>
                  <a:pt x="3555225" y="0"/>
                </a:moveTo>
                <a:lnTo>
                  <a:pt x="4023103" y="5222414"/>
                </a:lnTo>
                <a:lnTo>
                  <a:pt x="0" y="3602469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25"/>
          <p:cNvSpPr/>
          <p:nvPr>
            <p:custDataLst>
              <p:tags r:id="rId4"/>
            </p:custDataLst>
          </p:nvPr>
        </p:nvSpPr>
        <p:spPr>
          <a:xfrm rot="16507170">
            <a:off x="5957455" y="2428068"/>
            <a:ext cx="4165745" cy="4986720"/>
          </a:xfrm>
          <a:custGeom>
            <a:avLst/>
            <a:gdLst/>
            <a:ahLst/>
            <a:cxnLst/>
            <a:rect l="l" t="t" r="r" b="b"/>
            <a:pathLst>
              <a:path w="4165745" h="4986720">
                <a:moveTo>
                  <a:pt x="4165749" y="3409378"/>
                </a:moveTo>
                <a:lnTo>
                  <a:pt x="361931" y="4986718"/>
                </a:lnTo>
                <a:lnTo>
                  <a:pt x="0" y="946937"/>
                </a:lnTo>
                <a:lnTo>
                  <a:pt x="798081" y="0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"/>
          <p:cNvSpPr txBox="1"/>
          <p:nvPr>
            <p:custDataLst>
              <p:tags r:id="rId5"/>
            </p:custDataLst>
          </p:nvPr>
        </p:nvSpPr>
        <p:spPr>
          <a:xfrm>
            <a:off x="504872" y="1701976"/>
            <a:ext cx="5917165" cy="2205414"/>
          </a:xfrm>
          <a:prstGeom prst="rect">
            <a:avLst/>
          </a:prstGeom>
        </p:spPr>
        <p:txBody>
          <a:bodyPr spcFirstLastPara="0" wrap="square" lIns="0" tIns="0" rIns="0" bIns="0" rtlCol="0" anchor="b">
            <a:norm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6600" b="0" i="0" u="none" strike="noStrike">
                <a:solidFill>
                  <a:schemeClr val="bg1">
                    <a:alpha val="100000"/>
                  </a:schemeClr>
                </a:solidFill>
                <a:latin typeface="OptimalTitleCircle"/>
                <a:ea typeface="OptimalTitleCircle"/>
              </a:rPr>
              <a:t>湖北厚爱健康</a:t>
            </a:r>
            <a:endParaRPr lang="zh-CN" altLang="en-US" sz="6600" b="0" i="0" u="none" strike="noStrike">
              <a:solidFill>
                <a:schemeClr val="bg1">
                  <a:alpha val="100000"/>
                </a:schemeClr>
              </a:solidFill>
              <a:latin typeface="OptimalTitleCircle"/>
              <a:ea typeface="OptimalTitleCircle"/>
            </a:endParaRPr>
          </a:p>
          <a:p>
            <a:pPr algn="l">
              <a:lnSpc>
                <a:spcPct val="100000"/>
              </a:lnSpc>
            </a:pPr>
            <a:r>
              <a:rPr lang="zh-CN" altLang="en-US" sz="6600" b="0" i="0" u="none" strike="noStrike">
                <a:solidFill>
                  <a:schemeClr val="bg1">
                    <a:alpha val="100000"/>
                  </a:schemeClr>
                </a:solidFill>
                <a:latin typeface="OptimalTitleCircle"/>
                <a:ea typeface="OptimalTitleCircle"/>
              </a:rPr>
              <a:t>管理有限公司</a:t>
            </a:r>
            <a:endParaRPr lang="zh-CN" altLang="en-US" sz="6600" b="0" i="0" u="none" strike="noStrike">
              <a:solidFill>
                <a:schemeClr val="bg1">
                  <a:alpha val="100000"/>
                </a:schemeClr>
              </a:solidFill>
              <a:latin typeface="OptimalTitleCircle"/>
              <a:ea typeface="OptimalTitleCircle"/>
            </a:endParaRPr>
          </a:p>
        </p:txBody>
      </p:sp>
      <p:sp>
        <p:nvSpPr>
          <p:cNvPr id="7" name="副标题-翻译"/>
          <p:cNvSpPr txBox="1"/>
          <p:nvPr>
            <p:custDataLst>
              <p:tags r:id="rId6"/>
            </p:custDataLst>
          </p:nvPr>
        </p:nvSpPr>
        <p:spPr>
          <a:xfrm>
            <a:off x="504872" y="817206"/>
            <a:ext cx="5296518" cy="363177"/>
          </a:xfrm>
          <a:prstGeom prst="rect">
            <a:avLst/>
          </a:prstGeom>
        </p:spPr>
        <p:txBody>
          <a:bodyPr spcFirstLastPara="0" wrap="square" lIns="0" tIns="0" rIns="0" bIns="0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600" b="0" i="0" u="none" strike="noStrike">
                <a:solidFill>
                  <a:schemeClr val="bg1">
                    <a:alpha val="100000"/>
                  </a:schemeClr>
                </a:solidFill>
                <a:latin typeface="OptimalTitleCircle"/>
                <a:ea typeface="OptimalTitleCircle"/>
              </a:rPr>
              <a:t>Hubei Houai Health Management Co., Ltd</a:t>
            </a:r>
            <a:endParaRPr lang="zh-CN" altLang="en-US" sz="1600" b="0" i="0" u="none" strike="noStrike">
              <a:solidFill>
                <a:schemeClr val="bg1">
                  <a:alpha val="100000"/>
                </a:schemeClr>
              </a:solidFill>
              <a:latin typeface="OptimalTitleCircle"/>
              <a:ea typeface="OptimalTitleCircle"/>
            </a:endParaRPr>
          </a:p>
        </p:txBody>
      </p:sp>
      <p:cxnSp>
        <p:nvCxnSpPr>
          <p:cNvPr id="8" name="直接连接符 11"/>
          <p:cNvCxnSpPr/>
          <p:nvPr>
            <p:custDataLst>
              <p:tags r:id="rId7"/>
            </p:custDataLst>
          </p:nvPr>
        </p:nvCxnSpPr>
        <p:spPr>
          <a:xfrm flipH="1">
            <a:off x="272680" y="1337772"/>
            <a:ext cx="0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汇报人"/>
          <p:cNvSpPr txBox="1"/>
          <p:nvPr>
            <p:custDataLst>
              <p:tags r:id="rId8"/>
            </p:custDataLst>
          </p:nvPr>
        </p:nvSpPr>
        <p:spPr>
          <a:xfrm>
            <a:off x="975639" y="5055159"/>
            <a:ext cx="4179816" cy="443540"/>
          </a:xfrm>
          <a:prstGeom prst="rect">
            <a:avLst/>
          </a:prstGeom>
        </p:spPr>
        <p:txBody>
          <a:bodyPr spcFirstLastPara="0" wrap="square" lIns="0" tIns="0" rIns="0" bIns="0" rtlCol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600" b="0" i="0" u="none" strike="noStrike">
                <a:solidFill>
                  <a:schemeClr val="bg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沈洁</a:t>
            </a:r>
            <a:endParaRPr lang="zh-CN" altLang="en-US" sz="1600" b="0" i="0" u="none" strike="noStrike">
              <a:solidFill>
                <a:schemeClr val="bg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0" name="日期"/>
          <p:cNvSpPr txBox="1"/>
          <p:nvPr>
            <p:custDataLst>
              <p:tags r:id="rId9"/>
            </p:custDataLst>
          </p:nvPr>
        </p:nvSpPr>
        <p:spPr>
          <a:xfrm>
            <a:off x="975639" y="5584914"/>
            <a:ext cx="4179816" cy="455881"/>
          </a:xfrm>
          <a:prstGeom prst="rect">
            <a:avLst/>
          </a:prstGeom>
        </p:spPr>
        <p:txBody>
          <a:bodyPr spcFirstLastPara="0" wrap="square" lIns="0" tIns="0" rIns="0" bIns="0" rtlCol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600" b="0" i="0" u="none" strike="noStrike">
                <a:solidFill>
                  <a:schemeClr val="bg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2026.03.03</a:t>
            </a:r>
            <a:endParaRPr lang="zh-CN" altLang="en-US" sz="1600" b="0" i="0" u="none" strike="noStrike">
              <a:solidFill>
                <a:schemeClr val="bg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1" name="矩形: 圆角 14"/>
          <p:cNvSpPr/>
          <p:nvPr>
            <p:custDataLst>
              <p:tags r:id="rId10"/>
            </p:custDataLst>
          </p:nvPr>
        </p:nvSpPr>
        <p:spPr>
          <a:xfrm flipH="1">
            <a:off x="701065" y="5188762"/>
            <a:ext cx="85302" cy="206814"/>
          </a:xfrm>
          <a:custGeom>
            <a:avLst/>
            <a:gdLst/>
            <a:ahLst/>
            <a:cxnLst/>
            <a:rect l="l" t="t" r="r" b="b"/>
            <a:pathLst>
              <a:path w="85302" h="206814">
                <a:moveTo>
                  <a:pt x="0" y="14221"/>
                </a:moveTo>
                <a:cubicBezTo>
                  <a:pt x="0" y="6372"/>
                  <a:pt x="6372" y="0"/>
                  <a:pt x="14221" y="0"/>
                </a:cubicBezTo>
                <a:lnTo>
                  <a:pt x="71085" y="0"/>
                </a:lnTo>
                <a:cubicBezTo>
                  <a:pt x="78934" y="0"/>
                  <a:pt x="85306" y="6372"/>
                  <a:pt x="85306" y="14221"/>
                </a:cubicBezTo>
                <a:lnTo>
                  <a:pt x="85306" y="192596"/>
                </a:lnTo>
                <a:cubicBezTo>
                  <a:pt x="85305" y="200450"/>
                  <a:pt x="78939" y="206816"/>
                  <a:pt x="71085" y="206816"/>
                </a:cubicBezTo>
                <a:lnTo>
                  <a:pt x="14221" y="206816"/>
                </a:lnTo>
                <a:cubicBezTo>
                  <a:pt x="6367" y="206816"/>
                  <a:pt x="1" y="200450"/>
                  <a:pt x="0" y="192596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5"/>
          <p:cNvSpPr/>
          <p:nvPr>
            <p:custDataLst>
              <p:tags r:id="rId11"/>
            </p:custDataLst>
          </p:nvPr>
        </p:nvSpPr>
        <p:spPr>
          <a:xfrm flipH="1">
            <a:off x="701065" y="5701827"/>
            <a:ext cx="85302" cy="206814"/>
          </a:xfrm>
          <a:custGeom>
            <a:avLst/>
            <a:gdLst/>
            <a:ahLst/>
            <a:cxnLst/>
            <a:rect l="l" t="t" r="r" b="b"/>
            <a:pathLst>
              <a:path w="85302" h="206814">
                <a:moveTo>
                  <a:pt x="0" y="14221"/>
                </a:moveTo>
                <a:cubicBezTo>
                  <a:pt x="0" y="6372"/>
                  <a:pt x="6372" y="0"/>
                  <a:pt x="14221" y="0"/>
                </a:cubicBezTo>
                <a:lnTo>
                  <a:pt x="71085" y="0"/>
                </a:lnTo>
                <a:cubicBezTo>
                  <a:pt x="78934" y="0"/>
                  <a:pt x="85306" y="6372"/>
                  <a:pt x="85306" y="14221"/>
                </a:cubicBezTo>
                <a:lnTo>
                  <a:pt x="85306" y="192596"/>
                </a:lnTo>
                <a:cubicBezTo>
                  <a:pt x="85305" y="200450"/>
                  <a:pt x="78939" y="206816"/>
                  <a:pt x="71085" y="206816"/>
                </a:cubicBezTo>
                <a:lnTo>
                  <a:pt x="14221" y="206816"/>
                </a:lnTo>
                <a:cubicBezTo>
                  <a:pt x="6367" y="206816"/>
                  <a:pt x="1" y="200450"/>
                  <a:pt x="0" y="192596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40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rcRect l="30437" r="533"/>
          <a:stretch>
            <a:fillRect/>
          </a:stretch>
        </p:blipFill>
        <p:spPr>
          <a:xfrm>
            <a:off x="7452904" y="0"/>
            <a:ext cx="4733960" cy="6858000"/>
          </a:xfrm>
          <a:custGeom>
            <a:avLst/>
            <a:gdLst/>
            <a:ahLst/>
            <a:cxnLst/>
            <a:rect l="l" t="t" r="r" b="b"/>
            <a:pathLst>
              <a:path w="4733960" h="6858000">
                <a:moveTo>
                  <a:pt x="1799015" y="0"/>
                </a:moveTo>
                <a:lnTo>
                  <a:pt x="3644846" y="0"/>
                </a:lnTo>
                <a:lnTo>
                  <a:pt x="3816839" y="208464"/>
                </a:lnTo>
                <a:lnTo>
                  <a:pt x="3818620" y="206835"/>
                </a:lnTo>
                <a:lnTo>
                  <a:pt x="4724676" y="1305201"/>
                </a:lnTo>
                <a:lnTo>
                  <a:pt x="2004412" y="3549472"/>
                </a:lnTo>
                <a:lnTo>
                  <a:pt x="2296201" y="3903259"/>
                </a:lnTo>
                <a:lnTo>
                  <a:pt x="4733964" y="6858000"/>
                </a:lnTo>
                <a:lnTo>
                  <a:pt x="2888152" y="6858000"/>
                </a:lnTo>
                <a:lnTo>
                  <a:pt x="1198007" y="4809306"/>
                </a:lnTo>
                <a:lnTo>
                  <a:pt x="0" y="3357324"/>
                </a:lnTo>
                <a:lnTo>
                  <a:pt x="2718473" y="1114511"/>
                </a:lnTo>
                <a:close/>
              </a:path>
            </a:pathLst>
          </a:custGeom>
        </p:spPr>
      </p:pic>
      <p:pic>
        <p:nvPicPr>
          <p:cNvPr id="14" name="图片 4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3"/>
          <a:srcRect r="59993" b="68001"/>
          <a:stretch>
            <a:fillRect/>
          </a:stretch>
        </p:blipFill>
        <p:spPr>
          <a:xfrm>
            <a:off x="7217302" y="1"/>
            <a:ext cx="2743666" cy="2194391"/>
          </a:xfrm>
          <a:custGeom>
            <a:avLst/>
            <a:gdLst/>
            <a:ahLst/>
            <a:cxnLst/>
            <a:rect l="l" t="t" r="r" b="b"/>
            <a:pathLst>
              <a:path w="2743666" h="2194391">
                <a:moveTo>
                  <a:pt x="0" y="0"/>
                </a:moveTo>
                <a:lnTo>
                  <a:pt x="1680924" y="0"/>
                </a:lnTo>
                <a:lnTo>
                  <a:pt x="2743667" y="1288294"/>
                </a:lnTo>
                <a:lnTo>
                  <a:pt x="1645253" y="2194388"/>
                </a:lnTo>
                <a:lnTo>
                  <a:pt x="0" y="199949"/>
                </a:lnTo>
                <a:close/>
              </a:path>
            </a:pathLst>
          </a:custGeom>
        </p:spPr>
      </p:pic>
      <p:pic>
        <p:nvPicPr>
          <p:cNvPr id="15" name="图片 6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3"/>
          <a:srcRect l="1610" t="34794" r="29493"/>
          <a:stretch>
            <a:fillRect/>
          </a:stretch>
        </p:blipFill>
        <p:spPr>
          <a:xfrm>
            <a:off x="7342224" y="2386196"/>
            <a:ext cx="4724834" cy="4471805"/>
          </a:xfrm>
          <a:custGeom>
            <a:avLst/>
            <a:gdLst/>
            <a:ahLst/>
            <a:cxnLst/>
            <a:rect l="l" t="t" r="r" b="b"/>
            <a:pathLst>
              <a:path w="4724834" h="4471805">
                <a:moveTo>
                  <a:pt x="3525041" y="0"/>
                </a:moveTo>
                <a:lnTo>
                  <a:pt x="3816839" y="353787"/>
                </a:lnTo>
                <a:lnTo>
                  <a:pt x="3818782" y="352330"/>
                </a:lnTo>
                <a:lnTo>
                  <a:pt x="4724838" y="1450524"/>
                </a:lnTo>
                <a:lnTo>
                  <a:pt x="2004412" y="3694795"/>
                </a:lnTo>
                <a:lnTo>
                  <a:pt x="2645416" y="4471806"/>
                </a:lnTo>
                <a:lnTo>
                  <a:pt x="799443" y="4471806"/>
                </a:lnTo>
                <a:lnTo>
                  <a:pt x="0" y="3502809"/>
                </a:lnTo>
                <a:lnTo>
                  <a:pt x="2718473" y="1259996"/>
                </a:lnTo>
                <a:lnTo>
                  <a:pt x="2426684" y="906209"/>
                </a:lnTo>
                <a:close/>
              </a:path>
            </a:pathLst>
          </a:custGeom>
        </p:spPr>
      </p:pic>
      <p:sp>
        <p:nvSpPr>
          <p:cNvPr id="16" name="任意多边形: 形状 33"/>
          <p:cNvSpPr/>
          <p:nvPr>
            <p:custDataLst>
              <p:tags r:id="rId16"/>
            </p:custDataLst>
          </p:nvPr>
        </p:nvSpPr>
        <p:spPr>
          <a:xfrm rot="16507170">
            <a:off x="10661972" y="1997424"/>
            <a:ext cx="2116172" cy="1166941"/>
          </a:xfrm>
          <a:custGeom>
            <a:avLst/>
            <a:gdLst/>
            <a:ahLst/>
            <a:cxnLst/>
            <a:rect l="l" t="t" r="r" b="b"/>
            <a:pathLst>
              <a:path w="2116172" h="1166941">
                <a:moveTo>
                  <a:pt x="2116169" y="977351"/>
                </a:moveTo>
                <a:lnTo>
                  <a:pt x="0" y="1166936"/>
                </a:lnTo>
                <a:lnTo>
                  <a:pt x="1151639" y="0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: 形状 31"/>
          <p:cNvSpPr/>
          <p:nvPr>
            <p:custDataLst>
              <p:tags r:id="rId17"/>
            </p:custDataLst>
          </p:nvPr>
        </p:nvSpPr>
        <p:spPr>
          <a:xfrm rot="16507170">
            <a:off x="10451760" y="4529217"/>
            <a:ext cx="2404133" cy="1325736"/>
          </a:xfrm>
          <a:custGeom>
            <a:avLst/>
            <a:gdLst/>
            <a:ahLst/>
            <a:cxnLst/>
            <a:rect l="l" t="t" r="r" b="b"/>
            <a:pathLst>
              <a:path w="2404133" h="1325736">
                <a:moveTo>
                  <a:pt x="2404129" y="1110348"/>
                </a:moveTo>
                <a:lnTo>
                  <a:pt x="0" y="1325737"/>
                </a:lnTo>
                <a:lnTo>
                  <a:pt x="1308344" y="0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35"/>
          <p:cNvSpPr/>
          <p:nvPr>
            <p:custDataLst>
              <p:tags r:id="rId18"/>
            </p:custDataLst>
          </p:nvPr>
        </p:nvSpPr>
        <p:spPr>
          <a:xfrm rot="16507170">
            <a:off x="11274698" y="-16478"/>
            <a:ext cx="1011245" cy="946943"/>
          </a:xfrm>
          <a:custGeom>
            <a:avLst/>
            <a:gdLst/>
            <a:ahLst/>
            <a:cxnLst/>
            <a:rect l="l" t="t" r="r" b="b"/>
            <a:pathLst>
              <a:path w="1011245" h="946943">
                <a:moveTo>
                  <a:pt x="1011241" y="856345"/>
                </a:moveTo>
                <a:lnTo>
                  <a:pt x="0" y="946947"/>
                </a:lnTo>
                <a:lnTo>
                  <a:pt x="934526" y="0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9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等腰三角形 1"/>
          <p:cNvSpPr/>
          <p:nvPr>
            <p:custDataLst>
              <p:tags r:id="rId1"/>
            </p:custDataLst>
          </p:nvPr>
        </p:nvSpPr>
        <p:spPr>
          <a:xfrm rot="16507170">
            <a:off x="8455793" y="3121785"/>
            <a:ext cx="2456710" cy="1244679"/>
          </a:xfrm>
          <a:custGeom>
            <a:avLst/>
            <a:gdLst/>
            <a:ahLst/>
            <a:cxnLst/>
            <a:rect l="l" t="t" r="r" b="b"/>
            <a:pathLst>
              <a:path w="2456710" h="1244679">
                <a:moveTo>
                  <a:pt x="0" y="1244680"/>
                </a:moveTo>
                <a:lnTo>
                  <a:pt x="1228353" y="0"/>
                </a:lnTo>
                <a:lnTo>
                  <a:pt x="2456707" y="1244680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任意多边形: 形状 2"/>
          <p:cNvSpPr/>
          <p:nvPr>
            <p:custDataLst>
              <p:tags r:id="rId2"/>
            </p:custDataLst>
          </p:nvPr>
        </p:nvSpPr>
        <p:spPr>
          <a:xfrm rot="16507170">
            <a:off x="5913166" y="-853133"/>
            <a:ext cx="4023105" cy="5222414"/>
          </a:xfrm>
          <a:custGeom>
            <a:avLst/>
            <a:gdLst/>
            <a:ahLst/>
            <a:cxnLst/>
            <a:rect l="l" t="t" r="r" b="b"/>
            <a:pathLst>
              <a:path w="4023105" h="5222414">
                <a:moveTo>
                  <a:pt x="3555225" y="0"/>
                </a:moveTo>
                <a:lnTo>
                  <a:pt x="4023103" y="5222414"/>
                </a:lnTo>
                <a:lnTo>
                  <a:pt x="0" y="3602469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4"/>
          <p:cNvSpPr/>
          <p:nvPr>
            <p:custDataLst>
              <p:tags r:id="rId3"/>
            </p:custDataLst>
          </p:nvPr>
        </p:nvSpPr>
        <p:spPr>
          <a:xfrm rot="16507170">
            <a:off x="5957455" y="2428068"/>
            <a:ext cx="4165745" cy="4986720"/>
          </a:xfrm>
          <a:custGeom>
            <a:avLst/>
            <a:gdLst/>
            <a:ahLst/>
            <a:cxnLst/>
            <a:rect l="l" t="t" r="r" b="b"/>
            <a:pathLst>
              <a:path w="4165745" h="4986720">
                <a:moveTo>
                  <a:pt x="4165749" y="3409378"/>
                </a:moveTo>
                <a:lnTo>
                  <a:pt x="361931" y="4986718"/>
                </a:lnTo>
                <a:lnTo>
                  <a:pt x="0" y="946937"/>
                </a:lnTo>
                <a:lnTo>
                  <a:pt x="798081" y="0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l="30437" r="533"/>
          <a:stretch>
            <a:fillRect/>
          </a:stretch>
        </p:blipFill>
        <p:spPr>
          <a:xfrm>
            <a:off x="7452904" y="0"/>
            <a:ext cx="4733960" cy="6858000"/>
          </a:xfrm>
          <a:custGeom>
            <a:avLst/>
            <a:gdLst/>
            <a:ahLst/>
            <a:cxnLst/>
            <a:rect l="l" t="t" r="r" b="b"/>
            <a:pathLst>
              <a:path w="4733960" h="6858000">
                <a:moveTo>
                  <a:pt x="1799015" y="0"/>
                </a:moveTo>
                <a:lnTo>
                  <a:pt x="3644846" y="0"/>
                </a:lnTo>
                <a:lnTo>
                  <a:pt x="3816839" y="208464"/>
                </a:lnTo>
                <a:lnTo>
                  <a:pt x="3818620" y="206835"/>
                </a:lnTo>
                <a:lnTo>
                  <a:pt x="4724676" y="1305201"/>
                </a:lnTo>
                <a:lnTo>
                  <a:pt x="2004412" y="3549472"/>
                </a:lnTo>
                <a:lnTo>
                  <a:pt x="2296201" y="3903259"/>
                </a:lnTo>
                <a:lnTo>
                  <a:pt x="4733964" y="6858000"/>
                </a:lnTo>
                <a:lnTo>
                  <a:pt x="2888152" y="6858000"/>
                </a:lnTo>
                <a:lnTo>
                  <a:pt x="1198007" y="4809306"/>
                </a:lnTo>
                <a:lnTo>
                  <a:pt x="0" y="3357324"/>
                </a:lnTo>
                <a:lnTo>
                  <a:pt x="2718473" y="1114511"/>
                </a:lnTo>
                <a:close/>
              </a:path>
            </a:pathLst>
          </a:custGeom>
        </p:spPr>
      </p:pic>
      <p:pic>
        <p:nvPicPr>
          <p:cNvPr id="6" name="图片 7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5"/>
          <a:srcRect r="59993" b="68001"/>
          <a:stretch>
            <a:fillRect/>
          </a:stretch>
        </p:blipFill>
        <p:spPr>
          <a:xfrm>
            <a:off x="7217302" y="1"/>
            <a:ext cx="2743666" cy="2194391"/>
          </a:xfrm>
          <a:custGeom>
            <a:avLst/>
            <a:gdLst/>
            <a:ahLst/>
            <a:cxnLst/>
            <a:rect l="l" t="t" r="r" b="b"/>
            <a:pathLst>
              <a:path w="2743666" h="2194391">
                <a:moveTo>
                  <a:pt x="0" y="0"/>
                </a:moveTo>
                <a:lnTo>
                  <a:pt x="1680924" y="0"/>
                </a:lnTo>
                <a:lnTo>
                  <a:pt x="2743667" y="1288294"/>
                </a:lnTo>
                <a:lnTo>
                  <a:pt x="1645253" y="2194388"/>
                </a:lnTo>
                <a:lnTo>
                  <a:pt x="0" y="199949"/>
                </a:lnTo>
                <a:close/>
              </a:path>
            </a:pathLst>
          </a:custGeom>
        </p:spPr>
      </p:pic>
      <p:pic>
        <p:nvPicPr>
          <p:cNvPr id="7" name="图片 8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5"/>
          <a:srcRect l="1610" t="34794" r="29493"/>
          <a:stretch>
            <a:fillRect/>
          </a:stretch>
        </p:blipFill>
        <p:spPr>
          <a:xfrm>
            <a:off x="7342224" y="2386196"/>
            <a:ext cx="4724834" cy="4471805"/>
          </a:xfrm>
          <a:custGeom>
            <a:avLst/>
            <a:gdLst/>
            <a:ahLst/>
            <a:cxnLst/>
            <a:rect l="l" t="t" r="r" b="b"/>
            <a:pathLst>
              <a:path w="4724834" h="4471805">
                <a:moveTo>
                  <a:pt x="3525041" y="0"/>
                </a:moveTo>
                <a:lnTo>
                  <a:pt x="3816839" y="353787"/>
                </a:lnTo>
                <a:lnTo>
                  <a:pt x="3818782" y="352330"/>
                </a:lnTo>
                <a:lnTo>
                  <a:pt x="4724838" y="1450524"/>
                </a:lnTo>
                <a:lnTo>
                  <a:pt x="2004412" y="3694795"/>
                </a:lnTo>
                <a:lnTo>
                  <a:pt x="2645416" y="4471806"/>
                </a:lnTo>
                <a:lnTo>
                  <a:pt x="799443" y="4471806"/>
                </a:lnTo>
                <a:lnTo>
                  <a:pt x="0" y="3502809"/>
                </a:lnTo>
                <a:lnTo>
                  <a:pt x="2718473" y="1259996"/>
                </a:lnTo>
                <a:lnTo>
                  <a:pt x="2426684" y="906209"/>
                </a:lnTo>
                <a:close/>
              </a:path>
            </a:pathLst>
          </a:custGeom>
        </p:spPr>
      </p:pic>
      <p:sp>
        <p:nvSpPr>
          <p:cNvPr id="8" name="任意多边形: 形状 9"/>
          <p:cNvSpPr/>
          <p:nvPr>
            <p:custDataLst>
              <p:tags r:id="rId8"/>
            </p:custDataLst>
          </p:nvPr>
        </p:nvSpPr>
        <p:spPr>
          <a:xfrm rot="16507170">
            <a:off x="10661971" y="1997424"/>
            <a:ext cx="2116172" cy="1166941"/>
          </a:xfrm>
          <a:custGeom>
            <a:avLst/>
            <a:gdLst/>
            <a:ahLst/>
            <a:cxnLst/>
            <a:rect l="l" t="t" r="r" b="b"/>
            <a:pathLst>
              <a:path w="2116172" h="1166941">
                <a:moveTo>
                  <a:pt x="2116169" y="977351"/>
                </a:moveTo>
                <a:lnTo>
                  <a:pt x="0" y="1166936"/>
                </a:lnTo>
                <a:lnTo>
                  <a:pt x="1151639" y="0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: 形状 10"/>
          <p:cNvSpPr/>
          <p:nvPr>
            <p:custDataLst>
              <p:tags r:id="rId9"/>
            </p:custDataLst>
          </p:nvPr>
        </p:nvSpPr>
        <p:spPr>
          <a:xfrm rot="16507170">
            <a:off x="10451760" y="4529217"/>
            <a:ext cx="2404133" cy="1325736"/>
          </a:xfrm>
          <a:custGeom>
            <a:avLst/>
            <a:gdLst/>
            <a:ahLst/>
            <a:cxnLst/>
            <a:rect l="l" t="t" r="r" b="b"/>
            <a:pathLst>
              <a:path w="2404133" h="1325736">
                <a:moveTo>
                  <a:pt x="2404129" y="1110348"/>
                </a:moveTo>
                <a:lnTo>
                  <a:pt x="0" y="1325737"/>
                </a:lnTo>
                <a:lnTo>
                  <a:pt x="1308344" y="0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: 形状 11"/>
          <p:cNvSpPr/>
          <p:nvPr>
            <p:custDataLst>
              <p:tags r:id="rId10"/>
            </p:custDataLst>
          </p:nvPr>
        </p:nvSpPr>
        <p:spPr>
          <a:xfrm rot="16507170">
            <a:off x="11274698" y="-16478"/>
            <a:ext cx="1011245" cy="946943"/>
          </a:xfrm>
          <a:custGeom>
            <a:avLst/>
            <a:gdLst/>
            <a:ahLst/>
            <a:cxnLst/>
            <a:rect l="l" t="t" r="r" b="b"/>
            <a:pathLst>
              <a:path w="1011245" h="946943">
                <a:moveTo>
                  <a:pt x="1011241" y="856345"/>
                </a:moveTo>
                <a:lnTo>
                  <a:pt x="0" y="946947"/>
                </a:lnTo>
                <a:lnTo>
                  <a:pt x="934526" y="0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34"/>
          <p:cNvSpPr/>
          <p:nvPr>
            <p:custDataLst>
              <p:tags r:id="rId11"/>
            </p:custDataLst>
          </p:nvPr>
        </p:nvSpPr>
        <p:spPr>
          <a:xfrm rot="5400000" flipH="1">
            <a:off x="2235835" y="-3098800"/>
            <a:ext cx="6863715" cy="13050520"/>
          </a:xfrm>
          <a:custGeom>
            <a:avLst/>
            <a:gdLst/>
            <a:ahLst/>
            <a:cxnLst/>
            <a:rect l="l" t="t" r="r" b="b"/>
            <a:pathLst>
              <a:path w="6863715" h="12192635">
                <a:moveTo>
                  <a:pt x="0" y="0"/>
                </a:moveTo>
                <a:lnTo>
                  <a:pt x="6863715" y="0"/>
                </a:lnTo>
                <a:lnTo>
                  <a:pt x="6863715" y="12192639"/>
                </a:lnTo>
                <a:lnTo>
                  <a:pt x="0" y="12192639"/>
                </a:lnTo>
                <a:close/>
              </a:path>
            </a:pathLst>
          </a:custGeom>
          <a:solidFill>
            <a:schemeClr val="accent1">
              <a:alpha val="34000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38"/>
          <p:cNvSpPr/>
          <p:nvPr>
            <p:custDataLst>
              <p:tags r:id="rId12"/>
            </p:custDataLst>
          </p:nvPr>
        </p:nvSpPr>
        <p:spPr>
          <a:xfrm flipH="1">
            <a:off x="-546735" y="-33020"/>
            <a:ext cx="7418705" cy="6891655"/>
          </a:xfrm>
          <a:custGeom>
            <a:avLst/>
            <a:gdLst/>
            <a:ahLst/>
            <a:cxnLst/>
            <a:rect l="l" t="t" r="r" b="b"/>
            <a:pathLst>
              <a:path w="9265919" h="6891656">
                <a:moveTo>
                  <a:pt x="401955" y="0"/>
                </a:moveTo>
                <a:lnTo>
                  <a:pt x="9265920" y="0"/>
                </a:lnTo>
                <a:lnTo>
                  <a:pt x="9265920" y="6891652"/>
                </a:lnTo>
                <a:lnTo>
                  <a:pt x="401955" y="6891652"/>
                </a:lnTo>
                <a:cubicBezTo>
                  <a:pt x="179708" y="6891652"/>
                  <a:pt x="0" y="6711953"/>
                  <a:pt x="0" y="6489697"/>
                </a:cubicBezTo>
                <a:lnTo>
                  <a:pt x="0" y="401955"/>
                </a:lnTo>
                <a:cubicBezTo>
                  <a:pt x="0" y="179708"/>
                  <a:pt x="179708" y="0"/>
                  <a:pt x="401955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26"/>
          <p:cNvSpPr txBox="1"/>
          <p:nvPr>
            <p:custDataLst>
              <p:tags r:id="rId13"/>
            </p:custDataLst>
          </p:nvPr>
        </p:nvSpPr>
        <p:spPr>
          <a:xfrm>
            <a:off x="9887281" y="2781702"/>
            <a:ext cx="1591918" cy="923330"/>
          </a:xfrm>
          <a:prstGeom prst="rect">
            <a:avLst/>
          </a:prstGeom>
        </p:spPr>
        <p:txBody>
          <a:bodyPr spcFirstLastPara="0" wrap="square" lIns="51435" tIns="34290" rIns="51435" bIns="34290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4800" b="0" i="0" u="none" strike="noStrike">
                <a:solidFill>
                  <a:schemeClr val="bg1">
                    <a:alpha val="100000"/>
                  </a:schemeClr>
                </a:solidFill>
                <a:latin typeface="OptimalTitleCircle"/>
                <a:ea typeface="OptimalTitleCircle"/>
              </a:rPr>
              <a:t>目录</a:t>
            </a:r>
            <a:endParaRPr lang="zh-CN" altLang="en-US" sz="4800" b="0" i="0" u="none" strike="noStrike">
              <a:solidFill>
                <a:schemeClr val="bg1">
                  <a:alpha val="100000"/>
                </a:schemeClr>
              </a:solidFill>
              <a:latin typeface="OptimalTitleCircle"/>
              <a:ea typeface="OptimalTitleCircle"/>
            </a:endParaRPr>
          </a:p>
        </p:txBody>
      </p:sp>
      <p:sp>
        <p:nvSpPr>
          <p:cNvPr id="14" name="装饰文本"/>
          <p:cNvSpPr txBox="1"/>
          <p:nvPr>
            <p:custDataLst>
              <p:tags r:id="rId14"/>
            </p:custDataLst>
          </p:nvPr>
        </p:nvSpPr>
        <p:spPr>
          <a:xfrm>
            <a:off x="9887281" y="3705032"/>
            <a:ext cx="1591918" cy="369332"/>
          </a:xfrm>
          <a:prstGeom prst="rect">
            <a:avLst/>
          </a:prstGeom>
        </p:spPr>
        <p:txBody>
          <a:bodyPr spcFirstLastPara="0" wrap="square" lIns="51435" tIns="34290" rIns="51435" bIns="34290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1800" b="0" i="0" u="none" strike="noStrike">
                <a:solidFill>
                  <a:schemeClr val="bg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Content</a:t>
            </a:r>
            <a:endParaRPr lang="zh-CN" altLang="en-US" sz="1800" b="0" i="0" u="none" strike="noStrike">
              <a:solidFill>
                <a:schemeClr val="bg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5" name="目录-简述"/>
          <p:cNvSpPr txBox="1"/>
          <p:nvPr>
            <p:custDataLst>
              <p:tags r:id="rId15"/>
            </p:custDataLst>
          </p:nvPr>
        </p:nvSpPr>
        <p:spPr>
          <a:xfrm>
            <a:off x="3427087" y="2205929"/>
            <a:ext cx="3189060" cy="427525"/>
          </a:xfrm>
          <a:prstGeom prst="rect">
            <a:avLst/>
          </a:prstGeom>
        </p:spPr>
        <p:txBody>
          <a:bodyPr spcFirstLastPara="0" wrap="square" lIns="38576" tIns="34290" rIns="38576" bIns="34290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chemeClr val="bg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医疗信息化软件服务，助力健康未来</a:t>
            </a:r>
            <a:endParaRPr lang="zh-CN" altLang="en-US" sz="1400" b="0" i="0" u="none" strike="noStrike">
              <a:solidFill>
                <a:schemeClr val="bg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6" name="目录"/>
          <p:cNvSpPr/>
          <p:nvPr>
            <p:custDataLst>
              <p:tags r:id="rId16"/>
            </p:custDataLst>
          </p:nvPr>
        </p:nvSpPr>
        <p:spPr>
          <a:xfrm>
            <a:off x="3427086" y="1766572"/>
            <a:ext cx="3189061" cy="376591"/>
          </a:xfrm>
          <a:custGeom>
            <a:avLst/>
            <a:gdLst/>
            <a:ahLst/>
            <a:cxnLst/>
            <a:rect l="l" t="t" r="r" b="b"/>
            <a:pathLst>
              <a:path w="3189061" h="376591">
                <a:moveTo>
                  <a:pt x="0" y="0"/>
                </a:moveTo>
                <a:lnTo>
                  <a:pt x="3189065" y="0"/>
                </a:lnTo>
                <a:lnTo>
                  <a:pt x="3189065" y="376590"/>
                </a:lnTo>
                <a:lnTo>
                  <a:pt x="0" y="376590"/>
                </a:lnTo>
                <a:close/>
              </a:path>
            </a:pathLst>
          </a:custGeom>
        </p:spPr>
        <p:txBody>
          <a:bodyPr spcFirstLastPara="0" lIns="51435" tIns="34290" rIns="51435" bIns="34290" rtlCol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800" b="1" i="0" u="none" strike="noStrike">
                <a:solidFill>
                  <a:schemeClr val="bg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医疗信息化软件服务</a:t>
            </a:r>
            <a:endParaRPr lang="zh-CN" altLang="en-US" sz="1800" b="1" i="0" u="none" strike="noStrike">
              <a:solidFill>
                <a:schemeClr val="bg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7" name="序号"/>
          <p:cNvSpPr/>
          <p:nvPr>
            <p:custDataLst>
              <p:tags r:id="rId17"/>
            </p:custDataLst>
          </p:nvPr>
        </p:nvSpPr>
        <p:spPr>
          <a:xfrm>
            <a:off x="4840044" y="1170304"/>
            <a:ext cx="1776103" cy="596268"/>
          </a:xfrm>
          <a:custGeom>
            <a:avLst/>
            <a:gdLst/>
            <a:ahLst/>
            <a:cxnLst/>
            <a:rect l="l" t="t" r="r" b="b"/>
            <a:pathLst>
              <a:path w="1776103" h="596268">
                <a:moveTo>
                  <a:pt x="0" y="0"/>
                </a:moveTo>
                <a:lnTo>
                  <a:pt x="1776108" y="0"/>
                </a:lnTo>
                <a:lnTo>
                  <a:pt x="1776108" y="596265"/>
                </a:lnTo>
                <a:lnTo>
                  <a:pt x="0" y="596265"/>
                </a:lnTo>
                <a:close/>
              </a:path>
            </a:pathLst>
          </a:custGeom>
        </p:spPr>
        <p:txBody>
          <a:bodyPr spcFirstLastPara="0" lIns="51435" tIns="34290" rIns="51435" bIns="34290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2800" b="1" i="0" u="none" strike="noStrike">
                <a:solidFill>
                  <a:schemeClr val="bg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02</a:t>
            </a:r>
            <a:endParaRPr lang="zh-CN" altLang="en-US" sz="2800" b="1" i="0" u="none" strike="noStrike">
              <a:solidFill>
                <a:schemeClr val="bg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8" name="目录-简述"/>
          <p:cNvSpPr txBox="1"/>
          <p:nvPr>
            <p:custDataLst>
              <p:tags r:id="rId18"/>
            </p:custDataLst>
          </p:nvPr>
        </p:nvSpPr>
        <p:spPr>
          <a:xfrm>
            <a:off x="3427087" y="3784571"/>
            <a:ext cx="3189060" cy="427492"/>
          </a:xfrm>
          <a:prstGeom prst="rect">
            <a:avLst/>
          </a:prstGeom>
        </p:spPr>
        <p:txBody>
          <a:bodyPr spcFirstLastPara="0" wrap="square" lIns="38576" tIns="34290" rIns="38576" bIns="34290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chemeClr val="bg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社区健康小屋，筑牢健康防线</a:t>
            </a:r>
            <a:endParaRPr lang="zh-CN" altLang="en-US" sz="1400" b="0" i="0" u="none" strike="noStrike">
              <a:solidFill>
                <a:schemeClr val="bg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9" name="目录"/>
          <p:cNvSpPr/>
          <p:nvPr>
            <p:custDataLst>
              <p:tags r:id="rId19"/>
            </p:custDataLst>
          </p:nvPr>
        </p:nvSpPr>
        <p:spPr>
          <a:xfrm>
            <a:off x="3427086" y="3345248"/>
            <a:ext cx="3189061" cy="376562"/>
          </a:xfrm>
          <a:custGeom>
            <a:avLst/>
            <a:gdLst/>
            <a:ahLst/>
            <a:cxnLst/>
            <a:rect l="l" t="t" r="r" b="b"/>
            <a:pathLst>
              <a:path w="3189061" h="376562">
                <a:moveTo>
                  <a:pt x="0" y="0"/>
                </a:moveTo>
                <a:lnTo>
                  <a:pt x="3189065" y="0"/>
                </a:lnTo>
                <a:lnTo>
                  <a:pt x="3189065" y="376561"/>
                </a:lnTo>
                <a:lnTo>
                  <a:pt x="0" y="376561"/>
                </a:lnTo>
                <a:close/>
              </a:path>
            </a:pathLst>
          </a:custGeom>
        </p:spPr>
        <p:txBody>
          <a:bodyPr spcFirstLastPara="0" lIns="51435" tIns="34290" rIns="51435" bIns="34290" rtlCol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800" b="1" i="0" u="none" strike="noStrike">
                <a:solidFill>
                  <a:schemeClr val="bg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社区健康小屋建设</a:t>
            </a:r>
            <a:endParaRPr lang="zh-CN" altLang="en-US" sz="1800" b="1" i="0" u="none" strike="noStrike">
              <a:solidFill>
                <a:schemeClr val="bg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20" name="序号"/>
          <p:cNvSpPr/>
          <p:nvPr>
            <p:custDataLst>
              <p:tags r:id="rId20"/>
            </p:custDataLst>
          </p:nvPr>
        </p:nvSpPr>
        <p:spPr>
          <a:xfrm>
            <a:off x="4840044" y="2749024"/>
            <a:ext cx="1776103" cy="596223"/>
          </a:xfrm>
          <a:custGeom>
            <a:avLst/>
            <a:gdLst/>
            <a:ahLst/>
            <a:cxnLst/>
            <a:rect l="l" t="t" r="r" b="b"/>
            <a:pathLst>
              <a:path w="1776103" h="596223">
                <a:moveTo>
                  <a:pt x="0" y="0"/>
                </a:moveTo>
                <a:lnTo>
                  <a:pt x="1776108" y="0"/>
                </a:lnTo>
                <a:lnTo>
                  <a:pt x="1776108" y="596227"/>
                </a:lnTo>
                <a:lnTo>
                  <a:pt x="0" y="596227"/>
                </a:lnTo>
                <a:close/>
              </a:path>
            </a:pathLst>
          </a:custGeom>
        </p:spPr>
        <p:txBody>
          <a:bodyPr spcFirstLastPara="0" lIns="51435" tIns="34290" rIns="51435" bIns="34290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2800" b="1" i="0" u="none" strike="noStrike">
                <a:solidFill>
                  <a:schemeClr val="bg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04</a:t>
            </a:r>
            <a:endParaRPr lang="zh-CN" altLang="en-US" sz="2800" b="1" i="0" u="none" strike="noStrike">
              <a:solidFill>
                <a:schemeClr val="bg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21" name="目录-简述"/>
          <p:cNvSpPr txBox="1"/>
          <p:nvPr>
            <p:custDataLst>
              <p:tags r:id="rId21"/>
            </p:custDataLst>
          </p:nvPr>
        </p:nvSpPr>
        <p:spPr>
          <a:xfrm>
            <a:off x="38686" y="2207199"/>
            <a:ext cx="3189060" cy="427525"/>
          </a:xfrm>
          <a:prstGeom prst="rect">
            <a:avLst/>
          </a:prstGeom>
        </p:spPr>
        <p:txBody>
          <a:bodyPr spcFirstLastPara="0" wrap="square" lIns="38576" tIns="34290" rIns="38576" bIns="34290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chemeClr val="bg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公司概况明晰，业务布局广泛</a:t>
            </a:r>
            <a:endParaRPr lang="zh-CN" altLang="en-US" sz="1400" b="0" i="0" u="none" strike="noStrike">
              <a:solidFill>
                <a:schemeClr val="bg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22" name="目录"/>
          <p:cNvSpPr/>
          <p:nvPr>
            <p:custDataLst>
              <p:tags r:id="rId22"/>
            </p:custDataLst>
          </p:nvPr>
        </p:nvSpPr>
        <p:spPr>
          <a:xfrm>
            <a:off x="38685" y="1767842"/>
            <a:ext cx="3189061" cy="376591"/>
          </a:xfrm>
          <a:custGeom>
            <a:avLst/>
            <a:gdLst/>
            <a:ahLst/>
            <a:cxnLst/>
            <a:rect l="l" t="t" r="r" b="b"/>
            <a:pathLst>
              <a:path w="3189061" h="376591">
                <a:moveTo>
                  <a:pt x="0" y="0"/>
                </a:moveTo>
                <a:lnTo>
                  <a:pt x="3189065" y="0"/>
                </a:lnTo>
                <a:lnTo>
                  <a:pt x="3189065" y="376590"/>
                </a:lnTo>
                <a:lnTo>
                  <a:pt x="0" y="376590"/>
                </a:lnTo>
                <a:close/>
              </a:path>
            </a:pathLst>
          </a:custGeom>
        </p:spPr>
        <p:txBody>
          <a:bodyPr spcFirstLastPara="0" lIns="51435" tIns="34290" rIns="51435" bIns="34290" rtlCol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2000" b="1" i="0" u="none" strike="noStrike">
                <a:solidFill>
                  <a:schemeClr val="bg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公司概况与业务布局</a:t>
            </a:r>
            <a:endParaRPr lang="zh-CN" altLang="en-US" sz="2000" b="1" i="0" u="none" strike="noStrike">
              <a:solidFill>
                <a:schemeClr val="bg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23" name="序号"/>
          <p:cNvSpPr/>
          <p:nvPr>
            <p:custDataLst>
              <p:tags r:id="rId23"/>
            </p:custDataLst>
          </p:nvPr>
        </p:nvSpPr>
        <p:spPr>
          <a:xfrm>
            <a:off x="1451643" y="1171574"/>
            <a:ext cx="1776103" cy="596268"/>
          </a:xfrm>
          <a:custGeom>
            <a:avLst/>
            <a:gdLst/>
            <a:ahLst/>
            <a:cxnLst/>
            <a:rect l="l" t="t" r="r" b="b"/>
            <a:pathLst>
              <a:path w="1776103" h="596268">
                <a:moveTo>
                  <a:pt x="0" y="0"/>
                </a:moveTo>
                <a:lnTo>
                  <a:pt x="1776108" y="0"/>
                </a:lnTo>
                <a:lnTo>
                  <a:pt x="1776108" y="596265"/>
                </a:lnTo>
                <a:lnTo>
                  <a:pt x="0" y="596265"/>
                </a:lnTo>
                <a:close/>
              </a:path>
            </a:pathLst>
          </a:custGeom>
        </p:spPr>
        <p:txBody>
          <a:bodyPr spcFirstLastPara="0" lIns="51435" tIns="34290" rIns="51435" bIns="34290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2800" b="1" i="0" u="none" strike="noStrike">
                <a:solidFill>
                  <a:schemeClr val="bg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01</a:t>
            </a:r>
            <a:endParaRPr lang="zh-CN" altLang="en-US" sz="2800" b="1" i="0" u="none" strike="noStrike">
              <a:solidFill>
                <a:schemeClr val="bg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24" name="目录-简述"/>
          <p:cNvSpPr txBox="1"/>
          <p:nvPr>
            <p:custDataLst>
              <p:tags r:id="rId24"/>
            </p:custDataLst>
          </p:nvPr>
        </p:nvSpPr>
        <p:spPr>
          <a:xfrm>
            <a:off x="38686" y="3785841"/>
            <a:ext cx="3189060" cy="427492"/>
          </a:xfrm>
          <a:prstGeom prst="rect">
            <a:avLst/>
          </a:prstGeom>
        </p:spPr>
        <p:txBody>
          <a:bodyPr spcFirstLastPara="0" wrap="square" lIns="38576" tIns="34290" rIns="38576" bIns="34290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chemeClr val="bg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厚爱健康APP相伴，小包守护每一天</a:t>
            </a:r>
            <a:endParaRPr lang="zh-CN" altLang="en-US" sz="1400" b="0" i="0" u="none" strike="noStrike">
              <a:solidFill>
                <a:schemeClr val="bg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25" name="目录"/>
          <p:cNvSpPr/>
          <p:nvPr>
            <p:custDataLst>
              <p:tags r:id="rId25"/>
            </p:custDataLst>
          </p:nvPr>
        </p:nvSpPr>
        <p:spPr>
          <a:xfrm>
            <a:off x="38685" y="3346518"/>
            <a:ext cx="3189061" cy="376562"/>
          </a:xfrm>
          <a:custGeom>
            <a:avLst/>
            <a:gdLst/>
            <a:ahLst/>
            <a:cxnLst/>
            <a:rect l="l" t="t" r="r" b="b"/>
            <a:pathLst>
              <a:path w="3189061" h="376562">
                <a:moveTo>
                  <a:pt x="0" y="0"/>
                </a:moveTo>
                <a:lnTo>
                  <a:pt x="3189065" y="0"/>
                </a:lnTo>
                <a:lnTo>
                  <a:pt x="3189065" y="376561"/>
                </a:lnTo>
                <a:lnTo>
                  <a:pt x="0" y="376561"/>
                </a:lnTo>
                <a:close/>
              </a:path>
            </a:pathLst>
          </a:custGeom>
        </p:spPr>
        <p:txBody>
          <a:bodyPr spcFirstLastPara="0" lIns="51435" tIns="34290" rIns="51435" bIns="34290" rtlCol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800" b="1" i="0" u="none" strike="noStrike">
                <a:solidFill>
                  <a:schemeClr val="bg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厚爱健康APP与</a:t>
            </a:r>
            <a:r>
              <a:rPr lang="zh-CN" altLang="en-US" sz="1800" b="1" i="0" u="none" strike="noStrike">
                <a:solidFill>
                  <a:schemeClr val="bg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健康小包</a:t>
            </a:r>
            <a:endParaRPr lang="zh-CN" altLang="en-US" sz="1800" b="1" i="0" u="none" strike="noStrike">
              <a:solidFill>
                <a:schemeClr val="bg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26" name="序号"/>
          <p:cNvSpPr/>
          <p:nvPr>
            <p:custDataLst>
              <p:tags r:id="rId26"/>
            </p:custDataLst>
          </p:nvPr>
        </p:nvSpPr>
        <p:spPr>
          <a:xfrm>
            <a:off x="1451643" y="2750294"/>
            <a:ext cx="1776103" cy="596223"/>
          </a:xfrm>
          <a:custGeom>
            <a:avLst/>
            <a:gdLst/>
            <a:ahLst/>
            <a:cxnLst/>
            <a:rect l="l" t="t" r="r" b="b"/>
            <a:pathLst>
              <a:path w="1776103" h="596223">
                <a:moveTo>
                  <a:pt x="0" y="0"/>
                </a:moveTo>
                <a:lnTo>
                  <a:pt x="1776108" y="0"/>
                </a:lnTo>
                <a:lnTo>
                  <a:pt x="1776108" y="596227"/>
                </a:lnTo>
                <a:lnTo>
                  <a:pt x="0" y="596227"/>
                </a:lnTo>
                <a:close/>
              </a:path>
            </a:pathLst>
          </a:custGeom>
        </p:spPr>
        <p:txBody>
          <a:bodyPr spcFirstLastPara="0" lIns="51435" tIns="34290" rIns="51435" bIns="34290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2800" b="1" i="0" u="none" strike="noStrike">
                <a:solidFill>
                  <a:schemeClr val="bg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03</a:t>
            </a:r>
            <a:endParaRPr lang="zh-CN" altLang="en-US" sz="2800" b="1" i="0" u="none" strike="noStrike">
              <a:solidFill>
                <a:schemeClr val="bg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27" name="目录-简述"/>
          <p:cNvSpPr txBox="1"/>
          <p:nvPr>
            <p:custDataLst>
              <p:tags r:id="rId27"/>
            </p:custDataLst>
          </p:nvPr>
        </p:nvSpPr>
        <p:spPr>
          <a:xfrm>
            <a:off x="38686" y="5364451"/>
            <a:ext cx="3189060" cy="427492"/>
          </a:xfrm>
          <a:prstGeom prst="rect">
            <a:avLst/>
          </a:prstGeom>
        </p:spPr>
        <p:txBody>
          <a:bodyPr spcFirstLastPara="0" wrap="square" lIns="38576" tIns="34290" rIns="38576" bIns="34290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chemeClr val="bg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智慧养老新方案，乐享银</a:t>
            </a:r>
            <a:r>
              <a:rPr lang="zh-CN" altLang="en-US" sz="1400" b="0" i="0" u="none" strike="noStrike">
                <a:solidFill>
                  <a:schemeClr val="bg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发好时光</a:t>
            </a:r>
            <a:endParaRPr lang="zh-CN" altLang="en-US" sz="1400" b="0" i="0" u="none" strike="noStrike">
              <a:solidFill>
                <a:schemeClr val="bg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28" name="目录"/>
          <p:cNvSpPr/>
          <p:nvPr>
            <p:custDataLst>
              <p:tags r:id="rId28"/>
            </p:custDataLst>
          </p:nvPr>
        </p:nvSpPr>
        <p:spPr>
          <a:xfrm>
            <a:off x="38685" y="4925128"/>
            <a:ext cx="3189061" cy="376562"/>
          </a:xfrm>
          <a:custGeom>
            <a:avLst/>
            <a:gdLst/>
            <a:ahLst/>
            <a:cxnLst/>
            <a:rect l="l" t="t" r="r" b="b"/>
            <a:pathLst>
              <a:path w="3189061" h="376562">
                <a:moveTo>
                  <a:pt x="0" y="0"/>
                </a:moveTo>
                <a:lnTo>
                  <a:pt x="3189065" y="0"/>
                </a:lnTo>
                <a:lnTo>
                  <a:pt x="3189065" y="376561"/>
                </a:lnTo>
                <a:lnTo>
                  <a:pt x="0" y="376561"/>
                </a:lnTo>
                <a:close/>
              </a:path>
            </a:pathLst>
          </a:custGeom>
        </p:spPr>
        <p:txBody>
          <a:bodyPr spcFirstLastPara="0" lIns="51435" tIns="34290" rIns="51435" bIns="34290" rtlCol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800" b="1" i="0" u="none" strike="noStrike">
                <a:solidFill>
                  <a:schemeClr val="bg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智慧养老解决方案</a:t>
            </a:r>
            <a:endParaRPr lang="zh-CN" altLang="en-US" sz="1800" b="1" i="0" u="none" strike="noStrike">
              <a:solidFill>
                <a:schemeClr val="bg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29" name="序号"/>
          <p:cNvSpPr/>
          <p:nvPr>
            <p:custDataLst>
              <p:tags r:id="rId29"/>
            </p:custDataLst>
          </p:nvPr>
        </p:nvSpPr>
        <p:spPr>
          <a:xfrm>
            <a:off x="1451643" y="4328904"/>
            <a:ext cx="1776103" cy="596223"/>
          </a:xfrm>
          <a:custGeom>
            <a:avLst/>
            <a:gdLst/>
            <a:ahLst/>
            <a:cxnLst/>
            <a:rect l="l" t="t" r="r" b="b"/>
            <a:pathLst>
              <a:path w="1776103" h="596223">
                <a:moveTo>
                  <a:pt x="0" y="0"/>
                </a:moveTo>
                <a:lnTo>
                  <a:pt x="1776108" y="0"/>
                </a:lnTo>
                <a:lnTo>
                  <a:pt x="1776108" y="596227"/>
                </a:lnTo>
                <a:lnTo>
                  <a:pt x="0" y="596227"/>
                </a:lnTo>
                <a:close/>
              </a:path>
            </a:pathLst>
          </a:custGeom>
        </p:spPr>
        <p:txBody>
          <a:bodyPr spcFirstLastPara="0" lIns="51435" tIns="34290" rIns="51435" bIns="34290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2800" b="1" i="0" u="none" strike="noStrike">
                <a:solidFill>
                  <a:schemeClr val="bg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05</a:t>
            </a:r>
            <a:endParaRPr lang="zh-CN" altLang="en-US" sz="2800" b="1" i="0" u="none" strike="noStrike">
              <a:solidFill>
                <a:schemeClr val="bg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30" name="图形"/>
          <p:cNvSpPr/>
          <p:nvPr>
            <p:custDataLst>
              <p:tags r:id="rId30"/>
            </p:custDataLst>
          </p:nvPr>
        </p:nvSpPr>
        <p:spPr>
          <a:xfrm>
            <a:off x="7238448" y="6320086"/>
            <a:ext cx="138205" cy="138299"/>
          </a:xfrm>
          <a:custGeom>
            <a:avLst/>
            <a:gdLst/>
            <a:ahLst/>
            <a:cxnLst/>
            <a:rect l="l" t="t" r="r" b="b"/>
            <a:pathLst>
              <a:path w="138205" h="138299">
                <a:moveTo>
                  <a:pt x="0" y="69152"/>
                </a:moveTo>
                <a:cubicBezTo>
                  <a:pt x="0" y="30986"/>
                  <a:pt x="30964" y="0"/>
                  <a:pt x="69104" y="0"/>
                </a:cubicBezTo>
                <a:cubicBezTo>
                  <a:pt x="107244" y="0"/>
                  <a:pt x="138208" y="30986"/>
                  <a:pt x="138208" y="69152"/>
                </a:cubicBezTo>
                <a:cubicBezTo>
                  <a:pt x="138207" y="107343"/>
                  <a:pt x="107269" y="138303"/>
                  <a:pt x="69104" y="138303"/>
                </a:cubicBezTo>
                <a:cubicBezTo>
                  <a:pt x="30939" y="138303"/>
                  <a:pt x="1" y="107343"/>
                  <a:pt x="0" y="69152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alpha val="19999"/>
                </a:schemeClr>
              </a:gs>
              <a:gs pos="100000">
                <a:schemeClr val="bg1">
                  <a:alpha val="39999"/>
                </a:schemeClr>
              </a:gs>
            </a:gsLst>
            <a:lin ang="0"/>
          </a:gra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图形"/>
          <p:cNvSpPr/>
          <p:nvPr>
            <p:custDataLst>
              <p:tags r:id="rId31"/>
            </p:custDataLst>
          </p:nvPr>
        </p:nvSpPr>
        <p:spPr>
          <a:xfrm>
            <a:off x="7445755" y="6320086"/>
            <a:ext cx="138205" cy="138299"/>
          </a:xfrm>
          <a:custGeom>
            <a:avLst/>
            <a:gdLst/>
            <a:ahLst/>
            <a:cxnLst/>
            <a:rect l="l" t="t" r="r" b="b"/>
            <a:pathLst>
              <a:path w="138205" h="138299">
                <a:moveTo>
                  <a:pt x="0" y="69152"/>
                </a:moveTo>
                <a:cubicBezTo>
                  <a:pt x="0" y="30986"/>
                  <a:pt x="30964" y="0"/>
                  <a:pt x="69104" y="0"/>
                </a:cubicBezTo>
                <a:cubicBezTo>
                  <a:pt x="107244" y="0"/>
                  <a:pt x="138208" y="30986"/>
                  <a:pt x="138208" y="69152"/>
                </a:cubicBezTo>
                <a:cubicBezTo>
                  <a:pt x="138207" y="107343"/>
                  <a:pt x="107269" y="138303"/>
                  <a:pt x="69104" y="138303"/>
                </a:cubicBezTo>
                <a:cubicBezTo>
                  <a:pt x="30939" y="138303"/>
                  <a:pt x="1" y="107343"/>
                  <a:pt x="0" y="69152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alpha val="19999"/>
                </a:schemeClr>
              </a:gs>
              <a:gs pos="100000">
                <a:schemeClr val="bg1">
                  <a:alpha val="39999"/>
                </a:schemeClr>
              </a:gs>
            </a:gsLst>
            <a:lin ang="0"/>
          </a:gra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图形"/>
          <p:cNvSpPr/>
          <p:nvPr>
            <p:custDataLst>
              <p:tags r:id="rId32"/>
            </p:custDataLst>
          </p:nvPr>
        </p:nvSpPr>
        <p:spPr>
          <a:xfrm>
            <a:off x="7653064" y="6320086"/>
            <a:ext cx="138205" cy="138299"/>
          </a:xfrm>
          <a:custGeom>
            <a:avLst/>
            <a:gdLst/>
            <a:ahLst/>
            <a:cxnLst/>
            <a:rect l="l" t="t" r="r" b="b"/>
            <a:pathLst>
              <a:path w="138205" h="138299">
                <a:moveTo>
                  <a:pt x="0" y="69152"/>
                </a:moveTo>
                <a:cubicBezTo>
                  <a:pt x="0" y="30986"/>
                  <a:pt x="30964" y="0"/>
                  <a:pt x="69104" y="0"/>
                </a:cubicBezTo>
                <a:cubicBezTo>
                  <a:pt x="107244" y="0"/>
                  <a:pt x="138208" y="30986"/>
                  <a:pt x="138208" y="69152"/>
                </a:cubicBezTo>
                <a:cubicBezTo>
                  <a:pt x="138207" y="107343"/>
                  <a:pt x="107269" y="138303"/>
                  <a:pt x="69104" y="138303"/>
                </a:cubicBezTo>
                <a:cubicBezTo>
                  <a:pt x="30939" y="138303"/>
                  <a:pt x="1" y="107343"/>
                  <a:pt x="0" y="69152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alpha val="19999"/>
                </a:schemeClr>
              </a:gs>
              <a:gs pos="100000">
                <a:schemeClr val="bg1">
                  <a:alpha val="39999"/>
                </a:schemeClr>
              </a:gs>
            </a:gsLst>
            <a:lin ang="0"/>
          </a:gra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图形"/>
          <p:cNvSpPr/>
          <p:nvPr>
            <p:custDataLst>
              <p:tags r:id="rId33"/>
            </p:custDataLst>
          </p:nvPr>
        </p:nvSpPr>
        <p:spPr>
          <a:xfrm>
            <a:off x="7860374" y="6320086"/>
            <a:ext cx="138205" cy="138299"/>
          </a:xfrm>
          <a:custGeom>
            <a:avLst/>
            <a:gdLst/>
            <a:ahLst/>
            <a:cxnLst/>
            <a:rect l="l" t="t" r="r" b="b"/>
            <a:pathLst>
              <a:path w="138205" h="138299">
                <a:moveTo>
                  <a:pt x="0" y="69152"/>
                </a:moveTo>
                <a:cubicBezTo>
                  <a:pt x="0" y="30986"/>
                  <a:pt x="30964" y="0"/>
                  <a:pt x="69104" y="0"/>
                </a:cubicBezTo>
                <a:cubicBezTo>
                  <a:pt x="107244" y="0"/>
                  <a:pt x="138208" y="30986"/>
                  <a:pt x="138208" y="69152"/>
                </a:cubicBezTo>
                <a:cubicBezTo>
                  <a:pt x="138207" y="107343"/>
                  <a:pt x="107269" y="138303"/>
                  <a:pt x="69104" y="138303"/>
                </a:cubicBezTo>
                <a:cubicBezTo>
                  <a:pt x="30939" y="138303"/>
                  <a:pt x="1" y="107343"/>
                  <a:pt x="0" y="69152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alpha val="19999"/>
                </a:schemeClr>
              </a:gs>
              <a:gs pos="100000">
                <a:schemeClr val="bg1">
                  <a:alpha val="39999"/>
                </a:schemeClr>
              </a:gs>
            </a:gsLst>
            <a:lin ang="0"/>
          </a:gra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图形"/>
          <p:cNvSpPr/>
          <p:nvPr>
            <p:custDataLst>
              <p:tags r:id="rId34"/>
            </p:custDataLst>
          </p:nvPr>
        </p:nvSpPr>
        <p:spPr>
          <a:xfrm>
            <a:off x="8067683" y="6320086"/>
            <a:ext cx="138205" cy="138299"/>
          </a:xfrm>
          <a:custGeom>
            <a:avLst/>
            <a:gdLst/>
            <a:ahLst/>
            <a:cxnLst/>
            <a:rect l="l" t="t" r="r" b="b"/>
            <a:pathLst>
              <a:path w="138205" h="138299">
                <a:moveTo>
                  <a:pt x="0" y="69152"/>
                </a:moveTo>
                <a:cubicBezTo>
                  <a:pt x="0" y="30986"/>
                  <a:pt x="30964" y="0"/>
                  <a:pt x="69104" y="0"/>
                </a:cubicBezTo>
                <a:cubicBezTo>
                  <a:pt x="107244" y="0"/>
                  <a:pt x="138208" y="30986"/>
                  <a:pt x="138208" y="69152"/>
                </a:cubicBezTo>
                <a:cubicBezTo>
                  <a:pt x="138207" y="107343"/>
                  <a:pt x="107269" y="138303"/>
                  <a:pt x="69104" y="138303"/>
                </a:cubicBezTo>
                <a:cubicBezTo>
                  <a:pt x="30939" y="138303"/>
                  <a:pt x="1" y="107343"/>
                  <a:pt x="0" y="69152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alpha val="19999"/>
                </a:schemeClr>
              </a:gs>
              <a:gs pos="100000">
                <a:schemeClr val="bg1">
                  <a:alpha val="39999"/>
                </a:schemeClr>
              </a:gs>
            </a:gsLst>
            <a:lin ang="0"/>
          </a:gra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图形"/>
          <p:cNvSpPr/>
          <p:nvPr>
            <p:custDataLst>
              <p:tags r:id="rId35"/>
            </p:custDataLst>
          </p:nvPr>
        </p:nvSpPr>
        <p:spPr>
          <a:xfrm>
            <a:off x="8274991" y="6320086"/>
            <a:ext cx="138205" cy="138299"/>
          </a:xfrm>
          <a:custGeom>
            <a:avLst/>
            <a:gdLst/>
            <a:ahLst/>
            <a:cxnLst/>
            <a:rect l="l" t="t" r="r" b="b"/>
            <a:pathLst>
              <a:path w="138205" h="138299">
                <a:moveTo>
                  <a:pt x="0" y="69152"/>
                </a:moveTo>
                <a:cubicBezTo>
                  <a:pt x="0" y="30986"/>
                  <a:pt x="30964" y="0"/>
                  <a:pt x="69104" y="0"/>
                </a:cubicBezTo>
                <a:cubicBezTo>
                  <a:pt x="107244" y="0"/>
                  <a:pt x="138208" y="30986"/>
                  <a:pt x="138208" y="69152"/>
                </a:cubicBezTo>
                <a:cubicBezTo>
                  <a:pt x="138207" y="107343"/>
                  <a:pt x="107269" y="138303"/>
                  <a:pt x="69104" y="138303"/>
                </a:cubicBezTo>
                <a:cubicBezTo>
                  <a:pt x="30939" y="138303"/>
                  <a:pt x="1" y="107343"/>
                  <a:pt x="0" y="69152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alpha val="19999"/>
                </a:schemeClr>
              </a:gs>
              <a:gs pos="100000">
                <a:schemeClr val="bg1">
                  <a:alpha val="39999"/>
                </a:schemeClr>
              </a:gs>
            </a:gsLst>
            <a:lin ang="0"/>
          </a:gra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图形"/>
          <p:cNvSpPr/>
          <p:nvPr>
            <p:custDataLst>
              <p:tags r:id="rId36"/>
            </p:custDataLst>
          </p:nvPr>
        </p:nvSpPr>
        <p:spPr>
          <a:xfrm>
            <a:off x="7238448" y="6511264"/>
            <a:ext cx="138205" cy="138299"/>
          </a:xfrm>
          <a:custGeom>
            <a:avLst/>
            <a:gdLst/>
            <a:ahLst/>
            <a:cxnLst/>
            <a:rect l="l" t="t" r="r" b="b"/>
            <a:pathLst>
              <a:path w="138205" h="138299">
                <a:moveTo>
                  <a:pt x="0" y="69152"/>
                </a:moveTo>
                <a:cubicBezTo>
                  <a:pt x="0" y="30986"/>
                  <a:pt x="30964" y="0"/>
                  <a:pt x="69104" y="0"/>
                </a:cubicBezTo>
                <a:cubicBezTo>
                  <a:pt x="107244" y="0"/>
                  <a:pt x="138208" y="30986"/>
                  <a:pt x="138208" y="69152"/>
                </a:cubicBezTo>
                <a:cubicBezTo>
                  <a:pt x="138207" y="107343"/>
                  <a:pt x="107269" y="138303"/>
                  <a:pt x="69104" y="138303"/>
                </a:cubicBezTo>
                <a:cubicBezTo>
                  <a:pt x="30939" y="138303"/>
                  <a:pt x="1" y="107343"/>
                  <a:pt x="0" y="69152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alpha val="19999"/>
                </a:schemeClr>
              </a:gs>
              <a:gs pos="100000">
                <a:schemeClr val="bg1">
                  <a:alpha val="39999"/>
                </a:schemeClr>
              </a:gs>
            </a:gsLst>
            <a:lin ang="0"/>
          </a:gra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图形"/>
          <p:cNvSpPr/>
          <p:nvPr>
            <p:custDataLst>
              <p:tags r:id="rId37"/>
            </p:custDataLst>
          </p:nvPr>
        </p:nvSpPr>
        <p:spPr>
          <a:xfrm>
            <a:off x="7445755" y="6511264"/>
            <a:ext cx="138205" cy="138299"/>
          </a:xfrm>
          <a:custGeom>
            <a:avLst/>
            <a:gdLst/>
            <a:ahLst/>
            <a:cxnLst/>
            <a:rect l="l" t="t" r="r" b="b"/>
            <a:pathLst>
              <a:path w="138205" h="138299">
                <a:moveTo>
                  <a:pt x="0" y="69152"/>
                </a:moveTo>
                <a:cubicBezTo>
                  <a:pt x="0" y="30986"/>
                  <a:pt x="30964" y="0"/>
                  <a:pt x="69104" y="0"/>
                </a:cubicBezTo>
                <a:cubicBezTo>
                  <a:pt x="107244" y="0"/>
                  <a:pt x="138208" y="30986"/>
                  <a:pt x="138208" y="69152"/>
                </a:cubicBezTo>
                <a:cubicBezTo>
                  <a:pt x="138207" y="107343"/>
                  <a:pt x="107269" y="138303"/>
                  <a:pt x="69104" y="138303"/>
                </a:cubicBezTo>
                <a:cubicBezTo>
                  <a:pt x="30939" y="138303"/>
                  <a:pt x="1" y="107343"/>
                  <a:pt x="0" y="69152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alpha val="19999"/>
                </a:schemeClr>
              </a:gs>
              <a:gs pos="100000">
                <a:schemeClr val="bg1">
                  <a:alpha val="39999"/>
                </a:schemeClr>
              </a:gs>
            </a:gsLst>
            <a:lin ang="0"/>
          </a:gra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图形"/>
          <p:cNvSpPr/>
          <p:nvPr>
            <p:custDataLst>
              <p:tags r:id="rId38"/>
            </p:custDataLst>
          </p:nvPr>
        </p:nvSpPr>
        <p:spPr>
          <a:xfrm>
            <a:off x="7653064" y="6511264"/>
            <a:ext cx="138205" cy="138299"/>
          </a:xfrm>
          <a:custGeom>
            <a:avLst/>
            <a:gdLst/>
            <a:ahLst/>
            <a:cxnLst/>
            <a:rect l="l" t="t" r="r" b="b"/>
            <a:pathLst>
              <a:path w="138205" h="138299">
                <a:moveTo>
                  <a:pt x="0" y="69152"/>
                </a:moveTo>
                <a:cubicBezTo>
                  <a:pt x="0" y="30986"/>
                  <a:pt x="30964" y="0"/>
                  <a:pt x="69104" y="0"/>
                </a:cubicBezTo>
                <a:cubicBezTo>
                  <a:pt x="107244" y="0"/>
                  <a:pt x="138208" y="30986"/>
                  <a:pt x="138208" y="69152"/>
                </a:cubicBezTo>
                <a:cubicBezTo>
                  <a:pt x="138207" y="107343"/>
                  <a:pt x="107269" y="138303"/>
                  <a:pt x="69104" y="138303"/>
                </a:cubicBezTo>
                <a:cubicBezTo>
                  <a:pt x="30939" y="138303"/>
                  <a:pt x="1" y="107343"/>
                  <a:pt x="0" y="69152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alpha val="19999"/>
                </a:schemeClr>
              </a:gs>
              <a:gs pos="100000">
                <a:schemeClr val="bg1">
                  <a:alpha val="39999"/>
                </a:schemeClr>
              </a:gs>
            </a:gsLst>
            <a:lin ang="0"/>
          </a:gra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图形"/>
          <p:cNvSpPr/>
          <p:nvPr>
            <p:custDataLst>
              <p:tags r:id="rId39"/>
            </p:custDataLst>
          </p:nvPr>
        </p:nvSpPr>
        <p:spPr>
          <a:xfrm>
            <a:off x="7860374" y="6511264"/>
            <a:ext cx="138205" cy="138299"/>
          </a:xfrm>
          <a:custGeom>
            <a:avLst/>
            <a:gdLst/>
            <a:ahLst/>
            <a:cxnLst/>
            <a:rect l="l" t="t" r="r" b="b"/>
            <a:pathLst>
              <a:path w="138205" h="138299">
                <a:moveTo>
                  <a:pt x="0" y="69152"/>
                </a:moveTo>
                <a:cubicBezTo>
                  <a:pt x="0" y="30986"/>
                  <a:pt x="30964" y="0"/>
                  <a:pt x="69104" y="0"/>
                </a:cubicBezTo>
                <a:cubicBezTo>
                  <a:pt x="107244" y="0"/>
                  <a:pt x="138208" y="30986"/>
                  <a:pt x="138208" y="69152"/>
                </a:cubicBezTo>
                <a:cubicBezTo>
                  <a:pt x="138207" y="107343"/>
                  <a:pt x="107269" y="138303"/>
                  <a:pt x="69104" y="138303"/>
                </a:cubicBezTo>
                <a:cubicBezTo>
                  <a:pt x="30939" y="138303"/>
                  <a:pt x="1" y="107343"/>
                  <a:pt x="0" y="69152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alpha val="19999"/>
                </a:schemeClr>
              </a:gs>
              <a:gs pos="100000">
                <a:schemeClr val="bg1">
                  <a:alpha val="39999"/>
                </a:schemeClr>
              </a:gs>
            </a:gsLst>
            <a:lin ang="0"/>
          </a:gra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图形"/>
          <p:cNvSpPr/>
          <p:nvPr>
            <p:custDataLst>
              <p:tags r:id="rId40"/>
            </p:custDataLst>
          </p:nvPr>
        </p:nvSpPr>
        <p:spPr>
          <a:xfrm>
            <a:off x="8067683" y="6511264"/>
            <a:ext cx="138205" cy="138299"/>
          </a:xfrm>
          <a:custGeom>
            <a:avLst/>
            <a:gdLst/>
            <a:ahLst/>
            <a:cxnLst/>
            <a:rect l="l" t="t" r="r" b="b"/>
            <a:pathLst>
              <a:path w="138205" h="138299">
                <a:moveTo>
                  <a:pt x="0" y="69152"/>
                </a:moveTo>
                <a:cubicBezTo>
                  <a:pt x="0" y="30986"/>
                  <a:pt x="30964" y="0"/>
                  <a:pt x="69104" y="0"/>
                </a:cubicBezTo>
                <a:cubicBezTo>
                  <a:pt x="107244" y="0"/>
                  <a:pt x="138208" y="30986"/>
                  <a:pt x="138208" y="69152"/>
                </a:cubicBezTo>
                <a:cubicBezTo>
                  <a:pt x="138207" y="107343"/>
                  <a:pt x="107269" y="138303"/>
                  <a:pt x="69104" y="138303"/>
                </a:cubicBezTo>
                <a:cubicBezTo>
                  <a:pt x="30939" y="138303"/>
                  <a:pt x="1" y="107343"/>
                  <a:pt x="0" y="69152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alpha val="19999"/>
                </a:schemeClr>
              </a:gs>
              <a:gs pos="100000">
                <a:schemeClr val="bg1">
                  <a:alpha val="39999"/>
                </a:schemeClr>
              </a:gs>
            </a:gsLst>
            <a:lin ang="0"/>
          </a:gra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图形"/>
          <p:cNvSpPr/>
          <p:nvPr>
            <p:custDataLst>
              <p:tags r:id="rId41"/>
            </p:custDataLst>
          </p:nvPr>
        </p:nvSpPr>
        <p:spPr>
          <a:xfrm>
            <a:off x="8274991" y="6511264"/>
            <a:ext cx="138205" cy="138299"/>
          </a:xfrm>
          <a:custGeom>
            <a:avLst/>
            <a:gdLst/>
            <a:ahLst/>
            <a:cxnLst/>
            <a:rect l="l" t="t" r="r" b="b"/>
            <a:pathLst>
              <a:path w="138205" h="138299">
                <a:moveTo>
                  <a:pt x="0" y="69152"/>
                </a:moveTo>
                <a:cubicBezTo>
                  <a:pt x="0" y="30986"/>
                  <a:pt x="30964" y="0"/>
                  <a:pt x="69104" y="0"/>
                </a:cubicBezTo>
                <a:cubicBezTo>
                  <a:pt x="107244" y="0"/>
                  <a:pt x="138208" y="30986"/>
                  <a:pt x="138208" y="69152"/>
                </a:cubicBezTo>
                <a:cubicBezTo>
                  <a:pt x="138207" y="107343"/>
                  <a:pt x="107269" y="138303"/>
                  <a:pt x="69104" y="138303"/>
                </a:cubicBezTo>
                <a:cubicBezTo>
                  <a:pt x="30939" y="138303"/>
                  <a:pt x="1" y="107343"/>
                  <a:pt x="0" y="69152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alpha val="19999"/>
                </a:schemeClr>
              </a:gs>
              <a:gs pos="100000">
                <a:schemeClr val="bg1">
                  <a:alpha val="39999"/>
                </a:schemeClr>
              </a:gs>
            </a:gsLst>
            <a:lin ang="0"/>
          </a:gra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图形"/>
          <p:cNvSpPr/>
          <p:nvPr>
            <p:custDataLst>
              <p:tags r:id="rId42"/>
            </p:custDataLst>
          </p:nvPr>
        </p:nvSpPr>
        <p:spPr>
          <a:xfrm>
            <a:off x="7238448" y="6702444"/>
            <a:ext cx="138205" cy="138299"/>
          </a:xfrm>
          <a:custGeom>
            <a:avLst/>
            <a:gdLst/>
            <a:ahLst/>
            <a:cxnLst/>
            <a:rect l="l" t="t" r="r" b="b"/>
            <a:pathLst>
              <a:path w="138205" h="138299">
                <a:moveTo>
                  <a:pt x="0" y="69152"/>
                </a:moveTo>
                <a:cubicBezTo>
                  <a:pt x="0" y="30986"/>
                  <a:pt x="30964" y="0"/>
                  <a:pt x="69104" y="0"/>
                </a:cubicBezTo>
                <a:cubicBezTo>
                  <a:pt x="107244" y="0"/>
                  <a:pt x="138208" y="30986"/>
                  <a:pt x="138208" y="69152"/>
                </a:cubicBezTo>
                <a:cubicBezTo>
                  <a:pt x="138207" y="107343"/>
                  <a:pt x="107269" y="138303"/>
                  <a:pt x="69104" y="138303"/>
                </a:cubicBezTo>
                <a:cubicBezTo>
                  <a:pt x="30939" y="138303"/>
                  <a:pt x="1" y="107343"/>
                  <a:pt x="0" y="69152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alpha val="19999"/>
                </a:schemeClr>
              </a:gs>
              <a:gs pos="100000">
                <a:schemeClr val="bg1">
                  <a:alpha val="39999"/>
                </a:schemeClr>
              </a:gs>
            </a:gsLst>
            <a:lin ang="0"/>
          </a:gra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图形"/>
          <p:cNvSpPr/>
          <p:nvPr>
            <p:custDataLst>
              <p:tags r:id="rId43"/>
            </p:custDataLst>
          </p:nvPr>
        </p:nvSpPr>
        <p:spPr>
          <a:xfrm>
            <a:off x="7445755" y="6702444"/>
            <a:ext cx="138205" cy="138299"/>
          </a:xfrm>
          <a:custGeom>
            <a:avLst/>
            <a:gdLst/>
            <a:ahLst/>
            <a:cxnLst/>
            <a:rect l="l" t="t" r="r" b="b"/>
            <a:pathLst>
              <a:path w="138205" h="138299">
                <a:moveTo>
                  <a:pt x="0" y="69152"/>
                </a:moveTo>
                <a:cubicBezTo>
                  <a:pt x="0" y="30986"/>
                  <a:pt x="30964" y="0"/>
                  <a:pt x="69104" y="0"/>
                </a:cubicBezTo>
                <a:cubicBezTo>
                  <a:pt x="107244" y="0"/>
                  <a:pt x="138208" y="30986"/>
                  <a:pt x="138208" y="69152"/>
                </a:cubicBezTo>
                <a:cubicBezTo>
                  <a:pt x="138207" y="107343"/>
                  <a:pt x="107269" y="138303"/>
                  <a:pt x="69104" y="138303"/>
                </a:cubicBezTo>
                <a:cubicBezTo>
                  <a:pt x="30939" y="138303"/>
                  <a:pt x="1" y="107343"/>
                  <a:pt x="0" y="69152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alpha val="19999"/>
                </a:schemeClr>
              </a:gs>
              <a:gs pos="100000">
                <a:schemeClr val="bg1">
                  <a:alpha val="39999"/>
                </a:schemeClr>
              </a:gs>
            </a:gsLst>
            <a:lin ang="0"/>
          </a:gra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图形"/>
          <p:cNvSpPr/>
          <p:nvPr>
            <p:custDataLst>
              <p:tags r:id="rId44"/>
            </p:custDataLst>
          </p:nvPr>
        </p:nvSpPr>
        <p:spPr>
          <a:xfrm>
            <a:off x="7653064" y="6702444"/>
            <a:ext cx="138205" cy="138299"/>
          </a:xfrm>
          <a:custGeom>
            <a:avLst/>
            <a:gdLst/>
            <a:ahLst/>
            <a:cxnLst/>
            <a:rect l="l" t="t" r="r" b="b"/>
            <a:pathLst>
              <a:path w="138205" h="138299">
                <a:moveTo>
                  <a:pt x="0" y="69152"/>
                </a:moveTo>
                <a:cubicBezTo>
                  <a:pt x="0" y="30986"/>
                  <a:pt x="30964" y="0"/>
                  <a:pt x="69104" y="0"/>
                </a:cubicBezTo>
                <a:cubicBezTo>
                  <a:pt x="107244" y="0"/>
                  <a:pt x="138208" y="30986"/>
                  <a:pt x="138208" y="69152"/>
                </a:cubicBezTo>
                <a:cubicBezTo>
                  <a:pt x="138207" y="107343"/>
                  <a:pt x="107269" y="138303"/>
                  <a:pt x="69104" y="138303"/>
                </a:cubicBezTo>
                <a:cubicBezTo>
                  <a:pt x="30939" y="138303"/>
                  <a:pt x="1" y="107343"/>
                  <a:pt x="0" y="69152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alpha val="19999"/>
                </a:schemeClr>
              </a:gs>
              <a:gs pos="100000">
                <a:schemeClr val="bg1">
                  <a:alpha val="39999"/>
                </a:schemeClr>
              </a:gs>
            </a:gsLst>
            <a:lin ang="0"/>
          </a:gra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图形"/>
          <p:cNvSpPr/>
          <p:nvPr>
            <p:custDataLst>
              <p:tags r:id="rId45"/>
            </p:custDataLst>
          </p:nvPr>
        </p:nvSpPr>
        <p:spPr>
          <a:xfrm>
            <a:off x="7860374" y="6702444"/>
            <a:ext cx="138205" cy="138299"/>
          </a:xfrm>
          <a:custGeom>
            <a:avLst/>
            <a:gdLst/>
            <a:ahLst/>
            <a:cxnLst/>
            <a:rect l="l" t="t" r="r" b="b"/>
            <a:pathLst>
              <a:path w="138205" h="138299">
                <a:moveTo>
                  <a:pt x="0" y="69152"/>
                </a:moveTo>
                <a:cubicBezTo>
                  <a:pt x="0" y="30986"/>
                  <a:pt x="30964" y="0"/>
                  <a:pt x="69104" y="0"/>
                </a:cubicBezTo>
                <a:cubicBezTo>
                  <a:pt x="107244" y="0"/>
                  <a:pt x="138208" y="30986"/>
                  <a:pt x="138208" y="69152"/>
                </a:cubicBezTo>
                <a:cubicBezTo>
                  <a:pt x="138207" y="107343"/>
                  <a:pt x="107269" y="138303"/>
                  <a:pt x="69104" y="138303"/>
                </a:cubicBezTo>
                <a:cubicBezTo>
                  <a:pt x="30939" y="138303"/>
                  <a:pt x="1" y="107343"/>
                  <a:pt x="0" y="69152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alpha val="19999"/>
                </a:schemeClr>
              </a:gs>
              <a:gs pos="100000">
                <a:schemeClr val="bg1">
                  <a:alpha val="39999"/>
                </a:schemeClr>
              </a:gs>
            </a:gsLst>
            <a:lin ang="0"/>
          </a:gra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图形"/>
          <p:cNvSpPr/>
          <p:nvPr>
            <p:custDataLst>
              <p:tags r:id="rId46"/>
            </p:custDataLst>
          </p:nvPr>
        </p:nvSpPr>
        <p:spPr>
          <a:xfrm>
            <a:off x="8067683" y="6702444"/>
            <a:ext cx="138205" cy="138299"/>
          </a:xfrm>
          <a:custGeom>
            <a:avLst/>
            <a:gdLst/>
            <a:ahLst/>
            <a:cxnLst/>
            <a:rect l="l" t="t" r="r" b="b"/>
            <a:pathLst>
              <a:path w="138205" h="138299">
                <a:moveTo>
                  <a:pt x="0" y="69152"/>
                </a:moveTo>
                <a:cubicBezTo>
                  <a:pt x="0" y="30986"/>
                  <a:pt x="30964" y="0"/>
                  <a:pt x="69104" y="0"/>
                </a:cubicBezTo>
                <a:cubicBezTo>
                  <a:pt x="107244" y="0"/>
                  <a:pt x="138208" y="30986"/>
                  <a:pt x="138208" y="69152"/>
                </a:cubicBezTo>
                <a:cubicBezTo>
                  <a:pt x="138207" y="107343"/>
                  <a:pt x="107269" y="138303"/>
                  <a:pt x="69104" y="138303"/>
                </a:cubicBezTo>
                <a:cubicBezTo>
                  <a:pt x="30939" y="138303"/>
                  <a:pt x="1" y="107343"/>
                  <a:pt x="0" y="69152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alpha val="19999"/>
                </a:schemeClr>
              </a:gs>
              <a:gs pos="100000">
                <a:schemeClr val="bg1">
                  <a:alpha val="39999"/>
                </a:schemeClr>
              </a:gs>
            </a:gsLst>
            <a:lin ang="0"/>
          </a:gra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图形"/>
          <p:cNvSpPr/>
          <p:nvPr>
            <p:custDataLst>
              <p:tags r:id="rId47"/>
            </p:custDataLst>
          </p:nvPr>
        </p:nvSpPr>
        <p:spPr>
          <a:xfrm>
            <a:off x="8274991" y="6702444"/>
            <a:ext cx="138205" cy="138299"/>
          </a:xfrm>
          <a:custGeom>
            <a:avLst/>
            <a:gdLst/>
            <a:ahLst/>
            <a:cxnLst/>
            <a:rect l="l" t="t" r="r" b="b"/>
            <a:pathLst>
              <a:path w="138205" h="138299">
                <a:moveTo>
                  <a:pt x="0" y="69152"/>
                </a:moveTo>
                <a:cubicBezTo>
                  <a:pt x="0" y="30986"/>
                  <a:pt x="30964" y="0"/>
                  <a:pt x="69104" y="0"/>
                </a:cubicBezTo>
                <a:cubicBezTo>
                  <a:pt x="107244" y="0"/>
                  <a:pt x="138208" y="30986"/>
                  <a:pt x="138208" y="69152"/>
                </a:cubicBezTo>
                <a:cubicBezTo>
                  <a:pt x="138207" y="107343"/>
                  <a:pt x="107269" y="138303"/>
                  <a:pt x="69104" y="138303"/>
                </a:cubicBezTo>
                <a:cubicBezTo>
                  <a:pt x="30939" y="138303"/>
                  <a:pt x="1" y="107343"/>
                  <a:pt x="0" y="69152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alpha val="19999"/>
                </a:schemeClr>
              </a:gs>
              <a:gs pos="100000">
                <a:schemeClr val="bg1">
                  <a:alpha val="39999"/>
                </a:schemeClr>
              </a:gs>
            </a:gsLst>
            <a:lin ang="0"/>
          </a:gra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图形"/>
          <p:cNvSpPr/>
          <p:nvPr>
            <p:custDataLst>
              <p:tags r:id="rId48"/>
            </p:custDataLst>
          </p:nvPr>
        </p:nvSpPr>
        <p:spPr>
          <a:xfrm>
            <a:off x="7238448" y="6893621"/>
            <a:ext cx="138205" cy="138299"/>
          </a:xfrm>
          <a:custGeom>
            <a:avLst/>
            <a:gdLst/>
            <a:ahLst/>
            <a:cxnLst/>
            <a:rect l="l" t="t" r="r" b="b"/>
            <a:pathLst>
              <a:path w="138205" h="138299">
                <a:moveTo>
                  <a:pt x="0" y="69152"/>
                </a:moveTo>
                <a:cubicBezTo>
                  <a:pt x="0" y="30986"/>
                  <a:pt x="30964" y="0"/>
                  <a:pt x="69104" y="0"/>
                </a:cubicBezTo>
                <a:cubicBezTo>
                  <a:pt x="107244" y="0"/>
                  <a:pt x="138208" y="30986"/>
                  <a:pt x="138208" y="69152"/>
                </a:cubicBezTo>
                <a:cubicBezTo>
                  <a:pt x="138207" y="107343"/>
                  <a:pt x="107269" y="138303"/>
                  <a:pt x="69104" y="138303"/>
                </a:cubicBezTo>
                <a:cubicBezTo>
                  <a:pt x="30939" y="138303"/>
                  <a:pt x="1" y="107343"/>
                  <a:pt x="0" y="69152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alpha val="19999"/>
                </a:schemeClr>
              </a:gs>
              <a:gs pos="100000">
                <a:schemeClr val="bg1">
                  <a:alpha val="39999"/>
                </a:schemeClr>
              </a:gs>
            </a:gsLst>
            <a:lin ang="0"/>
          </a:gra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图形"/>
          <p:cNvSpPr/>
          <p:nvPr>
            <p:custDataLst>
              <p:tags r:id="rId49"/>
            </p:custDataLst>
          </p:nvPr>
        </p:nvSpPr>
        <p:spPr>
          <a:xfrm>
            <a:off x="7445755" y="6893621"/>
            <a:ext cx="138205" cy="138299"/>
          </a:xfrm>
          <a:custGeom>
            <a:avLst/>
            <a:gdLst/>
            <a:ahLst/>
            <a:cxnLst/>
            <a:rect l="l" t="t" r="r" b="b"/>
            <a:pathLst>
              <a:path w="138205" h="138299">
                <a:moveTo>
                  <a:pt x="0" y="69152"/>
                </a:moveTo>
                <a:cubicBezTo>
                  <a:pt x="0" y="30986"/>
                  <a:pt x="30964" y="0"/>
                  <a:pt x="69104" y="0"/>
                </a:cubicBezTo>
                <a:cubicBezTo>
                  <a:pt x="107244" y="0"/>
                  <a:pt x="138208" y="30986"/>
                  <a:pt x="138208" y="69152"/>
                </a:cubicBezTo>
                <a:cubicBezTo>
                  <a:pt x="138207" y="107343"/>
                  <a:pt x="107269" y="138303"/>
                  <a:pt x="69104" y="138303"/>
                </a:cubicBezTo>
                <a:cubicBezTo>
                  <a:pt x="30939" y="138303"/>
                  <a:pt x="1" y="107343"/>
                  <a:pt x="0" y="69152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alpha val="19999"/>
                </a:schemeClr>
              </a:gs>
              <a:gs pos="100000">
                <a:schemeClr val="bg1">
                  <a:alpha val="39999"/>
                </a:schemeClr>
              </a:gs>
            </a:gsLst>
            <a:lin ang="0"/>
          </a:gra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图形"/>
          <p:cNvSpPr/>
          <p:nvPr>
            <p:custDataLst>
              <p:tags r:id="rId50"/>
            </p:custDataLst>
          </p:nvPr>
        </p:nvSpPr>
        <p:spPr>
          <a:xfrm>
            <a:off x="7653064" y="6893621"/>
            <a:ext cx="138205" cy="138299"/>
          </a:xfrm>
          <a:custGeom>
            <a:avLst/>
            <a:gdLst/>
            <a:ahLst/>
            <a:cxnLst/>
            <a:rect l="l" t="t" r="r" b="b"/>
            <a:pathLst>
              <a:path w="138205" h="138299">
                <a:moveTo>
                  <a:pt x="0" y="69152"/>
                </a:moveTo>
                <a:cubicBezTo>
                  <a:pt x="0" y="30986"/>
                  <a:pt x="30964" y="0"/>
                  <a:pt x="69104" y="0"/>
                </a:cubicBezTo>
                <a:cubicBezTo>
                  <a:pt x="107244" y="0"/>
                  <a:pt x="138208" y="30986"/>
                  <a:pt x="138208" y="69152"/>
                </a:cubicBezTo>
                <a:cubicBezTo>
                  <a:pt x="138207" y="107343"/>
                  <a:pt x="107269" y="138303"/>
                  <a:pt x="69104" y="138303"/>
                </a:cubicBezTo>
                <a:cubicBezTo>
                  <a:pt x="30939" y="138303"/>
                  <a:pt x="1" y="107343"/>
                  <a:pt x="0" y="69152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alpha val="19999"/>
                </a:schemeClr>
              </a:gs>
              <a:gs pos="100000">
                <a:schemeClr val="bg1">
                  <a:alpha val="39999"/>
                </a:schemeClr>
              </a:gs>
            </a:gsLst>
            <a:lin ang="0"/>
          </a:gra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图形"/>
          <p:cNvSpPr/>
          <p:nvPr>
            <p:custDataLst>
              <p:tags r:id="rId51"/>
            </p:custDataLst>
          </p:nvPr>
        </p:nvSpPr>
        <p:spPr>
          <a:xfrm>
            <a:off x="7860374" y="6893621"/>
            <a:ext cx="138205" cy="138299"/>
          </a:xfrm>
          <a:custGeom>
            <a:avLst/>
            <a:gdLst/>
            <a:ahLst/>
            <a:cxnLst/>
            <a:rect l="l" t="t" r="r" b="b"/>
            <a:pathLst>
              <a:path w="138205" h="138299">
                <a:moveTo>
                  <a:pt x="0" y="69152"/>
                </a:moveTo>
                <a:cubicBezTo>
                  <a:pt x="0" y="30986"/>
                  <a:pt x="30964" y="0"/>
                  <a:pt x="69104" y="0"/>
                </a:cubicBezTo>
                <a:cubicBezTo>
                  <a:pt x="107244" y="0"/>
                  <a:pt x="138208" y="30986"/>
                  <a:pt x="138208" y="69152"/>
                </a:cubicBezTo>
                <a:cubicBezTo>
                  <a:pt x="138207" y="107343"/>
                  <a:pt x="107269" y="138303"/>
                  <a:pt x="69104" y="138303"/>
                </a:cubicBezTo>
                <a:cubicBezTo>
                  <a:pt x="30939" y="138303"/>
                  <a:pt x="1" y="107343"/>
                  <a:pt x="0" y="69152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alpha val="19999"/>
                </a:schemeClr>
              </a:gs>
              <a:gs pos="100000">
                <a:schemeClr val="bg1">
                  <a:alpha val="39999"/>
                </a:schemeClr>
              </a:gs>
            </a:gsLst>
            <a:lin ang="0"/>
          </a:gra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图形"/>
          <p:cNvSpPr/>
          <p:nvPr>
            <p:custDataLst>
              <p:tags r:id="rId52"/>
            </p:custDataLst>
          </p:nvPr>
        </p:nvSpPr>
        <p:spPr>
          <a:xfrm>
            <a:off x="8067683" y="6893621"/>
            <a:ext cx="138205" cy="138299"/>
          </a:xfrm>
          <a:custGeom>
            <a:avLst/>
            <a:gdLst/>
            <a:ahLst/>
            <a:cxnLst/>
            <a:rect l="l" t="t" r="r" b="b"/>
            <a:pathLst>
              <a:path w="138205" h="138299">
                <a:moveTo>
                  <a:pt x="0" y="69152"/>
                </a:moveTo>
                <a:cubicBezTo>
                  <a:pt x="0" y="30986"/>
                  <a:pt x="30964" y="0"/>
                  <a:pt x="69104" y="0"/>
                </a:cubicBezTo>
                <a:cubicBezTo>
                  <a:pt x="107244" y="0"/>
                  <a:pt x="138208" y="30986"/>
                  <a:pt x="138208" y="69152"/>
                </a:cubicBezTo>
                <a:cubicBezTo>
                  <a:pt x="138207" y="107343"/>
                  <a:pt x="107269" y="138303"/>
                  <a:pt x="69104" y="138303"/>
                </a:cubicBezTo>
                <a:cubicBezTo>
                  <a:pt x="30939" y="138303"/>
                  <a:pt x="1" y="107343"/>
                  <a:pt x="0" y="69152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alpha val="19999"/>
                </a:schemeClr>
              </a:gs>
              <a:gs pos="100000">
                <a:schemeClr val="bg1">
                  <a:alpha val="39999"/>
                </a:schemeClr>
              </a:gs>
            </a:gsLst>
            <a:lin ang="0"/>
          </a:gra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图形"/>
          <p:cNvSpPr/>
          <p:nvPr>
            <p:custDataLst>
              <p:tags r:id="rId53"/>
            </p:custDataLst>
          </p:nvPr>
        </p:nvSpPr>
        <p:spPr>
          <a:xfrm>
            <a:off x="8274991" y="6893621"/>
            <a:ext cx="138205" cy="138299"/>
          </a:xfrm>
          <a:custGeom>
            <a:avLst/>
            <a:gdLst/>
            <a:ahLst/>
            <a:cxnLst/>
            <a:rect l="l" t="t" r="r" b="b"/>
            <a:pathLst>
              <a:path w="138205" h="138299">
                <a:moveTo>
                  <a:pt x="0" y="69152"/>
                </a:moveTo>
                <a:cubicBezTo>
                  <a:pt x="0" y="30986"/>
                  <a:pt x="30964" y="0"/>
                  <a:pt x="69104" y="0"/>
                </a:cubicBezTo>
                <a:cubicBezTo>
                  <a:pt x="107244" y="0"/>
                  <a:pt x="138208" y="30986"/>
                  <a:pt x="138208" y="69152"/>
                </a:cubicBezTo>
                <a:cubicBezTo>
                  <a:pt x="138207" y="107343"/>
                  <a:pt x="107269" y="138303"/>
                  <a:pt x="69104" y="138303"/>
                </a:cubicBezTo>
                <a:cubicBezTo>
                  <a:pt x="30939" y="138303"/>
                  <a:pt x="1" y="107343"/>
                  <a:pt x="0" y="69152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alpha val="19999"/>
                </a:schemeClr>
              </a:gs>
              <a:gs pos="100000">
                <a:schemeClr val="bg1">
                  <a:alpha val="39999"/>
                </a:schemeClr>
              </a:gs>
            </a:gsLst>
            <a:lin ang="0"/>
          </a:gradFill>
        </p:spPr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4" name="直接连接符 99"/>
          <p:cNvCxnSpPr/>
          <p:nvPr>
            <p:custDataLst>
              <p:tags r:id="rId54"/>
            </p:custDataLst>
          </p:nvPr>
        </p:nvCxnSpPr>
        <p:spPr>
          <a:xfrm flipH="1">
            <a:off x="644413" y="718778"/>
            <a:ext cx="0" cy="0"/>
          </a:xfrm>
          <a:prstGeom prst="line">
            <a:avLst/>
          </a:prstGeom>
          <a:ln w="34925">
            <a:solidFill>
              <a:schemeClr val="tx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100"/>
          <p:cNvCxnSpPr/>
          <p:nvPr>
            <p:custDataLst>
              <p:tags r:id="rId55"/>
            </p:custDataLst>
          </p:nvPr>
        </p:nvCxnSpPr>
        <p:spPr>
          <a:xfrm flipH="1">
            <a:off x="635289" y="624558"/>
            <a:ext cx="0" cy="0"/>
          </a:xfrm>
          <a:prstGeom prst="line">
            <a:avLst/>
          </a:prstGeom>
          <a:ln w="34925">
            <a:solidFill>
              <a:schemeClr val="tx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56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等腰三角形 23"/>
          <p:cNvSpPr/>
          <p:nvPr>
            <p:custDataLst>
              <p:tags r:id="rId1"/>
            </p:custDataLst>
          </p:nvPr>
        </p:nvSpPr>
        <p:spPr>
          <a:xfrm rot="16507170">
            <a:off x="9598794" y="3121785"/>
            <a:ext cx="2456710" cy="1244679"/>
          </a:xfrm>
          <a:custGeom>
            <a:avLst/>
            <a:gdLst/>
            <a:ahLst/>
            <a:cxnLst/>
            <a:rect l="l" t="t" r="r" b="b"/>
            <a:pathLst>
              <a:path w="2456710" h="1244679">
                <a:moveTo>
                  <a:pt x="0" y="1244680"/>
                </a:moveTo>
                <a:lnTo>
                  <a:pt x="1228353" y="0"/>
                </a:lnTo>
                <a:lnTo>
                  <a:pt x="2456707" y="1244680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任意多边形: 形状 27"/>
          <p:cNvSpPr/>
          <p:nvPr>
            <p:custDataLst>
              <p:tags r:id="rId2"/>
            </p:custDataLst>
          </p:nvPr>
        </p:nvSpPr>
        <p:spPr>
          <a:xfrm rot="16507170">
            <a:off x="7056166" y="-853133"/>
            <a:ext cx="4023105" cy="5222414"/>
          </a:xfrm>
          <a:custGeom>
            <a:avLst/>
            <a:gdLst/>
            <a:ahLst/>
            <a:cxnLst/>
            <a:rect l="l" t="t" r="r" b="b"/>
            <a:pathLst>
              <a:path w="4023105" h="5222414">
                <a:moveTo>
                  <a:pt x="3555225" y="0"/>
                </a:moveTo>
                <a:lnTo>
                  <a:pt x="4023103" y="5222414"/>
                </a:lnTo>
                <a:lnTo>
                  <a:pt x="0" y="3602469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25"/>
          <p:cNvSpPr/>
          <p:nvPr>
            <p:custDataLst>
              <p:tags r:id="rId3"/>
            </p:custDataLst>
          </p:nvPr>
        </p:nvSpPr>
        <p:spPr>
          <a:xfrm rot="16507170">
            <a:off x="7100455" y="2428068"/>
            <a:ext cx="4165745" cy="4986720"/>
          </a:xfrm>
          <a:custGeom>
            <a:avLst/>
            <a:gdLst/>
            <a:ahLst/>
            <a:cxnLst/>
            <a:rect l="l" t="t" r="r" b="b"/>
            <a:pathLst>
              <a:path w="4165745" h="4986720">
                <a:moveTo>
                  <a:pt x="4165749" y="3409378"/>
                </a:moveTo>
                <a:lnTo>
                  <a:pt x="361931" y="4986718"/>
                </a:lnTo>
                <a:lnTo>
                  <a:pt x="0" y="946937"/>
                </a:lnTo>
                <a:lnTo>
                  <a:pt x="798081" y="0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2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l="30437" r="17126"/>
          <a:stretch>
            <a:fillRect/>
          </a:stretch>
        </p:blipFill>
        <p:spPr>
          <a:xfrm>
            <a:off x="8595904" y="0"/>
            <a:ext cx="3596096" cy="6858000"/>
          </a:xfrm>
          <a:custGeom>
            <a:avLst/>
            <a:gdLst/>
            <a:ahLst/>
            <a:cxnLst/>
            <a:rect l="l" t="t" r="r" b="b"/>
            <a:pathLst>
              <a:path w="3596096" h="6858000">
                <a:moveTo>
                  <a:pt x="1799015" y="0"/>
                </a:moveTo>
                <a:lnTo>
                  <a:pt x="3596097" y="0"/>
                </a:lnTo>
                <a:lnTo>
                  <a:pt x="3596097" y="2236298"/>
                </a:lnTo>
                <a:lnTo>
                  <a:pt x="2004412" y="3549472"/>
                </a:lnTo>
                <a:lnTo>
                  <a:pt x="2296201" y="3903259"/>
                </a:lnTo>
                <a:lnTo>
                  <a:pt x="3596097" y="5478828"/>
                </a:lnTo>
                <a:lnTo>
                  <a:pt x="3596097" y="6858000"/>
                </a:lnTo>
                <a:lnTo>
                  <a:pt x="2888152" y="6858000"/>
                </a:lnTo>
                <a:lnTo>
                  <a:pt x="1198007" y="4809306"/>
                </a:lnTo>
                <a:lnTo>
                  <a:pt x="0" y="3357324"/>
                </a:lnTo>
                <a:lnTo>
                  <a:pt x="2718473" y="1114511"/>
                </a:lnTo>
                <a:close/>
              </a:path>
            </a:pathLst>
          </a:cu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5"/>
          <a:srcRect r="59993" b="68001"/>
          <a:stretch>
            <a:fillRect/>
          </a:stretch>
        </p:blipFill>
        <p:spPr>
          <a:xfrm>
            <a:off x="8360302" y="1"/>
            <a:ext cx="2743666" cy="2194391"/>
          </a:xfrm>
          <a:custGeom>
            <a:avLst/>
            <a:gdLst/>
            <a:ahLst/>
            <a:cxnLst/>
            <a:rect l="l" t="t" r="r" b="b"/>
            <a:pathLst>
              <a:path w="2743666" h="2194391">
                <a:moveTo>
                  <a:pt x="0" y="0"/>
                </a:moveTo>
                <a:lnTo>
                  <a:pt x="1680924" y="0"/>
                </a:lnTo>
                <a:lnTo>
                  <a:pt x="2743667" y="1288294"/>
                </a:lnTo>
                <a:lnTo>
                  <a:pt x="1645253" y="2194388"/>
                </a:lnTo>
                <a:lnTo>
                  <a:pt x="0" y="199949"/>
                </a:lnTo>
                <a:close/>
              </a:path>
            </a:pathLst>
          </a:custGeom>
        </p:spPr>
      </p:pic>
      <p:pic>
        <p:nvPicPr>
          <p:cNvPr id="7" name="图片 22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5"/>
          <a:srcRect l="1610" t="34794" r="44338"/>
          <a:stretch>
            <a:fillRect/>
          </a:stretch>
        </p:blipFill>
        <p:spPr>
          <a:xfrm>
            <a:off x="8485224" y="2386196"/>
            <a:ext cx="3706776" cy="4471805"/>
          </a:xfrm>
          <a:custGeom>
            <a:avLst/>
            <a:gdLst/>
            <a:ahLst/>
            <a:cxnLst/>
            <a:rect l="l" t="t" r="r" b="b"/>
            <a:pathLst>
              <a:path w="3706776" h="4471805">
                <a:moveTo>
                  <a:pt x="3525041" y="0"/>
                </a:moveTo>
                <a:lnTo>
                  <a:pt x="3706778" y="220342"/>
                </a:lnTo>
                <a:lnTo>
                  <a:pt x="3706778" y="2290391"/>
                </a:lnTo>
                <a:lnTo>
                  <a:pt x="2004412" y="3694795"/>
                </a:lnTo>
                <a:lnTo>
                  <a:pt x="2645416" y="4471806"/>
                </a:lnTo>
                <a:lnTo>
                  <a:pt x="799443" y="4471806"/>
                </a:lnTo>
                <a:lnTo>
                  <a:pt x="0" y="3502809"/>
                </a:lnTo>
                <a:lnTo>
                  <a:pt x="2718473" y="1259996"/>
                </a:lnTo>
                <a:lnTo>
                  <a:pt x="2426684" y="906209"/>
                </a:lnTo>
                <a:close/>
              </a:path>
            </a:pathLst>
          </a:custGeom>
        </p:spPr>
      </p:pic>
      <p:sp>
        <p:nvSpPr>
          <p:cNvPr id="8" name="序号"/>
          <p:cNvSpPr txBox="1"/>
          <p:nvPr>
            <p:custDataLst>
              <p:tags r:id="rId8"/>
            </p:custDataLst>
          </p:nvPr>
        </p:nvSpPr>
        <p:spPr>
          <a:xfrm>
            <a:off x="708194" y="1086145"/>
            <a:ext cx="1904999" cy="1259734"/>
          </a:xfrm>
          <a:prstGeom prst="rect">
            <a:avLst/>
          </a:prstGeom>
        </p:spPr>
        <p:txBody>
          <a:bodyPr spcFirstLastPara="0" wrap="square" lIns="51435" tIns="34290" rIns="51435" bIns="3429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7200" b="1" i="0" u="none" strike="noStrike">
                <a:solidFill>
                  <a:schemeClr val="accent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01</a:t>
            </a:r>
            <a:endParaRPr lang="zh-CN" altLang="en-US" sz="7200" b="1" i="0" u="none" strike="noStrike">
              <a:solidFill>
                <a:schemeClr val="accent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9" name="标题"/>
          <p:cNvSpPr txBox="1"/>
          <p:nvPr>
            <p:custDataLst>
              <p:tags r:id="rId9"/>
            </p:custDataLst>
          </p:nvPr>
        </p:nvSpPr>
        <p:spPr>
          <a:xfrm>
            <a:off x="888533" y="2900501"/>
            <a:ext cx="7252697" cy="1881505"/>
          </a:xfrm>
          <a:prstGeom prst="rect">
            <a:avLst/>
          </a:prstGeom>
        </p:spPr>
        <p:txBody>
          <a:bodyPr spcFirstLastPara="0" wrap="square" lIns="51435" tIns="34290" rIns="51435" bIns="34290" rtlCol="0" anchor="b">
            <a:norm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6000" b="0" i="0" u="none" strike="noStrike">
                <a:solidFill>
                  <a:schemeClr val="tx1">
                    <a:alpha val="100000"/>
                  </a:schemeClr>
                </a:solidFill>
                <a:latin typeface="OptimalTitleCircle"/>
                <a:ea typeface="OptimalTitleCircle"/>
              </a:rPr>
              <a:t>公司概况与业务布局</a:t>
            </a:r>
            <a:endParaRPr lang="zh-CN" altLang="en-US" sz="6000" b="0" i="0" u="none" strike="noStrike">
              <a:solidFill>
                <a:schemeClr val="tx1">
                  <a:alpha val="100000"/>
                </a:schemeClr>
              </a:solidFill>
              <a:latin typeface="OptimalTitleCircle"/>
              <a:ea typeface="OptimalTitleCircle"/>
            </a:endParaRPr>
          </a:p>
        </p:txBody>
      </p:sp>
      <p:sp>
        <p:nvSpPr>
          <p:cNvPr id="10" name="副标题"/>
          <p:cNvSpPr txBox="1"/>
          <p:nvPr>
            <p:custDataLst>
              <p:tags r:id="rId10"/>
            </p:custDataLst>
          </p:nvPr>
        </p:nvSpPr>
        <p:spPr>
          <a:xfrm>
            <a:off x="888534" y="4850586"/>
            <a:ext cx="5800154" cy="748030"/>
          </a:xfrm>
          <a:prstGeom prst="rect">
            <a:avLst/>
          </a:prstGeom>
        </p:spPr>
        <p:txBody>
          <a:bodyPr spcFirstLastPara="0" wrap="square" lIns="38576" tIns="34290" rIns="38576" bIns="34290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chemeClr val="bg2">
                    <a:alpha val="100000"/>
                  </a:schemeClr>
                </a:solidFill>
                <a:latin typeface="OptimalTitleCircle"/>
                <a:ea typeface="OptimalTitleCircle"/>
              </a:rPr>
              <a:t>Company Overview and Business Layout</a:t>
            </a:r>
            <a:endParaRPr lang="zh-CN" altLang="en-US" sz="1400" b="0" i="0" u="none" strike="noStrike">
              <a:solidFill>
                <a:schemeClr val="bg2">
                  <a:alpha val="100000"/>
                </a:schemeClr>
              </a:solidFill>
              <a:latin typeface="OptimalTitleCircle"/>
              <a:ea typeface="OptimalTitleCircle"/>
            </a:endParaRPr>
          </a:p>
        </p:txBody>
      </p:sp>
      <p:sp>
        <p:nvSpPr>
          <p:cNvPr id="11" name="箭头: V 形 8"/>
          <p:cNvSpPr/>
          <p:nvPr>
            <p:custDataLst>
              <p:tags r:id="rId11"/>
            </p:custDataLst>
          </p:nvPr>
        </p:nvSpPr>
        <p:spPr>
          <a:xfrm>
            <a:off x="942508" y="2346146"/>
            <a:ext cx="251863" cy="250825"/>
          </a:xfrm>
          <a:custGeom>
            <a:avLst/>
            <a:gdLst/>
            <a:ahLst/>
            <a:cxnLst/>
            <a:rect l="l" t="t" r="r" b="b"/>
            <a:pathLst>
              <a:path w="251863" h="250825">
                <a:moveTo>
                  <a:pt x="0" y="0"/>
                </a:moveTo>
                <a:lnTo>
                  <a:pt x="135407" y="0"/>
                </a:lnTo>
                <a:lnTo>
                  <a:pt x="251860" y="125416"/>
                </a:lnTo>
                <a:lnTo>
                  <a:pt x="135407" y="250822"/>
                </a:lnTo>
                <a:lnTo>
                  <a:pt x="0" y="250822"/>
                </a:lnTo>
                <a:lnTo>
                  <a:pt x="116453" y="125416"/>
                </a:ln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箭头: V 形 16"/>
          <p:cNvSpPr/>
          <p:nvPr>
            <p:custDataLst>
              <p:tags r:id="rId12"/>
            </p:custDataLst>
          </p:nvPr>
        </p:nvSpPr>
        <p:spPr>
          <a:xfrm>
            <a:off x="1149316" y="2346146"/>
            <a:ext cx="251863" cy="250825"/>
          </a:xfrm>
          <a:custGeom>
            <a:avLst/>
            <a:gdLst/>
            <a:ahLst/>
            <a:cxnLst/>
            <a:rect l="l" t="t" r="r" b="b"/>
            <a:pathLst>
              <a:path w="251863" h="250825">
                <a:moveTo>
                  <a:pt x="0" y="0"/>
                </a:moveTo>
                <a:lnTo>
                  <a:pt x="135407" y="0"/>
                </a:lnTo>
                <a:lnTo>
                  <a:pt x="251860" y="125416"/>
                </a:lnTo>
                <a:lnTo>
                  <a:pt x="135407" y="250822"/>
                </a:lnTo>
                <a:lnTo>
                  <a:pt x="0" y="250822"/>
                </a:lnTo>
                <a:lnTo>
                  <a:pt x="116453" y="125416"/>
                </a:ln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箭头: V 形 17"/>
          <p:cNvSpPr/>
          <p:nvPr>
            <p:custDataLst>
              <p:tags r:id="rId13"/>
            </p:custDataLst>
          </p:nvPr>
        </p:nvSpPr>
        <p:spPr>
          <a:xfrm>
            <a:off x="1356124" y="2346146"/>
            <a:ext cx="251863" cy="250825"/>
          </a:xfrm>
          <a:custGeom>
            <a:avLst/>
            <a:gdLst/>
            <a:ahLst/>
            <a:cxnLst/>
            <a:rect l="l" t="t" r="r" b="b"/>
            <a:pathLst>
              <a:path w="251863" h="250825">
                <a:moveTo>
                  <a:pt x="0" y="0"/>
                </a:moveTo>
                <a:lnTo>
                  <a:pt x="135407" y="0"/>
                </a:lnTo>
                <a:lnTo>
                  <a:pt x="251860" y="125416"/>
                </a:lnTo>
                <a:lnTo>
                  <a:pt x="135407" y="250822"/>
                </a:lnTo>
                <a:lnTo>
                  <a:pt x="0" y="250822"/>
                </a:lnTo>
                <a:lnTo>
                  <a:pt x="116453" y="125416"/>
                </a:ln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装饰2-[2]【1】"/>
          <p:cNvSpPr/>
          <p:nvPr>
            <p:custDataLst>
              <p:tags r:id="rId1"/>
            </p:custDataLst>
          </p:nvPr>
        </p:nvSpPr>
        <p:spPr>
          <a:xfrm>
            <a:off x="5882031" y="1600842"/>
            <a:ext cx="5903088" cy="3993266"/>
          </a:xfrm>
          <a:custGeom>
            <a:avLst/>
            <a:gdLst/>
            <a:ahLst/>
            <a:cxnLst/>
            <a:rect l="l" t="t" r="r" b="b"/>
            <a:pathLst>
              <a:path w="5903089" h="3993266">
                <a:moveTo>
                  <a:pt x="473707" y="0"/>
                </a:moveTo>
                <a:lnTo>
                  <a:pt x="5498830" y="0"/>
                </a:lnTo>
                <a:cubicBezTo>
                  <a:pt x="5589566" y="0"/>
                  <a:pt x="5667422" y="55169"/>
                  <a:pt x="5700674" y="133798"/>
                </a:cubicBezTo>
                <a:lnTo>
                  <a:pt x="5711695" y="188376"/>
                </a:lnTo>
                <a:lnTo>
                  <a:pt x="5725058" y="189728"/>
                </a:lnTo>
                <a:cubicBezTo>
                  <a:pt x="5826662" y="210512"/>
                  <a:pt x="5903090" y="300418"/>
                  <a:pt x="5903090" y="408165"/>
                </a:cubicBezTo>
                <a:lnTo>
                  <a:pt x="5903090" y="3619833"/>
                </a:lnTo>
                <a:cubicBezTo>
                  <a:pt x="5903090" y="3727580"/>
                  <a:pt x="5826662" y="3817477"/>
                  <a:pt x="5725058" y="3838270"/>
                </a:cubicBezTo>
                <a:lnTo>
                  <a:pt x="5704542" y="3840337"/>
                </a:lnTo>
                <a:lnTo>
                  <a:pt x="5700674" y="3859473"/>
                </a:lnTo>
                <a:cubicBezTo>
                  <a:pt x="5667422" y="3938102"/>
                  <a:pt x="5589566" y="3993270"/>
                  <a:pt x="5498830" y="3993270"/>
                </a:cubicBezTo>
                <a:lnTo>
                  <a:pt x="473707" y="3993270"/>
                </a:lnTo>
                <a:cubicBezTo>
                  <a:pt x="382972" y="3993270"/>
                  <a:pt x="305114" y="3938102"/>
                  <a:pt x="271863" y="3859473"/>
                </a:cubicBezTo>
                <a:lnTo>
                  <a:pt x="268491" y="3842794"/>
                </a:lnTo>
                <a:lnTo>
                  <a:pt x="222971" y="3842794"/>
                </a:lnTo>
                <a:cubicBezTo>
                  <a:pt x="99822" y="3842794"/>
                  <a:pt x="0" y="3742973"/>
                  <a:pt x="0" y="3619833"/>
                </a:cubicBezTo>
                <a:lnTo>
                  <a:pt x="0" y="408165"/>
                </a:lnTo>
                <a:cubicBezTo>
                  <a:pt x="0" y="285017"/>
                  <a:pt x="99822" y="185195"/>
                  <a:pt x="222971" y="185195"/>
                </a:cubicBezTo>
                <a:lnTo>
                  <a:pt x="261480" y="185195"/>
                </a:lnTo>
                <a:lnTo>
                  <a:pt x="271863" y="133798"/>
                </a:lnTo>
                <a:cubicBezTo>
                  <a:pt x="305114" y="55169"/>
                  <a:pt x="382972" y="0"/>
                  <a:pt x="473707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0503" b="20503"/>
          <a:stretch>
            <a:fillRect/>
          </a:stretch>
        </p:blipFill>
        <p:spPr>
          <a:xfrm>
            <a:off x="5615812" y="1751314"/>
            <a:ext cx="5903088" cy="3993266"/>
          </a:xfrm>
          <a:custGeom>
            <a:avLst/>
            <a:gdLst/>
            <a:ahLst/>
            <a:cxnLst/>
            <a:rect l="l" t="t" r="r" b="b"/>
            <a:pathLst>
              <a:path w="5903089" h="3993266">
                <a:moveTo>
                  <a:pt x="358169" y="23136"/>
                </a:moveTo>
                <a:cubicBezTo>
                  <a:pt x="282121" y="81582"/>
                  <a:pt x="259032" y="108414"/>
                  <a:pt x="256413" y="141427"/>
                </a:cubicBezTo>
                <a:cubicBezTo>
                  <a:pt x="253851" y="173746"/>
                  <a:pt x="252784" y="174508"/>
                  <a:pt x="195844" y="184785"/>
                </a:cubicBezTo>
                <a:cubicBezTo>
                  <a:pt x="123625" y="197815"/>
                  <a:pt x="80181" y="214579"/>
                  <a:pt x="51311" y="240563"/>
                </a:cubicBezTo>
                <a:cubicBezTo>
                  <a:pt x="0" y="286750"/>
                  <a:pt x="2191" y="207197"/>
                  <a:pt x="2191" y="2023158"/>
                </a:cubicBezTo>
                <a:lnTo>
                  <a:pt x="2191" y="3705520"/>
                </a:lnTo>
                <a:lnTo>
                  <a:pt x="29575" y="3746202"/>
                </a:lnTo>
                <a:cubicBezTo>
                  <a:pt x="63036" y="3795903"/>
                  <a:pt x="127454" y="3840680"/>
                  <a:pt x="167735" y="3842242"/>
                </a:cubicBezTo>
                <a:cubicBezTo>
                  <a:pt x="225847" y="3844490"/>
                  <a:pt x="247917" y="3855977"/>
                  <a:pt x="285102" y="3903298"/>
                </a:cubicBezTo>
                <a:cubicBezTo>
                  <a:pt x="305638" y="3929424"/>
                  <a:pt x="337252" y="3958238"/>
                  <a:pt x="355359" y="3967344"/>
                </a:cubicBezTo>
                <a:cubicBezTo>
                  <a:pt x="386315" y="3982898"/>
                  <a:pt x="542468" y="3984174"/>
                  <a:pt x="2979801" y="3988794"/>
                </a:cubicBezTo>
                <a:cubicBezTo>
                  <a:pt x="5338744" y="3993261"/>
                  <a:pt x="5574192" y="3992346"/>
                  <a:pt x="5603368" y="3978536"/>
                </a:cubicBezTo>
                <a:cubicBezTo>
                  <a:pt x="5639876" y="3961247"/>
                  <a:pt x="5712428" y="3886753"/>
                  <a:pt x="5712428" y="3866550"/>
                </a:cubicBezTo>
                <a:cubicBezTo>
                  <a:pt x="5712428" y="3852072"/>
                  <a:pt x="5729526" y="3841490"/>
                  <a:pt x="5801344" y="3811514"/>
                </a:cubicBezTo>
                <a:cubicBezTo>
                  <a:pt x="5835720" y="3797170"/>
                  <a:pt x="5854418" y="3781225"/>
                  <a:pt x="5875230" y="3748488"/>
                </a:cubicBezTo>
                <a:lnTo>
                  <a:pt x="5903090" y="3704653"/>
                </a:lnTo>
                <a:lnTo>
                  <a:pt x="5903090" y="335766"/>
                </a:lnTo>
                <a:lnTo>
                  <a:pt x="5874620" y="290970"/>
                </a:lnTo>
                <a:cubicBezTo>
                  <a:pt x="5845902" y="245793"/>
                  <a:pt x="5770921" y="189376"/>
                  <a:pt x="5739594" y="189376"/>
                </a:cubicBezTo>
                <a:cubicBezTo>
                  <a:pt x="5727849" y="189376"/>
                  <a:pt x="5720868" y="178975"/>
                  <a:pt x="5716295" y="154648"/>
                </a:cubicBezTo>
                <a:cubicBezTo>
                  <a:pt x="5708456" y="112966"/>
                  <a:pt x="5656307" y="52502"/>
                  <a:pt x="5606215" y="27003"/>
                </a:cubicBezTo>
                <a:cubicBezTo>
                  <a:pt x="5570972" y="9068"/>
                  <a:pt x="5514412" y="8572"/>
                  <a:pt x="2979239" y="4334"/>
                </a:cubicBezTo>
                <a:lnTo>
                  <a:pt x="388277" y="0"/>
                </a:lnTo>
                <a:close/>
              </a:path>
            </a:pathLst>
          </a:custGeom>
        </p:spPr>
      </p:pic>
      <p:sp>
        <p:nvSpPr>
          <p:cNvPr id="4" name="装饰1-[1]【1】"/>
          <p:cNvSpPr/>
          <p:nvPr>
            <p:custDataLst>
              <p:tags r:id="rId4"/>
            </p:custDataLst>
          </p:nvPr>
        </p:nvSpPr>
        <p:spPr>
          <a:xfrm>
            <a:off x="5371619" y="1924934"/>
            <a:ext cx="5945038" cy="3964832"/>
          </a:xfrm>
          <a:custGeom>
            <a:avLst/>
            <a:gdLst/>
            <a:ahLst/>
            <a:cxnLst/>
            <a:rect l="l" t="t" r="r" b="b"/>
            <a:pathLst>
              <a:path w="5945038" h="3964832">
                <a:moveTo>
                  <a:pt x="477069" y="0"/>
                </a:moveTo>
                <a:lnTo>
                  <a:pt x="5537912" y="0"/>
                </a:lnTo>
                <a:cubicBezTo>
                  <a:pt x="5629294" y="0"/>
                  <a:pt x="5707694" y="54778"/>
                  <a:pt x="5741194" y="132836"/>
                </a:cubicBezTo>
                <a:lnTo>
                  <a:pt x="5752290" y="187033"/>
                </a:lnTo>
                <a:lnTo>
                  <a:pt x="5765740" y="188376"/>
                </a:lnTo>
                <a:cubicBezTo>
                  <a:pt x="5868066" y="209017"/>
                  <a:pt x="5945038" y="298275"/>
                  <a:pt x="5945038" y="405260"/>
                </a:cubicBezTo>
                <a:lnTo>
                  <a:pt x="5945038" y="3594059"/>
                </a:lnTo>
                <a:cubicBezTo>
                  <a:pt x="5945038" y="3701034"/>
                  <a:pt x="5868066" y="3790293"/>
                  <a:pt x="5765740" y="3810933"/>
                </a:cubicBezTo>
                <a:lnTo>
                  <a:pt x="5745080" y="3812991"/>
                </a:lnTo>
                <a:lnTo>
                  <a:pt x="5741194" y="3831993"/>
                </a:lnTo>
                <a:cubicBezTo>
                  <a:pt x="5707694" y="3910060"/>
                  <a:pt x="5629294" y="3964829"/>
                  <a:pt x="5537912" y="3964829"/>
                </a:cubicBezTo>
                <a:lnTo>
                  <a:pt x="477069" y="3964829"/>
                </a:lnTo>
                <a:cubicBezTo>
                  <a:pt x="385686" y="3964829"/>
                  <a:pt x="307286" y="3910060"/>
                  <a:pt x="273787" y="3831993"/>
                </a:cubicBezTo>
                <a:lnTo>
                  <a:pt x="270396" y="3815439"/>
                </a:lnTo>
                <a:lnTo>
                  <a:pt x="224552" y="3815439"/>
                </a:lnTo>
                <a:cubicBezTo>
                  <a:pt x="100536" y="3815439"/>
                  <a:pt x="0" y="3716322"/>
                  <a:pt x="0" y="3594059"/>
                </a:cubicBezTo>
                <a:lnTo>
                  <a:pt x="0" y="405260"/>
                </a:lnTo>
                <a:cubicBezTo>
                  <a:pt x="0" y="282988"/>
                  <a:pt x="100536" y="183880"/>
                  <a:pt x="224552" y="183880"/>
                </a:cubicBezTo>
                <a:lnTo>
                  <a:pt x="263338" y="183880"/>
                </a:lnTo>
                <a:lnTo>
                  <a:pt x="273787" y="132836"/>
                </a:lnTo>
                <a:cubicBezTo>
                  <a:pt x="307286" y="54778"/>
                  <a:pt x="385686" y="0"/>
                  <a:pt x="477069" y="0"/>
                </a:cubicBezTo>
                <a:close/>
              </a:path>
            </a:pathLst>
          </a:custGeom>
          <a:ln w="25400">
            <a:solidFill>
              <a:schemeClr val="accent2"/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子标题1-[1]【1】"/>
          <p:cNvSpPr txBox="1"/>
          <p:nvPr>
            <p:custDataLst>
              <p:tags r:id="rId5"/>
            </p:custDataLst>
          </p:nvPr>
        </p:nvSpPr>
        <p:spPr>
          <a:xfrm>
            <a:off x="660401" y="1358632"/>
            <a:ext cx="4160877" cy="388573"/>
          </a:xfrm>
          <a:prstGeom prst="rect">
            <a:avLst/>
          </a:prstGeom>
        </p:spPr>
        <p:txBody>
          <a:bodyPr spcFirstLastPara="0" wrap="square" lIns="0" tIns="0" rIns="0" bIns="0" rtlCol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600" b="1" i="0" u="none" strike="noStrike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幼圆" panose="02010509060101010101" charset="-122"/>
                <a:ea typeface="幼圆" panose="02010509060101010101" charset="-122"/>
              </a:rPr>
              <a:t>公司背景与使命</a:t>
            </a:r>
            <a:endParaRPr lang="zh-CN" altLang="en-US" sz="1600" b="1" i="0" u="none" strike="noStrike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6" name="子内容1-[1]【1】"/>
          <p:cNvSpPr txBox="1"/>
          <p:nvPr>
            <p:custDataLst>
              <p:tags r:id="rId6"/>
            </p:custDataLst>
          </p:nvPr>
        </p:nvSpPr>
        <p:spPr>
          <a:xfrm>
            <a:off x="660401" y="1672831"/>
            <a:ext cx="4163224" cy="1224000"/>
          </a:xfrm>
          <a:prstGeom prst="rect">
            <a:avLst/>
          </a:prstGeom>
        </p:spPr>
        <p:txBody>
          <a:bodyPr spcFirstLastPara="0" wrap="square" lIns="0" tIns="0" rIns="0" bIns="0" rtlCol="0" anchor="t">
            <a:noAutofit/>
          </a:bodyPr>
          <a:lstStyle/>
          <a:p>
            <a:pPr indent="0" algn="l" fontAlgn="auto">
              <a:lnSpc>
                <a:spcPct val="150000"/>
              </a:lnSpc>
            </a:pPr>
            <a:r>
              <a:rPr lang="zh-CN" altLang="en-US" sz="1400" b="0" i="0" u="none" strike="noStrike">
                <a:solidFill>
                  <a:schemeClr val="bg2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湖北厚爱健康管理有限公司，秉持“健康为本，爱满家园”的宗旨，致力于构建医疗信息化、智慧健康、社区服务与智慧养老的融合生态，全面覆盖健康需求，提升生活品质。
</a:t>
            </a:r>
            <a:endParaRPr lang="zh-CN" altLang="en-US" sz="1400" b="0" i="0" u="none" strike="noStrike">
              <a:solidFill>
                <a:schemeClr val="bg2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7" name="子标题2-[2]【1】"/>
          <p:cNvSpPr txBox="1"/>
          <p:nvPr>
            <p:custDataLst>
              <p:tags r:id="rId7"/>
            </p:custDataLst>
          </p:nvPr>
        </p:nvSpPr>
        <p:spPr>
          <a:xfrm>
            <a:off x="660401" y="3031829"/>
            <a:ext cx="4160877" cy="446446"/>
          </a:xfrm>
          <a:prstGeom prst="rect">
            <a:avLst/>
          </a:prstGeom>
        </p:spPr>
        <p:txBody>
          <a:bodyPr spcFirstLastPara="0" wrap="square" lIns="0" tIns="0" rIns="0" bIns="0" rtlCol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600" b="1" i="0" u="none" strike="noStrike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幼圆" panose="02010509060101010101" charset="-122"/>
                <a:ea typeface="幼圆" panose="02010509060101010101" charset="-122"/>
              </a:rPr>
              <a:t>总部地点与办公环境</a:t>
            </a:r>
            <a:endParaRPr lang="zh-CN" altLang="en-US" sz="1600" b="1" i="0" u="none" strike="noStrike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8" name="子内容2-[2]【1】"/>
          <p:cNvSpPr txBox="1"/>
          <p:nvPr>
            <p:custDataLst>
              <p:tags r:id="rId8"/>
            </p:custDataLst>
          </p:nvPr>
        </p:nvSpPr>
        <p:spPr>
          <a:xfrm>
            <a:off x="660400" y="3401377"/>
            <a:ext cx="4168617" cy="1224000"/>
          </a:xfrm>
          <a:prstGeom prst="rect">
            <a:avLst/>
          </a:prstGeom>
        </p:spPr>
        <p:txBody>
          <a:bodyPr spcFirstLastPara="0" wrap="square" lIns="0" tIns="0" rIns="0" bIns="0" rtlCol="0" anchor="t">
            <a:normAutofit lnSpcReduction="10000"/>
          </a:bodyPr>
          <a:lstStyle/>
          <a:p>
            <a:pPr indent="0" algn="l" fontAlgn="auto">
              <a:lnSpc>
                <a:spcPct val="150000"/>
              </a:lnSpc>
            </a:pPr>
            <a:r>
              <a:rPr lang="zh-CN" altLang="en-US" sz="1400" b="0" i="0" u="none" strike="noStrike">
                <a:solidFill>
                  <a:schemeClr val="bg2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公司坐落于武汉，拥有宽敞明亮的办公区域，不仅配备了先进的智能办公系统，还营造了温馨舒适的工作氛围，吸引并培养了众多才华横溢的专业人才。
</a:t>
            </a:r>
            <a:endParaRPr lang="zh-CN" altLang="en-US" sz="1400" b="0" i="0" u="none" strike="noStrike">
              <a:solidFill>
                <a:schemeClr val="bg2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9" name="子标题3-[3]【1】"/>
          <p:cNvSpPr txBox="1"/>
          <p:nvPr>
            <p:custDataLst>
              <p:tags r:id="rId9"/>
            </p:custDataLst>
          </p:nvPr>
        </p:nvSpPr>
        <p:spPr>
          <a:xfrm>
            <a:off x="660401" y="4644094"/>
            <a:ext cx="4160877" cy="446446"/>
          </a:xfrm>
          <a:prstGeom prst="rect">
            <a:avLst/>
          </a:prstGeom>
        </p:spPr>
        <p:txBody>
          <a:bodyPr spcFirstLastPara="0" wrap="square" lIns="0" tIns="0" rIns="0" bIns="0" rtlCol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600" b="1" i="0" u="none" strike="noStrike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幼圆" panose="02010509060101010101" charset="-122"/>
                <a:ea typeface="幼圆" panose="02010509060101010101" charset="-122"/>
              </a:rPr>
              <a:t>团队构成与优势</a:t>
            </a:r>
            <a:endParaRPr lang="zh-CN" altLang="en-US" sz="1600" b="1" i="0" u="none" strike="noStrike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0" name="子内容3-[3]【1】"/>
          <p:cNvSpPr txBox="1"/>
          <p:nvPr>
            <p:custDataLst>
              <p:tags r:id="rId10"/>
            </p:custDataLst>
          </p:nvPr>
        </p:nvSpPr>
        <p:spPr>
          <a:xfrm>
            <a:off x="660400" y="5013642"/>
            <a:ext cx="4168617" cy="1224000"/>
          </a:xfrm>
          <a:prstGeom prst="rect">
            <a:avLst/>
          </a:prstGeom>
        </p:spPr>
        <p:txBody>
          <a:bodyPr spcFirstLastPara="0" wrap="square" lIns="0" tIns="0" rIns="0" bIns="0" rtlCol="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200" b="0" i="0" u="none" strike="noStrike">
                <a:solidFill>
                  <a:schemeClr val="bg2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公司汇聚了一支由行业资深人士领衔的精英团队，他们平均拥有超过</a:t>
            </a:r>
            <a:r>
              <a:rPr lang="zh-CN" altLang="en-US" sz="1200" b="1" i="0" u="none" strike="noStrike">
                <a:solidFill>
                  <a:srgbClr val="19675C">
                    <a:alpha val="100000"/>
                  </a:srgbClr>
                </a:solidFill>
                <a:latin typeface="幼圆" panose="02010509060101010101" charset="-122"/>
                <a:ea typeface="幼圆" panose="02010509060101010101" charset="-122"/>
              </a:rPr>
              <a:t>10</a:t>
            </a:r>
            <a:r>
              <a:rPr lang="zh-CN" altLang="en-US" sz="1200" b="0" i="0" u="none" strike="noStrike">
                <a:solidFill>
                  <a:schemeClr val="bg2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年的深厚经验，专攻健康管理领域。凭借卓越的专业知识和创新能力，我们不断推动行业进步，为客户提供高效、前沿的解决方案。
</a:t>
            </a:r>
            <a:endParaRPr lang="zh-CN" altLang="en-US" sz="1200" b="0" i="0" u="none" strike="noStrike">
              <a:solidFill>
                <a:schemeClr val="bg2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1" name="装饰1-子标题1-[1]【1】"/>
          <p:cNvSpPr/>
          <p:nvPr>
            <p:custDataLst>
              <p:tags r:id="rId11"/>
            </p:custDataLst>
          </p:nvPr>
        </p:nvSpPr>
        <p:spPr>
          <a:xfrm>
            <a:off x="4580238" y="1452465"/>
            <a:ext cx="172994" cy="252653"/>
          </a:xfrm>
          <a:custGeom>
            <a:avLst/>
            <a:gdLst/>
            <a:ahLst/>
            <a:cxnLst/>
            <a:rect l="l" t="t" r="r" b="b"/>
            <a:pathLst>
              <a:path w="172994" h="252653">
                <a:moveTo>
                  <a:pt x="0" y="0"/>
                </a:moveTo>
                <a:lnTo>
                  <a:pt x="172993" y="0"/>
                </a:lnTo>
                <a:lnTo>
                  <a:pt x="172993" y="252651"/>
                </a:lnTo>
                <a:lnTo>
                  <a:pt x="0" y="252651"/>
                </a:ln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装饰2-子标题2-[2]【1】"/>
          <p:cNvSpPr/>
          <p:nvPr>
            <p:custDataLst>
              <p:tags r:id="rId12"/>
            </p:custDataLst>
          </p:nvPr>
        </p:nvSpPr>
        <p:spPr>
          <a:xfrm>
            <a:off x="4580238" y="3140050"/>
            <a:ext cx="172994" cy="252653"/>
          </a:xfrm>
          <a:custGeom>
            <a:avLst/>
            <a:gdLst/>
            <a:ahLst/>
            <a:cxnLst/>
            <a:rect l="l" t="t" r="r" b="b"/>
            <a:pathLst>
              <a:path w="172994" h="252653">
                <a:moveTo>
                  <a:pt x="0" y="0"/>
                </a:moveTo>
                <a:lnTo>
                  <a:pt x="172993" y="0"/>
                </a:lnTo>
                <a:lnTo>
                  <a:pt x="172993" y="252651"/>
                </a:lnTo>
                <a:lnTo>
                  <a:pt x="0" y="252651"/>
                </a:ln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装饰3-子标题3-[3]【1】"/>
          <p:cNvSpPr/>
          <p:nvPr>
            <p:custDataLst>
              <p:tags r:id="rId13"/>
            </p:custDataLst>
          </p:nvPr>
        </p:nvSpPr>
        <p:spPr>
          <a:xfrm>
            <a:off x="4580238" y="4760989"/>
            <a:ext cx="172994" cy="252653"/>
          </a:xfrm>
          <a:custGeom>
            <a:avLst/>
            <a:gdLst/>
            <a:ahLst/>
            <a:cxnLst/>
            <a:rect l="l" t="t" r="r" b="b"/>
            <a:pathLst>
              <a:path w="172994" h="252653">
                <a:moveTo>
                  <a:pt x="0" y="0"/>
                </a:moveTo>
                <a:lnTo>
                  <a:pt x="172993" y="0"/>
                </a:lnTo>
                <a:lnTo>
                  <a:pt x="172993" y="252651"/>
                </a:lnTo>
                <a:lnTo>
                  <a:pt x="0" y="252651"/>
                </a:ln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标题"/>
          <p:cNvSpPr txBox="1"/>
          <p:nvPr>
            <p:custDataLst>
              <p:tags r:id="rId14"/>
            </p:custDataLst>
          </p:nvPr>
        </p:nvSpPr>
        <p:spPr>
          <a:xfrm>
            <a:off x="336884" y="196145"/>
            <a:ext cx="11058507" cy="720348"/>
          </a:xfrm>
          <a:prstGeom prst="rect">
            <a:avLst/>
          </a:prstGeom>
        </p:spPr>
        <p:txBody>
          <a:bodyPr spcFirstLastPara="0" wrap="square" lIns="51435" tIns="34290" rIns="51435" bIns="34290" rtlCol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3200" b="0" i="0" u="none" strike="noStrike">
                <a:solidFill>
                  <a:schemeClr val="tx1">
                    <a:alpha val="100000"/>
                  </a:schemeClr>
                </a:solidFill>
                <a:latin typeface="OptimalTitleCircle"/>
                <a:ea typeface="OptimalTitleCircle"/>
              </a:rPr>
              <a:t>公司基本信息</a:t>
            </a:r>
            <a:endParaRPr lang="zh-CN" altLang="en-US" sz="3200" b="0" i="0" u="none" strike="noStrike">
              <a:solidFill>
                <a:schemeClr val="tx1">
                  <a:alpha val="100000"/>
                </a:schemeClr>
              </a:solidFill>
              <a:latin typeface="OptimalTitleCircle"/>
              <a:ea typeface="OptimalTitleCircle"/>
            </a:endParaRPr>
          </a:p>
        </p:txBody>
      </p:sp>
    </p:spTree>
    <p:custDataLst>
      <p:tags r:id="rId15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等腰三角形 23"/>
          <p:cNvSpPr/>
          <p:nvPr>
            <p:custDataLst>
              <p:tags r:id="rId1"/>
            </p:custDataLst>
          </p:nvPr>
        </p:nvSpPr>
        <p:spPr>
          <a:xfrm rot="16507170">
            <a:off x="9598794" y="3121785"/>
            <a:ext cx="2456710" cy="1244679"/>
          </a:xfrm>
          <a:custGeom>
            <a:avLst/>
            <a:gdLst/>
            <a:ahLst/>
            <a:cxnLst/>
            <a:rect l="l" t="t" r="r" b="b"/>
            <a:pathLst>
              <a:path w="2456710" h="1244679">
                <a:moveTo>
                  <a:pt x="0" y="1244680"/>
                </a:moveTo>
                <a:lnTo>
                  <a:pt x="1228353" y="0"/>
                </a:lnTo>
                <a:lnTo>
                  <a:pt x="2456707" y="1244680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任意多边形: 形状 27"/>
          <p:cNvSpPr/>
          <p:nvPr>
            <p:custDataLst>
              <p:tags r:id="rId2"/>
            </p:custDataLst>
          </p:nvPr>
        </p:nvSpPr>
        <p:spPr>
          <a:xfrm rot="16507170">
            <a:off x="7056166" y="-853133"/>
            <a:ext cx="4023105" cy="5222414"/>
          </a:xfrm>
          <a:custGeom>
            <a:avLst/>
            <a:gdLst/>
            <a:ahLst/>
            <a:cxnLst/>
            <a:rect l="l" t="t" r="r" b="b"/>
            <a:pathLst>
              <a:path w="4023105" h="5222414">
                <a:moveTo>
                  <a:pt x="3555225" y="0"/>
                </a:moveTo>
                <a:lnTo>
                  <a:pt x="4023103" y="5222414"/>
                </a:lnTo>
                <a:lnTo>
                  <a:pt x="0" y="3602469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25"/>
          <p:cNvSpPr/>
          <p:nvPr>
            <p:custDataLst>
              <p:tags r:id="rId3"/>
            </p:custDataLst>
          </p:nvPr>
        </p:nvSpPr>
        <p:spPr>
          <a:xfrm rot="16507170">
            <a:off x="7100455" y="2428068"/>
            <a:ext cx="4165745" cy="4986720"/>
          </a:xfrm>
          <a:custGeom>
            <a:avLst/>
            <a:gdLst/>
            <a:ahLst/>
            <a:cxnLst/>
            <a:rect l="l" t="t" r="r" b="b"/>
            <a:pathLst>
              <a:path w="4165745" h="4986720">
                <a:moveTo>
                  <a:pt x="4165749" y="3409378"/>
                </a:moveTo>
                <a:lnTo>
                  <a:pt x="361931" y="4986718"/>
                </a:lnTo>
                <a:lnTo>
                  <a:pt x="0" y="946937"/>
                </a:lnTo>
                <a:lnTo>
                  <a:pt x="798081" y="0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2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l="30437" r="17126"/>
          <a:stretch>
            <a:fillRect/>
          </a:stretch>
        </p:blipFill>
        <p:spPr>
          <a:xfrm>
            <a:off x="8595904" y="0"/>
            <a:ext cx="3596096" cy="6858000"/>
          </a:xfrm>
          <a:custGeom>
            <a:avLst/>
            <a:gdLst/>
            <a:ahLst/>
            <a:cxnLst/>
            <a:rect l="l" t="t" r="r" b="b"/>
            <a:pathLst>
              <a:path w="3596096" h="6858000">
                <a:moveTo>
                  <a:pt x="1799015" y="0"/>
                </a:moveTo>
                <a:lnTo>
                  <a:pt x="3596097" y="0"/>
                </a:lnTo>
                <a:lnTo>
                  <a:pt x="3596097" y="2236298"/>
                </a:lnTo>
                <a:lnTo>
                  <a:pt x="2004412" y="3549472"/>
                </a:lnTo>
                <a:lnTo>
                  <a:pt x="2296201" y="3903259"/>
                </a:lnTo>
                <a:lnTo>
                  <a:pt x="3596097" y="5478828"/>
                </a:lnTo>
                <a:lnTo>
                  <a:pt x="3596097" y="6858000"/>
                </a:lnTo>
                <a:lnTo>
                  <a:pt x="2888152" y="6858000"/>
                </a:lnTo>
                <a:lnTo>
                  <a:pt x="1198007" y="4809306"/>
                </a:lnTo>
                <a:lnTo>
                  <a:pt x="0" y="3357324"/>
                </a:lnTo>
                <a:lnTo>
                  <a:pt x="2718473" y="1114511"/>
                </a:lnTo>
                <a:close/>
              </a:path>
            </a:pathLst>
          </a:cu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5"/>
          <a:srcRect r="59993" b="68001"/>
          <a:stretch>
            <a:fillRect/>
          </a:stretch>
        </p:blipFill>
        <p:spPr>
          <a:xfrm>
            <a:off x="8360302" y="1"/>
            <a:ext cx="2743666" cy="2194391"/>
          </a:xfrm>
          <a:custGeom>
            <a:avLst/>
            <a:gdLst/>
            <a:ahLst/>
            <a:cxnLst/>
            <a:rect l="l" t="t" r="r" b="b"/>
            <a:pathLst>
              <a:path w="2743666" h="2194391">
                <a:moveTo>
                  <a:pt x="0" y="0"/>
                </a:moveTo>
                <a:lnTo>
                  <a:pt x="1680924" y="0"/>
                </a:lnTo>
                <a:lnTo>
                  <a:pt x="2743667" y="1288294"/>
                </a:lnTo>
                <a:lnTo>
                  <a:pt x="1645253" y="2194388"/>
                </a:lnTo>
                <a:lnTo>
                  <a:pt x="0" y="199949"/>
                </a:lnTo>
                <a:close/>
              </a:path>
            </a:pathLst>
          </a:custGeom>
        </p:spPr>
      </p:pic>
      <p:pic>
        <p:nvPicPr>
          <p:cNvPr id="7" name="图片 22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5"/>
          <a:srcRect l="1610" t="34794" r="44338"/>
          <a:stretch>
            <a:fillRect/>
          </a:stretch>
        </p:blipFill>
        <p:spPr>
          <a:xfrm>
            <a:off x="8485224" y="2386196"/>
            <a:ext cx="3706776" cy="4471805"/>
          </a:xfrm>
          <a:custGeom>
            <a:avLst/>
            <a:gdLst/>
            <a:ahLst/>
            <a:cxnLst/>
            <a:rect l="l" t="t" r="r" b="b"/>
            <a:pathLst>
              <a:path w="3706776" h="4471805">
                <a:moveTo>
                  <a:pt x="3525041" y="0"/>
                </a:moveTo>
                <a:lnTo>
                  <a:pt x="3706778" y="220342"/>
                </a:lnTo>
                <a:lnTo>
                  <a:pt x="3706778" y="2290391"/>
                </a:lnTo>
                <a:lnTo>
                  <a:pt x="2004412" y="3694795"/>
                </a:lnTo>
                <a:lnTo>
                  <a:pt x="2645416" y="4471806"/>
                </a:lnTo>
                <a:lnTo>
                  <a:pt x="799443" y="4471806"/>
                </a:lnTo>
                <a:lnTo>
                  <a:pt x="0" y="3502809"/>
                </a:lnTo>
                <a:lnTo>
                  <a:pt x="2718473" y="1259996"/>
                </a:lnTo>
                <a:lnTo>
                  <a:pt x="2426684" y="906209"/>
                </a:lnTo>
                <a:close/>
              </a:path>
            </a:pathLst>
          </a:custGeom>
        </p:spPr>
      </p:pic>
      <p:sp>
        <p:nvSpPr>
          <p:cNvPr id="8" name="序号"/>
          <p:cNvSpPr txBox="1"/>
          <p:nvPr>
            <p:custDataLst>
              <p:tags r:id="rId8"/>
            </p:custDataLst>
          </p:nvPr>
        </p:nvSpPr>
        <p:spPr>
          <a:xfrm>
            <a:off x="708194" y="1086145"/>
            <a:ext cx="1904999" cy="1259734"/>
          </a:xfrm>
          <a:prstGeom prst="rect">
            <a:avLst/>
          </a:prstGeom>
        </p:spPr>
        <p:txBody>
          <a:bodyPr spcFirstLastPara="0" wrap="square" lIns="51435" tIns="34290" rIns="51435" bIns="3429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7200" b="1" i="0" u="none" strike="noStrike">
                <a:solidFill>
                  <a:schemeClr val="accent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02</a:t>
            </a:r>
            <a:endParaRPr lang="zh-CN" altLang="en-US" sz="7200" b="1" i="0" u="none" strike="noStrike">
              <a:solidFill>
                <a:schemeClr val="accent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9" name="标题"/>
          <p:cNvSpPr txBox="1"/>
          <p:nvPr>
            <p:custDataLst>
              <p:tags r:id="rId9"/>
            </p:custDataLst>
          </p:nvPr>
        </p:nvSpPr>
        <p:spPr>
          <a:xfrm>
            <a:off x="888533" y="2900501"/>
            <a:ext cx="7252697" cy="1881505"/>
          </a:xfrm>
          <a:prstGeom prst="rect">
            <a:avLst/>
          </a:prstGeom>
        </p:spPr>
        <p:txBody>
          <a:bodyPr spcFirstLastPara="0" wrap="square" lIns="51435" tIns="34290" rIns="51435" bIns="34290" rtlCol="0" anchor="b">
            <a:norm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6000" b="0" i="0" u="none" strike="noStrike">
                <a:solidFill>
                  <a:schemeClr val="tx1">
                    <a:alpha val="100000"/>
                  </a:schemeClr>
                </a:solidFill>
                <a:latin typeface="OptimalTitleCircle"/>
                <a:ea typeface="OptimalTitleCircle"/>
              </a:rPr>
              <a:t>医疗信息化软件服务</a:t>
            </a:r>
            <a:endParaRPr lang="zh-CN" altLang="en-US" sz="6000" b="0" i="0" u="none" strike="noStrike">
              <a:solidFill>
                <a:schemeClr val="tx1">
                  <a:alpha val="100000"/>
                </a:schemeClr>
              </a:solidFill>
              <a:latin typeface="OptimalTitleCircle"/>
              <a:ea typeface="OptimalTitleCircle"/>
            </a:endParaRPr>
          </a:p>
        </p:txBody>
      </p:sp>
      <p:sp>
        <p:nvSpPr>
          <p:cNvPr id="10" name="副标题"/>
          <p:cNvSpPr txBox="1"/>
          <p:nvPr>
            <p:custDataLst>
              <p:tags r:id="rId10"/>
            </p:custDataLst>
          </p:nvPr>
        </p:nvSpPr>
        <p:spPr>
          <a:xfrm>
            <a:off x="888534" y="4850586"/>
            <a:ext cx="5800154" cy="748030"/>
          </a:xfrm>
          <a:prstGeom prst="rect">
            <a:avLst/>
          </a:prstGeom>
        </p:spPr>
        <p:txBody>
          <a:bodyPr spcFirstLastPara="0" wrap="square" lIns="38576" tIns="34290" rIns="38576" bIns="34290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chemeClr val="bg2">
                    <a:alpha val="100000"/>
                  </a:schemeClr>
                </a:solidFill>
                <a:latin typeface="OptimalTitleCircle"/>
                <a:ea typeface="OptimalTitleCircle"/>
              </a:rPr>
              <a:t>Medical information software services</a:t>
            </a:r>
            <a:endParaRPr lang="zh-CN" altLang="en-US" sz="1400" b="0" i="0" u="none" strike="noStrike">
              <a:solidFill>
                <a:schemeClr val="bg2">
                  <a:alpha val="100000"/>
                </a:schemeClr>
              </a:solidFill>
              <a:latin typeface="OptimalTitleCircle"/>
              <a:ea typeface="OptimalTitleCircle"/>
            </a:endParaRPr>
          </a:p>
        </p:txBody>
      </p:sp>
      <p:sp>
        <p:nvSpPr>
          <p:cNvPr id="11" name="箭头: V 形 8"/>
          <p:cNvSpPr/>
          <p:nvPr>
            <p:custDataLst>
              <p:tags r:id="rId11"/>
            </p:custDataLst>
          </p:nvPr>
        </p:nvSpPr>
        <p:spPr>
          <a:xfrm>
            <a:off x="942508" y="2346146"/>
            <a:ext cx="251863" cy="250825"/>
          </a:xfrm>
          <a:custGeom>
            <a:avLst/>
            <a:gdLst/>
            <a:ahLst/>
            <a:cxnLst/>
            <a:rect l="l" t="t" r="r" b="b"/>
            <a:pathLst>
              <a:path w="251863" h="250825">
                <a:moveTo>
                  <a:pt x="0" y="0"/>
                </a:moveTo>
                <a:lnTo>
                  <a:pt x="135407" y="0"/>
                </a:lnTo>
                <a:lnTo>
                  <a:pt x="251860" y="125416"/>
                </a:lnTo>
                <a:lnTo>
                  <a:pt x="135407" y="250822"/>
                </a:lnTo>
                <a:lnTo>
                  <a:pt x="0" y="250822"/>
                </a:lnTo>
                <a:lnTo>
                  <a:pt x="116453" y="125416"/>
                </a:ln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箭头: V 形 16"/>
          <p:cNvSpPr/>
          <p:nvPr>
            <p:custDataLst>
              <p:tags r:id="rId12"/>
            </p:custDataLst>
          </p:nvPr>
        </p:nvSpPr>
        <p:spPr>
          <a:xfrm>
            <a:off x="1149316" y="2346146"/>
            <a:ext cx="251863" cy="250825"/>
          </a:xfrm>
          <a:custGeom>
            <a:avLst/>
            <a:gdLst/>
            <a:ahLst/>
            <a:cxnLst/>
            <a:rect l="l" t="t" r="r" b="b"/>
            <a:pathLst>
              <a:path w="251863" h="250825">
                <a:moveTo>
                  <a:pt x="0" y="0"/>
                </a:moveTo>
                <a:lnTo>
                  <a:pt x="135407" y="0"/>
                </a:lnTo>
                <a:lnTo>
                  <a:pt x="251860" y="125416"/>
                </a:lnTo>
                <a:lnTo>
                  <a:pt x="135407" y="250822"/>
                </a:lnTo>
                <a:lnTo>
                  <a:pt x="0" y="250822"/>
                </a:lnTo>
                <a:lnTo>
                  <a:pt x="116453" y="125416"/>
                </a:ln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箭头: V 形 17"/>
          <p:cNvSpPr/>
          <p:nvPr>
            <p:custDataLst>
              <p:tags r:id="rId13"/>
            </p:custDataLst>
          </p:nvPr>
        </p:nvSpPr>
        <p:spPr>
          <a:xfrm>
            <a:off x="1356124" y="2346146"/>
            <a:ext cx="251863" cy="250825"/>
          </a:xfrm>
          <a:custGeom>
            <a:avLst/>
            <a:gdLst/>
            <a:ahLst/>
            <a:cxnLst/>
            <a:rect l="l" t="t" r="r" b="b"/>
            <a:pathLst>
              <a:path w="251863" h="250825">
                <a:moveTo>
                  <a:pt x="0" y="0"/>
                </a:moveTo>
                <a:lnTo>
                  <a:pt x="135407" y="0"/>
                </a:lnTo>
                <a:lnTo>
                  <a:pt x="251860" y="125416"/>
                </a:lnTo>
                <a:lnTo>
                  <a:pt x="135407" y="250822"/>
                </a:lnTo>
                <a:lnTo>
                  <a:pt x="0" y="250822"/>
                </a:lnTo>
                <a:lnTo>
                  <a:pt x="116453" y="125416"/>
                </a:ln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30872" r="30872"/>
          <a:stretch>
            <a:fillRect/>
          </a:stretch>
        </p:blipFill>
        <p:spPr>
          <a:xfrm>
            <a:off x="7583506" y="0"/>
            <a:ext cx="3935393" cy="6858000"/>
          </a:xfrm>
          <a:custGeom>
            <a:avLst/>
            <a:gdLst/>
            <a:ahLst/>
            <a:cxnLst/>
            <a:rect l="l" t="t" r="r" b="b"/>
            <a:pathLst>
              <a:path w="3935393" h="6858000">
                <a:moveTo>
                  <a:pt x="0" y="0"/>
                </a:moveTo>
                <a:lnTo>
                  <a:pt x="3935396" y="0"/>
                </a:lnTo>
                <a:lnTo>
                  <a:pt x="393539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装饰1-[1]【1】"/>
          <p:cNvSpPr/>
          <p:nvPr>
            <p:custDataLst>
              <p:tags r:id="rId3"/>
            </p:custDataLst>
          </p:nvPr>
        </p:nvSpPr>
        <p:spPr>
          <a:xfrm>
            <a:off x="0" y="3060227"/>
            <a:ext cx="1215342" cy="3020510"/>
          </a:xfrm>
          <a:custGeom>
            <a:avLst/>
            <a:gdLst/>
            <a:ahLst/>
            <a:cxnLst/>
            <a:rect l="l" t="t" r="r" b="b"/>
            <a:pathLst>
              <a:path w="1215342" h="3020510">
                <a:moveTo>
                  <a:pt x="0" y="0"/>
                </a:moveTo>
                <a:lnTo>
                  <a:pt x="1215342" y="0"/>
                </a:lnTo>
                <a:lnTo>
                  <a:pt x="1215342" y="3020511"/>
                </a:lnTo>
                <a:lnTo>
                  <a:pt x="0" y="3020511"/>
                </a:lnTo>
                <a:close/>
              </a:path>
            </a:pathLst>
          </a:custGeom>
          <a:solidFill>
            <a:schemeClr val="accent2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装饰5-【1】"/>
          <p:cNvSpPr/>
          <p:nvPr>
            <p:custDataLst>
              <p:tags r:id="rId4"/>
            </p:custDataLst>
          </p:nvPr>
        </p:nvSpPr>
        <p:spPr>
          <a:xfrm>
            <a:off x="11067487" y="2714457"/>
            <a:ext cx="902825" cy="3020510"/>
          </a:xfrm>
          <a:custGeom>
            <a:avLst/>
            <a:gdLst/>
            <a:ahLst/>
            <a:cxnLst/>
            <a:rect l="l" t="t" r="r" b="b"/>
            <a:pathLst>
              <a:path w="902825" h="3020510">
                <a:moveTo>
                  <a:pt x="0" y="0"/>
                </a:moveTo>
                <a:lnTo>
                  <a:pt x="902827" y="0"/>
                </a:lnTo>
                <a:lnTo>
                  <a:pt x="902827" y="3020511"/>
                </a:lnTo>
                <a:lnTo>
                  <a:pt x="0" y="3020511"/>
                </a:ln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装饰2-[2]【1】"/>
          <p:cNvSpPr/>
          <p:nvPr>
            <p:custDataLst>
              <p:tags r:id="rId5"/>
            </p:custDataLst>
          </p:nvPr>
        </p:nvSpPr>
        <p:spPr>
          <a:xfrm rot="1800000">
            <a:off x="672924" y="5122672"/>
            <a:ext cx="782367" cy="874411"/>
          </a:xfrm>
          <a:custGeom>
            <a:avLst/>
            <a:gdLst/>
            <a:ahLst/>
            <a:cxnLst/>
            <a:rect l="l" t="t" r="r" b="b"/>
            <a:pathLst>
              <a:path w="782367" h="874411">
                <a:moveTo>
                  <a:pt x="0" y="874414"/>
                </a:moveTo>
                <a:lnTo>
                  <a:pt x="359302" y="0"/>
                </a:lnTo>
                <a:lnTo>
                  <a:pt x="782364" y="812302"/>
                </a:lnTo>
                <a:lnTo>
                  <a:pt x="0" y="874414"/>
                </a:lnTo>
                <a:close/>
              </a:path>
            </a:pathLst>
          </a:custGeom>
          <a:solidFill>
            <a:schemeClr val="accent3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装饰3-[3]【1】"/>
          <p:cNvSpPr/>
          <p:nvPr>
            <p:custDataLst>
              <p:tags r:id="rId6"/>
            </p:custDataLst>
          </p:nvPr>
        </p:nvSpPr>
        <p:spPr>
          <a:xfrm>
            <a:off x="509286" y="2727134"/>
            <a:ext cx="8576842" cy="3020510"/>
          </a:xfrm>
          <a:custGeom>
            <a:avLst/>
            <a:gdLst/>
            <a:ahLst/>
            <a:cxnLst/>
            <a:rect l="l" t="t" r="r" b="b"/>
            <a:pathLst>
              <a:path w="8576842" h="3020510">
                <a:moveTo>
                  <a:pt x="0" y="0"/>
                </a:moveTo>
                <a:lnTo>
                  <a:pt x="8576843" y="0"/>
                </a:lnTo>
                <a:lnTo>
                  <a:pt x="8576843" y="3020511"/>
                </a:lnTo>
                <a:lnTo>
                  <a:pt x="0" y="3020511"/>
                </a:ln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装饰4-【1】"/>
          <p:cNvSpPr/>
          <p:nvPr>
            <p:custDataLst>
              <p:tags r:id="rId7"/>
            </p:custDataLst>
          </p:nvPr>
        </p:nvSpPr>
        <p:spPr>
          <a:xfrm>
            <a:off x="660401" y="2889179"/>
            <a:ext cx="8240532" cy="2662177"/>
          </a:xfrm>
          <a:custGeom>
            <a:avLst/>
            <a:gdLst/>
            <a:ahLst/>
            <a:cxnLst/>
            <a:rect l="l" t="t" r="r" b="b"/>
            <a:pathLst>
              <a:path w="8240532" h="2662177">
                <a:moveTo>
                  <a:pt x="0" y="0"/>
                </a:moveTo>
                <a:lnTo>
                  <a:pt x="8240535" y="0"/>
                </a:lnTo>
                <a:lnTo>
                  <a:pt x="8240535" y="2662180"/>
                </a:lnTo>
                <a:lnTo>
                  <a:pt x="0" y="2662180"/>
                </a:ln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子标题1-[1]【1】"/>
          <p:cNvSpPr txBox="1"/>
          <p:nvPr>
            <p:custDataLst>
              <p:tags r:id="rId8"/>
            </p:custDataLst>
          </p:nvPr>
        </p:nvSpPr>
        <p:spPr>
          <a:xfrm>
            <a:off x="865508" y="3079080"/>
            <a:ext cx="3371850" cy="397586"/>
          </a:xfrm>
          <a:prstGeom prst="rect">
            <a:avLst/>
          </a:prstGeom>
        </p:spPr>
        <p:txBody>
          <a:bodyPr spcFirstLastPara="0" wrap="square" lIns="0" tIns="0" rIns="0" bIns="0" rtlCol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600" b="1" i="0" u="none" strike="noStrike">
                <a:solidFill>
                  <a:schemeClr val="tx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定制化医疗信息化解决方案</a:t>
            </a:r>
            <a:endParaRPr lang="zh-CN" altLang="en-US" sz="1600" b="1" i="0" u="none" strike="noStrike">
              <a:solidFill>
                <a:schemeClr val="tx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9" name="序号1-[1]【1】"/>
          <p:cNvSpPr txBox="1"/>
          <p:nvPr>
            <p:custDataLst>
              <p:tags r:id="rId9"/>
            </p:custDataLst>
          </p:nvPr>
        </p:nvSpPr>
        <p:spPr>
          <a:xfrm>
            <a:off x="865509" y="4799001"/>
            <a:ext cx="905417" cy="656935"/>
          </a:xfrm>
          <a:prstGeom prst="rect">
            <a:avLst/>
          </a:prstGeom>
        </p:spPr>
        <p:txBody>
          <a:bodyPr spcFirstLastPara="0"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3200" b="1" i="0" u="none" strike="noStrike">
                <a:solidFill>
                  <a:schemeClr val="accent1">
                    <a:alpha val="26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01</a:t>
            </a:r>
            <a:endParaRPr lang="zh-CN" altLang="en-US" sz="3200" b="1" i="0" u="none" strike="noStrike">
              <a:solidFill>
                <a:schemeClr val="accent1">
                  <a:alpha val="26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0" name="子标题2-[2]【1】"/>
          <p:cNvSpPr txBox="1"/>
          <p:nvPr>
            <p:custDataLst>
              <p:tags r:id="rId10"/>
            </p:custDataLst>
          </p:nvPr>
        </p:nvSpPr>
        <p:spPr>
          <a:xfrm>
            <a:off x="3545047" y="3093476"/>
            <a:ext cx="3371850" cy="397586"/>
          </a:xfrm>
          <a:prstGeom prst="rect">
            <a:avLst/>
          </a:prstGeom>
        </p:spPr>
        <p:txBody>
          <a:bodyPr spcFirstLastPara="0" wrap="square" lIns="0" tIns="0" rIns="0" bIns="0" rtlCol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600" b="1" i="0" u="none" strike="noStrike">
                <a:solidFill>
                  <a:schemeClr val="tx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成功实施案例分享</a:t>
            </a:r>
            <a:endParaRPr lang="zh-CN" altLang="en-US" sz="1600" b="1" i="0" u="none" strike="noStrike">
              <a:solidFill>
                <a:schemeClr val="tx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1" name="序号2-[2]【1】"/>
          <p:cNvSpPr txBox="1"/>
          <p:nvPr>
            <p:custDataLst>
              <p:tags r:id="rId11"/>
            </p:custDataLst>
          </p:nvPr>
        </p:nvSpPr>
        <p:spPr>
          <a:xfrm>
            <a:off x="3545048" y="4799001"/>
            <a:ext cx="905417" cy="656935"/>
          </a:xfrm>
          <a:prstGeom prst="rect">
            <a:avLst/>
          </a:prstGeom>
        </p:spPr>
        <p:txBody>
          <a:bodyPr spcFirstLastPara="0"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3200" b="1" i="0" u="none" strike="noStrike">
                <a:solidFill>
                  <a:schemeClr val="accent1">
                    <a:alpha val="26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02</a:t>
            </a:r>
            <a:endParaRPr lang="zh-CN" altLang="en-US" sz="3200" b="1" i="0" u="none" strike="noStrike">
              <a:solidFill>
                <a:schemeClr val="accent1">
                  <a:alpha val="26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2" name="icon3-[3]【1】"/>
          <p:cNvSpPr/>
          <p:nvPr>
            <p:custDataLst>
              <p:tags r:id="rId12"/>
            </p:custDataLst>
          </p:nvPr>
        </p:nvSpPr>
        <p:spPr>
          <a:xfrm>
            <a:off x="11343544" y="5019621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4876800" h="4876800">
                <a:moveTo>
                  <a:pt x="2820372" y="2275770"/>
                </a:moveTo>
                <a:cubicBezTo>
                  <a:pt x="2792473" y="2247871"/>
                  <a:pt x="2747248" y="2247862"/>
                  <a:pt x="2719340" y="2275770"/>
                </a:cubicBezTo>
                <a:cubicBezTo>
                  <a:pt x="2652989" y="2342131"/>
                  <a:pt x="2564759" y="2378668"/>
                  <a:pt x="2470918" y="2378668"/>
                </a:cubicBezTo>
                <a:quadBezTo>
                  <a:pt x="2288848" y="2342131"/>
                  <a:pt x="2222497" y="2275770"/>
                </a:quadBezTo>
                <a:cubicBezTo>
                  <a:pt x="2194589" y="2247871"/>
                  <a:pt x="2149364" y="2247862"/>
                  <a:pt x="2121465" y="2275770"/>
                </a:cubicBezTo>
                <a:cubicBezTo>
                  <a:pt x="2093567" y="2303669"/>
                  <a:pt x="2093567" y="2348894"/>
                  <a:pt x="2121465" y="2376792"/>
                </a:cubicBezTo>
                <a:cubicBezTo>
                  <a:pt x="2214810" y="2470138"/>
                  <a:pt x="2338912" y="2521544"/>
                  <a:pt x="2470918" y="2521544"/>
                </a:cubicBezTo>
                <a:quadBezTo>
                  <a:pt x="2727036" y="2470138"/>
                  <a:pt x="2820372" y="2376792"/>
                </a:quadBezTo>
                <a:cubicBezTo>
                  <a:pt x="2848261" y="2348903"/>
                  <a:pt x="2848261" y="2303669"/>
                  <a:pt x="2820372" y="2275770"/>
                </a:cubicBezTo>
                <a:close/>
              </a:path>
              <a:path w="4876800" h="4876800">
                <a:moveTo>
                  <a:pt x="3648227" y="3534756"/>
                </a:moveTo>
                <a:lnTo>
                  <a:pt x="3254702" y="3442678"/>
                </a:lnTo>
                <a:cubicBezTo>
                  <a:pt x="3109836" y="3408778"/>
                  <a:pt x="3008662" y="3281200"/>
                  <a:pt x="3008662" y="3132430"/>
                </a:cubicBezTo>
                <a:lnTo>
                  <a:pt x="3008662" y="2981258"/>
                </a:lnTo>
                <a:cubicBezTo>
                  <a:pt x="3117037" y="2915469"/>
                  <a:pt x="3212278" y="2830135"/>
                  <a:pt x="3289554" y="2730236"/>
                </a:cubicBezTo>
                <a:lnTo>
                  <a:pt x="3295240" y="2730236"/>
                </a:lnTo>
                <a:cubicBezTo>
                  <a:pt x="3513734" y="2730236"/>
                  <a:pt x="3691490" y="2552481"/>
                  <a:pt x="3691490" y="2333978"/>
                </a:cubicBezTo>
                <a:cubicBezTo>
                  <a:pt x="3691490" y="2331501"/>
                  <a:pt x="3691366" y="2329053"/>
                  <a:pt x="3691118" y="2326643"/>
                </a:cubicBezTo>
                <a:cubicBezTo>
                  <a:pt x="3798979" y="2300611"/>
                  <a:pt x="3879380" y="2203342"/>
                  <a:pt x="3879380" y="2087594"/>
                </a:cubicBezTo>
                <a:lnTo>
                  <a:pt x="3879380" y="1570739"/>
                </a:lnTo>
                <a:cubicBezTo>
                  <a:pt x="3879380" y="1435122"/>
                  <a:pt x="3769042" y="1324794"/>
                  <a:pt x="3633426" y="1324794"/>
                </a:cubicBezTo>
                <a:lnTo>
                  <a:pt x="3503600" y="1324794"/>
                </a:lnTo>
                <a:lnTo>
                  <a:pt x="3503600" y="1324356"/>
                </a:lnTo>
                <a:cubicBezTo>
                  <a:pt x="3503600" y="1284551"/>
                  <a:pt x="3471329" y="1252271"/>
                  <a:pt x="3431514" y="1252271"/>
                </a:cubicBezTo>
                <a:cubicBezTo>
                  <a:pt x="3417542" y="1252271"/>
                  <a:pt x="3404530" y="1256309"/>
                  <a:pt x="3393491" y="1263196"/>
                </a:cubicBezTo>
                <a:cubicBezTo>
                  <a:pt x="3392976" y="1263520"/>
                  <a:pt x="3392490" y="1263739"/>
                  <a:pt x="3391967" y="1264082"/>
                </a:cubicBezTo>
                <a:cubicBezTo>
                  <a:pt x="3274524" y="1341158"/>
                  <a:pt x="3009738" y="1383783"/>
                  <a:pt x="2871606" y="1383783"/>
                </a:cubicBezTo>
                <a:cubicBezTo>
                  <a:pt x="2527564" y="1383783"/>
                  <a:pt x="2196379" y="1260929"/>
                  <a:pt x="1915649" y="1036520"/>
                </a:cubicBezTo>
                <a:lnTo>
                  <a:pt x="1576616" y="671046"/>
                </a:lnTo>
                <a:cubicBezTo>
                  <a:pt x="1609268" y="620306"/>
                  <a:pt x="1644234" y="572986"/>
                  <a:pt x="1681020" y="530085"/>
                </a:cubicBezTo>
                <a:cubicBezTo>
                  <a:pt x="1706937" y="499872"/>
                  <a:pt x="1703451" y="454362"/>
                  <a:pt x="1673238" y="428444"/>
                </a:cubicBezTo>
                <a:cubicBezTo>
                  <a:pt x="1642996" y="402507"/>
                  <a:pt x="1597495" y="406013"/>
                  <a:pt x="1571587" y="436226"/>
                </a:cubicBezTo>
                <a:cubicBezTo>
                  <a:pt x="1518628" y="497977"/>
                  <a:pt x="1469164" y="567461"/>
                  <a:pt x="1424568" y="642757"/>
                </a:cubicBezTo>
                <a:cubicBezTo>
                  <a:pt x="1349778" y="762857"/>
                  <a:pt x="1297324" y="893731"/>
                  <a:pt x="1268682" y="1031796"/>
                </a:cubicBezTo>
                <a:cubicBezTo>
                  <a:pt x="1247823" y="1132322"/>
                  <a:pt x="1240279" y="1234764"/>
                  <a:pt x="1245698" y="1337186"/>
                </a:cubicBezTo>
                <a:cubicBezTo>
                  <a:pt x="1147648" y="1369562"/>
                  <a:pt x="1076668" y="1461992"/>
                  <a:pt x="1076668" y="1570749"/>
                </a:cubicBezTo>
                <a:lnTo>
                  <a:pt x="1076668" y="1574578"/>
                </a:lnTo>
                <a:cubicBezTo>
                  <a:pt x="882786" y="1428017"/>
                  <a:pt x="766391" y="1198616"/>
                  <a:pt x="766391" y="950662"/>
                </a:cubicBezTo>
                <a:cubicBezTo>
                  <a:pt x="766391" y="519313"/>
                  <a:pt x="1117330" y="168373"/>
                  <a:pt x="1548679" y="168373"/>
                </a:cubicBezTo>
                <a:cubicBezTo>
                  <a:pt x="1641081" y="168373"/>
                  <a:pt x="1732502" y="184766"/>
                  <a:pt x="1818427" y="216256"/>
                </a:cubicBezTo>
                <a:cubicBezTo>
                  <a:pt x="1800702" y="228200"/>
                  <a:pt x="1782985" y="240602"/>
                  <a:pt x="1765345" y="253898"/>
                </a:cubicBezTo>
                <a:cubicBezTo>
                  <a:pt x="1733560" y="277854"/>
                  <a:pt x="1727197" y="323050"/>
                  <a:pt x="1751152" y="354844"/>
                </a:cubicBezTo>
                <a:cubicBezTo>
                  <a:pt x="1775117" y="386639"/>
                  <a:pt x="1820313" y="392992"/>
                  <a:pt x="1852108" y="369037"/>
                </a:cubicBezTo>
                <a:cubicBezTo>
                  <a:pt x="2168347" y="130750"/>
                  <a:pt x="2517010" y="144256"/>
                  <a:pt x="2520372" y="144437"/>
                </a:cubicBezTo>
                <a:cubicBezTo>
                  <a:pt x="2764812" y="157058"/>
                  <a:pt x="2996013" y="267214"/>
                  <a:pt x="3207563" y="471840"/>
                </a:cubicBezTo>
                <a:cubicBezTo>
                  <a:pt x="3395244" y="653386"/>
                  <a:pt x="3535156" y="911209"/>
                  <a:pt x="3623424" y="1238164"/>
                </a:cubicBezTo>
                <a:cubicBezTo>
                  <a:pt x="3632102" y="1270311"/>
                  <a:pt x="3661200" y="1291476"/>
                  <a:pt x="3692976" y="1291476"/>
                </a:cubicBezTo>
                <a:cubicBezTo>
                  <a:pt x="3699196" y="1291476"/>
                  <a:pt x="3705520" y="1290666"/>
                  <a:pt x="3711816" y="1288961"/>
                </a:cubicBezTo>
                <a:cubicBezTo>
                  <a:pt x="3750250" y="1278588"/>
                  <a:pt x="3772996" y="1239012"/>
                  <a:pt x="3762623" y="1200588"/>
                </a:cubicBezTo>
                <a:cubicBezTo>
                  <a:pt x="3667468" y="848154"/>
                  <a:pt x="3514459" y="568109"/>
                  <a:pt x="3307804" y="368208"/>
                </a:cubicBezTo>
                <a:cubicBezTo>
                  <a:pt x="3070479" y="138665"/>
                  <a:pt x="2808056" y="14935"/>
                  <a:pt x="2527811" y="457"/>
                </a:cubicBezTo>
                <a:cubicBezTo>
                  <a:pt x="2514657" y="-210"/>
                  <a:pt x="2260149" y="-11097"/>
                  <a:pt x="1973389" y="127216"/>
                </a:cubicBezTo>
                <a:cubicBezTo>
                  <a:pt x="1842726" y="59779"/>
                  <a:pt x="1696755" y="24203"/>
                  <a:pt x="1548679" y="24203"/>
                </a:cubicBezTo>
                <a:cubicBezTo>
                  <a:pt x="1037825" y="24203"/>
                  <a:pt x="622221" y="439807"/>
                  <a:pt x="622221" y="950652"/>
                </a:cubicBezTo>
                <a:cubicBezTo>
                  <a:pt x="622221" y="1279731"/>
                  <a:pt x="795299" y="1581207"/>
                  <a:pt x="1076668" y="1747876"/>
                </a:cubicBezTo>
                <a:lnTo>
                  <a:pt x="1076668" y="2087594"/>
                </a:lnTo>
                <a:cubicBezTo>
                  <a:pt x="1076668" y="2223212"/>
                  <a:pt x="1186996" y="2333539"/>
                  <a:pt x="1322603" y="2333539"/>
                </a:cubicBezTo>
                <a:lnTo>
                  <a:pt x="1478366" y="2333539"/>
                </a:lnTo>
                <a:cubicBezTo>
                  <a:pt x="1544440" y="2621290"/>
                  <a:pt x="1731930" y="2863177"/>
                  <a:pt x="1983781" y="3002290"/>
                </a:cubicBezTo>
                <a:lnTo>
                  <a:pt x="1983781" y="3132420"/>
                </a:lnTo>
                <a:cubicBezTo>
                  <a:pt x="1983781" y="3281200"/>
                  <a:pt x="1882616" y="3408778"/>
                  <a:pt x="1737750" y="3442668"/>
                </a:cubicBezTo>
                <a:lnTo>
                  <a:pt x="1344225" y="3534746"/>
                </a:lnTo>
                <a:cubicBezTo>
                  <a:pt x="987228" y="3618280"/>
                  <a:pt x="737882" y="3932691"/>
                  <a:pt x="737882" y="4299337"/>
                </a:cubicBezTo>
                <a:lnTo>
                  <a:pt x="737882" y="4804714"/>
                </a:lnTo>
                <a:cubicBezTo>
                  <a:pt x="737882" y="4844520"/>
                  <a:pt x="770153" y="4876800"/>
                  <a:pt x="809968" y="4876800"/>
                </a:cubicBezTo>
                <a:lnTo>
                  <a:pt x="4182485" y="4876800"/>
                </a:lnTo>
                <a:cubicBezTo>
                  <a:pt x="4222299" y="4876800"/>
                  <a:pt x="4254570" y="4844528"/>
                  <a:pt x="4254570" y="4804714"/>
                </a:cubicBezTo>
                <a:lnTo>
                  <a:pt x="4254570" y="4299328"/>
                </a:lnTo>
                <a:cubicBezTo>
                  <a:pt x="4254570" y="3932701"/>
                  <a:pt x="4005234" y="3618290"/>
                  <a:pt x="3648227" y="3534756"/>
                </a:cubicBezTo>
                <a:close/>
                <a:moveTo>
                  <a:pt x="3503619" y="2103901"/>
                </a:moveTo>
                <a:lnTo>
                  <a:pt x="3503619" y="1468965"/>
                </a:lnTo>
                <a:lnTo>
                  <a:pt x="3633445" y="1468965"/>
                </a:lnTo>
                <a:cubicBezTo>
                  <a:pt x="3689576" y="1468965"/>
                  <a:pt x="3735229" y="1514627"/>
                  <a:pt x="3735229" y="1570749"/>
                </a:cubicBezTo>
                <a:lnTo>
                  <a:pt x="3735229" y="2087604"/>
                </a:lnTo>
                <a:cubicBezTo>
                  <a:pt x="3735229" y="2143725"/>
                  <a:pt x="3689566" y="2189388"/>
                  <a:pt x="3633445" y="2189388"/>
                </a:cubicBezTo>
                <a:lnTo>
                  <a:pt x="3503619" y="2189388"/>
                </a:lnTo>
                <a:lnTo>
                  <a:pt x="3503619" y="2103901"/>
                </a:lnTo>
                <a:close/>
                <a:moveTo>
                  <a:pt x="3477672" y="2333549"/>
                </a:moveTo>
                <a:lnTo>
                  <a:pt x="3547358" y="2333549"/>
                </a:lnTo>
                <a:cubicBezTo>
                  <a:pt x="3547358" y="2333692"/>
                  <a:pt x="3547338" y="2333834"/>
                  <a:pt x="3547338" y="2333987"/>
                </a:cubicBezTo>
                <a:cubicBezTo>
                  <a:pt x="3547338" y="2438219"/>
                  <a:pt x="3483759" y="2527868"/>
                  <a:pt x="3393348" y="2566206"/>
                </a:cubicBezTo>
                <a:cubicBezTo>
                  <a:pt x="3430362" y="2493207"/>
                  <a:pt x="3458918" y="2415226"/>
                  <a:pt x="3477672" y="2333549"/>
                </a:cubicBezTo>
                <a:close/>
                <a:moveTo>
                  <a:pt x="1452439" y="2103901"/>
                </a:moveTo>
                <a:lnTo>
                  <a:pt x="1452439" y="2189378"/>
                </a:lnTo>
                <a:lnTo>
                  <a:pt x="1322613" y="2189378"/>
                </a:lnTo>
                <a:cubicBezTo>
                  <a:pt x="1266501" y="2189378"/>
                  <a:pt x="1220838" y="2143716"/>
                  <a:pt x="1220838" y="2087594"/>
                </a:cubicBezTo>
                <a:lnTo>
                  <a:pt x="1220838" y="1570739"/>
                </a:lnTo>
                <a:cubicBezTo>
                  <a:pt x="1220838" y="1514618"/>
                  <a:pt x="1266501" y="1468955"/>
                  <a:pt x="1322613" y="1468955"/>
                </a:cubicBezTo>
                <a:lnTo>
                  <a:pt x="1452439" y="1468955"/>
                </a:lnTo>
                <a:lnTo>
                  <a:pt x="1452439" y="2103901"/>
                </a:lnTo>
                <a:close/>
                <a:moveTo>
                  <a:pt x="1510941" y="1253604"/>
                </a:moveTo>
                <a:cubicBezTo>
                  <a:pt x="1499454" y="1255795"/>
                  <a:pt x="1488967" y="1260720"/>
                  <a:pt x="1480118" y="1267663"/>
                </a:cubicBezTo>
                <a:cubicBezTo>
                  <a:pt x="1450181" y="1280731"/>
                  <a:pt x="1419597" y="1292562"/>
                  <a:pt x="1388364" y="1302925"/>
                </a:cubicBezTo>
                <a:cubicBezTo>
                  <a:pt x="1386126" y="1221762"/>
                  <a:pt x="1393308" y="1140733"/>
                  <a:pt x="1409843" y="1061085"/>
                </a:cubicBezTo>
                <a:cubicBezTo>
                  <a:pt x="1427750" y="974741"/>
                  <a:pt x="1456392" y="891616"/>
                  <a:pt x="1495044" y="812778"/>
                </a:cubicBezTo>
                <a:cubicBezTo>
                  <a:pt x="1575588" y="916143"/>
                  <a:pt x="1663418" y="1009298"/>
                  <a:pt x="1757124" y="1091708"/>
                </a:cubicBezTo>
                <a:cubicBezTo>
                  <a:pt x="1668914" y="1166774"/>
                  <a:pt x="1591142" y="1212123"/>
                  <a:pt x="1557757" y="1230058"/>
                </a:cubicBezTo>
                <a:cubicBezTo>
                  <a:pt x="1542393" y="1238317"/>
                  <a:pt x="1526743" y="1246099"/>
                  <a:pt x="1510941" y="1253604"/>
                </a:cubicBezTo>
                <a:close/>
                <a:moveTo>
                  <a:pt x="1596600" y="2103901"/>
                </a:moveTo>
                <a:lnTo>
                  <a:pt x="1596600" y="1396880"/>
                </a:lnTo>
                <a:lnTo>
                  <a:pt x="1596600" y="1372248"/>
                </a:lnTo>
                <a:cubicBezTo>
                  <a:pt x="1606467" y="1367295"/>
                  <a:pt x="1616288" y="1362266"/>
                  <a:pt x="1625994" y="1357046"/>
                </a:cubicBezTo>
                <a:cubicBezTo>
                  <a:pt x="1666303" y="1335386"/>
                  <a:pt x="1763706" y="1278617"/>
                  <a:pt x="1870700" y="1184053"/>
                </a:cubicBezTo>
                <a:cubicBezTo>
                  <a:pt x="2166937" y="1406557"/>
                  <a:pt x="2512428" y="1527962"/>
                  <a:pt x="2871625" y="1527962"/>
                </a:cubicBezTo>
                <a:cubicBezTo>
                  <a:pt x="2992793" y="1527962"/>
                  <a:pt x="3202924" y="1499606"/>
                  <a:pt x="3359448" y="1439685"/>
                </a:cubicBezTo>
                <a:lnTo>
                  <a:pt x="3359448" y="2103901"/>
                </a:lnTo>
                <a:cubicBezTo>
                  <a:pt x="3359448" y="2281752"/>
                  <a:pt x="3306451" y="2447430"/>
                  <a:pt x="3215497" y="2586076"/>
                </a:cubicBezTo>
                <a:lnTo>
                  <a:pt x="2576655" y="2586076"/>
                </a:lnTo>
                <a:cubicBezTo>
                  <a:pt x="2536840" y="2586076"/>
                  <a:pt x="2504570" y="2618346"/>
                  <a:pt x="2504570" y="2658161"/>
                </a:cubicBezTo>
                <a:quadBezTo>
                  <a:pt x="2536840" y="2730246"/>
                  <a:pt x="2576655" y="2730246"/>
                </a:quadBezTo>
                <a:lnTo>
                  <a:pt x="3097549" y="2730246"/>
                </a:lnTo>
                <a:cubicBezTo>
                  <a:pt x="2938224" y="2887856"/>
                  <a:pt x="2719311" y="2985335"/>
                  <a:pt x="2478024" y="2985335"/>
                </a:cubicBezTo>
                <a:cubicBezTo>
                  <a:pt x="1992011" y="2985326"/>
                  <a:pt x="1596600" y="2589924"/>
                  <a:pt x="1596600" y="2103901"/>
                </a:cubicBezTo>
                <a:close/>
                <a:moveTo>
                  <a:pt x="4110409" y="4732648"/>
                </a:moveTo>
                <a:lnTo>
                  <a:pt x="3620757" y="4732648"/>
                </a:lnTo>
                <a:lnTo>
                  <a:pt x="3620757" y="4569323"/>
                </a:lnTo>
                <a:cubicBezTo>
                  <a:pt x="3620757" y="4529518"/>
                  <a:pt x="3588486" y="4497238"/>
                  <a:pt x="3548672" y="4497238"/>
                </a:cubicBezTo>
                <a:quadBezTo>
                  <a:pt x="3476587" y="4529509"/>
                  <a:pt x="3476587" y="4569323"/>
                </a:quadBezTo>
                <a:lnTo>
                  <a:pt x="3476587" y="4732648"/>
                </a:lnTo>
                <a:lnTo>
                  <a:pt x="1515913" y="4732648"/>
                </a:lnTo>
                <a:lnTo>
                  <a:pt x="1515913" y="4569323"/>
                </a:lnTo>
                <a:cubicBezTo>
                  <a:pt x="1515913" y="4529518"/>
                  <a:pt x="1483642" y="4497238"/>
                  <a:pt x="1443828" y="4497238"/>
                </a:cubicBezTo>
                <a:quadBezTo>
                  <a:pt x="1371743" y="4529509"/>
                  <a:pt x="1371743" y="4569323"/>
                </a:quadBezTo>
                <a:lnTo>
                  <a:pt x="1371743" y="4732648"/>
                </a:lnTo>
                <a:lnTo>
                  <a:pt x="882053" y="4732648"/>
                </a:lnTo>
                <a:lnTo>
                  <a:pt x="882053" y="4299356"/>
                </a:lnTo>
                <a:cubicBezTo>
                  <a:pt x="882053" y="4000024"/>
                  <a:pt x="1085621" y="3743325"/>
                  <a:pt x="1377077" y="3675136"/>
                </a:cubicBezTo>
                <a:lnTo>
                  <a:pt x="1450210" y="3658019"/>
                </a:lnTo>
                <a:cubicBezTo>
                  <a:pt x="1508255" y="3759784"/>
                  <a:pt x="1580540" y="3852358"/>
                  <a:pt x="1665827" y="3933692"/>
                </a:cubicBezTo>
                <a:cubicBezTo>
                  <a:pt x="1679781" y="3946998"/>
                  <a:pt x="1697679" y="3953608"/>
                  <a:pt x="1715557" y="3953608"/>
                </a:cubicBezTo>
                <a:cubicBezTo>
                  <a:pt x="1734578" y="3953608"/>
                  <a:pt x="1753571" y="3946122"/>
                  <a:pt x="1767735" y="3931272"/>
                </a:cubicBezTo>
                <a:cubicBezTo>
                  <a:pt x="1795205" y="3902459"/>
                  <a:pt x="1794129" y="3856834"/>
                  <a:pt x="1765316" y="3829355"/>
                </a:cubicBezTo>
                <a:cubicBezTo>
                  <a:pt x="1700660" y="3767690"/>
                  <a:pt x="1644472" y="3698710"/>
                  <a:pt x="1597485" y="3623558"/>
                </a:cubicBezTo>
                <a:lnTo>
                  <a:pt x="1770612" y="3583048"/>
                </a:lnTo>
                <a:cubicBezTo>
                  <a:pt x="1981009" y="3533813"/>
                  <a:pt x="2127961" y="3348514"/>
                  <a:pt x="2127961" y="3132430"/>
                </a:cubicBezTo>
                <a:lnTo>
                  <a:pt x="2127961" y="3067936"/>
                </a:lnTo>
                <a:cubicBezTo>
                  <a:pt x="2237251" y="3107750"/>
                  <a:pt x="2355152" y="3129496"/>
                  <a:pt x="2478033" y="3129496"/>
                </a:cubicBezTo>
                <a:cubicBezTo>
                  <a:pt x="2614698" y="3129496"/>
                  <a:pt x="2745162" y="3102560"/>
                  <a:pt x="2864500" y="3053830"/>
                </a:cubicBezTo>
                <a:lnTo>
                  <a:pt x="2864500" y="3132430"/>
                </a:lnTo>
                <a:cubicBezTo>
                  <a:pt x="2864500" y="3348524"/>
                  <a:pt x="3011452" y="3533823"/>
                  <a:pt x="3221850" y="3583048"/>
                </a:cubicBezTo>
                <a:lnTo>
                  <a:pt x="3394958" y="3623548"/>
                </a:lnTo>
                <a:cubicBezTo>
                  <a:pt x="3201914" y="3933159"/>
                  <a:pt x="2865510" y="4122030"/>
                  <a:pt x="2496236" y="4122030"/>
                </a:cubicBezTo>
                <a:cubicBezTo>
                  <a:pt x="2322100" y="4122030"/>
                  <a:pt x="2149478" y="4078872"/>
                  <a:pt x="1997030" y="3997233"/>
                </a:cubicBezTo>
                <a:cubicBezTo>
                  <a:pt x="1961959" y="3978431"/>
                  <a:pt x="1918249" y="3991652"/>
                  <a:pt x="1899456" y="4026742"/>
                </a:cubicBezTo>
                <a:cubicBezTo>
                  <a:pt x="1880654" y="4061832"/>
                  <a:pt x="1893875" y="4105523"/>
                  <a:pt x="1928965" y="4124316"/>
                </a:cubicBezTo>
                <a:cubicBezTo>
                  <a:pt x="2102272" y="4217137"/>
                  <a:pt x="2298420" y="4266200"/>
                  <a:pt x="2496236" y="4266200"/>
                </a:cubicBezTo>
                <a:cubicBezTo>
                  <a:pt x="2932204" y="4266200"/>
                  <a:pt x="3327844" y="4034542"/>
                  <a:pt x="3542214" y="3658010"/>
                </a:cubicBezTo>
                <a:lnTo>
                  <a:pt x="3615385" y="3675136"/>
                </a:lnTo>
                <a:cubicBezTo>
                  <a:pt x="3906840" y="3743335"/>
                  <a:pt x="4110409" y="4000014"/>
                  <a:pt x="4110409" y="4299356"/>
                </a:cubicBezTo>
                <a:lnTo>
                  <a:pt x="4110409" y="4732648"/>
                </a:ln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icon1-[1]【1】"/>
          <p:cNvSpPr/>
          <p:nvPr>
            <p:custDataLst>
              <p:tags r:id="rId13"/>
            </p:custDataLst>
          </p:nvPr>
        </p:nvSpPr>
        <p:spPr>
          <a:xfrm>
            <a:off x="11358917" y="3098144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1615278" h="1615278">
                <a:moveTo>
                  <a:pt x="1539640" y="615486"/>
                </a:moveTo>
                <a:cubicBezTo>
                  <a:pt x="1520504" y="547249"/>
                  <a:pt x="1466221" y="497662"/>
                  <a:pt x="1401375" y="497662"/>
                </a:cubicBezTo>
                <a:cubicBezTo>
                  <a:pt x="1400613" y="497662"/>
                  <a:pt x="1399984" y="497891"/>
                  <a:pt x="1399175" y="497891"/>
                </a:cubicBezTo>
                <a:cubicBezTo>
                  <a:pt x="1388850" y="368179"/>
                  <a:pt x="1296276" y="266357"/>
                  <a:pt x="1182367" y="266357"/>
                </a:cubicBezTo>
                <a:cubicBezTo>
                  <a:pt x="1118225" y="266357"/>
                  <a:pt x="1061037" y="299152"/>
                  <a:pt x="1020899" y="350329"/>
                </a:cubicBezTo>
                <a:cubicBezTo>
                  <a:pt x="995724" y="325945"/>
                  <a:pt x="963711" y="310725"/>
                  <a:pt x="928325" y="310725"/>
                </a:cubicBezTo>
                <a:cubicBezTo>
                  <a:pt x="848992" y="310725"/>
                  <a:pt x="784669" y="384553"/>
                  <a:pt x="782602" y="476421"/>
                </a:cubicBezTo>
                <a:cubicBezTo>
                  <a:pt x="768772" y="470249"/>
                  <a:pt x="753723" y="466506"/>
                  <a:pt x="738006" y="466506"/>
                </a:cubicBezTo>
                <a:cubicBezTo>
                  <a:pt x="668150" y="466506"/>
                  <a:pt x="611571" y="532505"/>
                  <a:pt x="611571" y="613915"/>
                </a:cubicBezTo>
                <a:cubicBezTo>
                  <a:pt x="562099" y="613915"/>
                  <a:pt x="522046" y="660597"/>
                  <a:pt x="522046" y="718166"/>
                </a:cubicBezTo>
                <a:cubicBezTo>
                  <a:pt x="522046" y="775706"/>
                  <a:pt x="562099" y="822398"/>
                  <a:pt x="611571" y="822398"/>
                </a:cubicBezTo>
                <a:cubicBezTo>
                  <a:pt x="618153" y="822398"/>
                  <a:pt x="1520504" y="822398"/>
                  <a:pt x="1525724" y="822398"/>
                </a:cubicBezTo>
                <a:cubicBezTo>
                  <a:pt x="1575254" y="822398"/>
                  <a:pt x="1615268" y="775706"/>
                  <a:pt x="1615268" y="718166"/>
                </a:cubicBezTo>
                <a:cubicBezTo>
                  <a:pt x="1615278" y="666083"/>
                  <a:pt x="1582445" y="623316"/>
                  <a:pt x="1539640" y="615486"/>
                </a:cubicBezTo>
                <a:close/>
              </a:path>
              <a:path w="1615278" h="1615278">
                <a:moveTo>
                  <a:pt x="424844" y="430844"/>
                </a:moveTo>
                <a:lnTo>
                  <a:pt x="92535" y="266300"/>
                </a:lnTo>
                <a:lnTo>
                  <a:pt x="0" y="266300"/>
                </a:lnTo>
                <a:lnTo>
                  <a:pt x="0" y="1348978"/>
                </a:lnTo>
                <a:lnTo>
                  <a:pt x="92535" y="1348978"/>
                </a:lnTo>
                <a:lnTo>
                  <a:pt x="424844" y="937822"/>
                </a:lnTo>
                <a:lnTo>
                  <a:pt x="424844" y="430844"/>
                </a:lnTo>
                <a:close/>
                <a:moveTo>
                  <a:pt x="383781" y="923315"/>
                </a:moveTo>
                <a:lnTo>
                  <a:pt x="133636" y="1232678"/>
                </a:lnTo>
                <a:lnTo>
                  <a:pt x="133636" y="332584"/>
                </a:lnTo>
                <a:lnTo>
                  <a:pt x="383781" y="456362"/>
                </a:lnTo>
                <a:lnTo>
                  <a:pt x="383781" y="923315"/>
                </a:ln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子标题3-[3]【1】"/>
          <p:cNvSpPr txBox="1"/>
          <p:nvPr>
            <p:custDataLst>
              <p:tags r:id="rId14"/>
            </p:custDataLst>
          </p:nvPr>
        </p:nvSpPr>
        <p:spPr>
          <a:xfrm>
            <a:off x="6224586" y="3093476"/>
            <a:ext cx="3371850" cy="397586"/>
          </a:xfrm>
          <a:prstGeom prst="rect">
            <a:avLst/>
          </a:prstGeom>
        </p:spPr>
        <p:txBody>
          <a:bodyPr spcFirstLastPara="0" wrap="square" lIns="0" tIns="0" rIns="0" bIns="0" rtlCol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600" b="1" i="0" u="none" strike="noStrike">
                <a:solidFill>
                  <a:schemeClr val="tx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技术支持与持续维护</a:t>
            </a:r>
            <a:endParaRPr lang="zh-CN" altLang="en-US" sz="1600" b="1" i="0" u="none" strike="noStrike">
              <a:solidFill>
                <a:schemeClr val="tx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5" name="序号3-[3]【1】"/>
          <p:cNvSpPr txBox="1"/>
          <p:nvPr>
            <p:custDataLst>
              <p:tags r:id="rId15"/>
            </p:custDataLst>
          </p:nvPr>
        </p:nvSpPr>
        <p:spPr>
          <a:xfrm>
            <a:off x="6224587" y="4799001"/>
            <a:ext cx="905417" cy="656935"/>
          </a:xfrm>
          <a:prstGeom prst="rect">
            <a:avLst/>
          </a:prstGeom>
        </p:spPr>
        <p:txBody>
          <a:bodyPr spcFirstLastPara="0"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3200" b="1" i="0" u="none" strike="noStrike">
                <a:solidFill>
                  <a:schemeClr val="accent1">
                    <a:alpha val="26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03</a:t>
            </a:r>
            <a:endParaRPr lang="zh-CN" altLang="en-US" sz="3200" b="1" i="0" u="none" strike="noStrike">
              <a:solidFill>
                <a:schemeClr val="accent1">
                  <a:alpha val="26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6" name="标题"/>
          <p:cNvSpPr txBox="1"/>
          <p:nvPr>
            <p:custDataLst>
              <p:tags r:id="rId16"/>
            </p:custDataLst>
          </p:nvPr>
        </p:nvSpPr>
        <p:spPr>
          <a:xfrm>
            <a:off x="336884" y="196145"/>
            <a:ext cx="11058507" cy="720348"/>
          </a:xfrm>
          <a:prstGeom prst="rect">
            <a:avLst/>
          </a:prstGeom>
        </p:spPr>
        <p:txBody>
          <a:bodyPr spcFirstLastPara="0" wrap="square" lIns="51435" tIns="34290" rIns="51435" bIns="34290" rtlCol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3200" b="0" i="0" u="none" strike="noStrike">
                <a:solidFill>
                  <a:schemeClr val="tx1">
                    <a:alpha val="100000"/>
                  </a:schemeClr>
                </a:solidFill>
                <a:latin typeface="OptimalTitleCircle"/>
                <a:ea typeface="OptimalTitleCircle"/>
              </a:rPr>
              <a:t>解决方案与实施案例</a:t>
            </a:r>
            <a:endParaRPr lang="zh-CN" altLang="en-US" sz="3200" b="0" i="0" u="none" strike="noStrike">
              <a:solidFill>
                <a:schemeClr val="tx1">
                  <a:alpha val="100000"/>
                </a:schemeClr>
              </a:solidFill>
              <a:latin typeface="OptimalTitleCircle"/>
              <a:ea typeface="OptimalTitleCircle"/>
            </a:endParaRPr>
          </a:p>
        </p:txBody>
      </p:sp>
      <p:sp>
        <p:nvSpPr>
          <p:cNvPr id="17" name="子内容1-[1]【1】"/>
          <p:cNvSpPr txBox="1"/>
          <p:nvPr>
            <p:custDataLst>
              <p:tags r:id="rId17"/>
            </p:custDataLst>
          </p:nvPr>
        </p:nvSpPr>
        <p:spPr>
          <a:xfrm>
            <a:off x="865509" y="3438323"/>
            <a:ext cx="2410127" cy="2005092"/>
          </a:xfrm>
          <a:prstGeom prst="rect">
            <a:avLst/>
          </a:prstGeom>
        </p:spPr>
        <p:txBody>
          <a:bodyPr spcFirstLastPara="0" wrap="square" lIns="0" tIns="0" rIns="0" bIns="0" rtlCol="0" anchor="t">
            <a:normAutofit/>
          </a:bodyPr>
          <a:lstStyle/>
          <a:p>
            <a:pPr algn="just">
              <a:lnSpc>
                <a:spcPct val="110000"/>
              </a:lnSpc>
            </a:pPr>
            <a:r>
              <a:rPr lang="zh-CN" altLang="en-US" sz="1400" b="0" i="0" u="none" strike="noStrike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幼圆" panose="02010509060101010101" charset="-122"/>
                <a:ea typeface="幼圆" panose="02010509060101010101" charset="-122"/>
              </a:rPr>
              <a:t>针对医疗机构的独特需求与挑战，我们精心打造了一系列高度个性化的医疗信息化解决方案，旨在显著提升诊疗效率，同时严格保障患者数据的安全性与隐私性。</a:t>
            </a:r>
            <a:r>
              <a:rPr lang="zh-CN" altLang="en-US" sz="1400" b="0" i="0" u="none" strike="noStrike">
                <a:solidFill>
                  <a:schemeClr val="accent6">
                    <a:lumMod val="75000"/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
</a:t>
            </a:r>
            <a:endParaRPr lang="zh-CN" altLang="en-US" sz="1400" b="0" i="0" u="none" strike="noStrike">
              <a:solidFill>
                <a:schemeClr val="accent6">
                  <a:lumMod val="75000"/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8" name="子内容2-[2]【1】"/>
          <p:cNvSpPr txBox="1"/>
          <p:nvPr>
            <p:custDataLst>
              <p:tags r:id="rId18"/>
            </p:custDataLst>
          </p:nvPr>
        </p:nvSpPr>
        <p:spPr>
          <a:xfrm>
            <a:off x="3545048" y="3438323"/>
            <a:ext cx="2410127" cy="1932007"/>
          </a:xfrm>
          <a:prstGeom prst="rect">
            <a:avLst/>
          </a:prstGeom>
        </p:spPr>
        <p:txBody>
          <a:bodyPr spcFirstLastPara="0" wrap="square" lIns="0" tIns="0" rIns="0" bIns="0" rtlCol="0" anchor="t">
            <a:noAutofit/>
          </a:bodyPr>
          <a:lstStyle/>
          <a:p>
            <a:pPr algn="just">
              <a:lnSpc>
                <a:spcPct val="110000"/>
              </a:lnSpc>
            </a:pPr>
            <a:r>
              <a:rPr lang="zh-CN" altLang="en-US" sz="1400" b="0" i="0" u="none" strike="noStrike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幼圆" panose="02010509060101010101" charset="-122"/>
                <a:ea typeface="幼圆" panose="02010509060101010101" charset="-122"/>
              </a:rPr>
              <a:t>在某三甲医院的数字化转型浪潮中，厚爱</a:t>
            </a:r>
            <a:r>
              <a:rPr lang="zh-CN" altLang="en-US" sz="1400" b="0" i="0" u="none" strike="noStrike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幼圆" panose="02010509060101010101" charset="-122"/>
                <a:ea typeface="幼圆" panose="02010509060101010101" charset="-122"/>
              </a:rPr>
              <a:t>健康提供的前沿医疗信息化系统，凭借其高效的数据处理能力，极大地提升了医疗服务效率与患者满意度，展现了卓越的价值与性能。</a:t>
            </a:r>
            <a:r>
              <a:rPr lang="zh-CN" altLang="en-US" sz="1400" b="0" i="0" u="none" strike="noStrike">
                <a:solidFill>
                  <a:schemeClr val="accent6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
</a:t>
            </a:r>
            <a:endParaRPr lang="zh-CN" altLang="en-US" sz="1400" b="0" i="0" u="none" strike="noStrike">
              <a:solidFill>
                <a:schemeClr val="accent6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9" name="子内容3-[3]【1】"/>
          <p:cNvSpPr txBox="1"/>
          <p:nvPr>
            <p:custDataLst>
              <p:tags r:id="rId19"/>
            </p:custDataLst>
          </p:nvPr>
        </p:nvSpPr>
        <p:spPr>
          <a:xfrm>
            <a:off x="6224587" y="3438323"/>
            <a:ext cx="2410127" cy="1932007"/>
          </a:xfrm>
          <a:prstGeom prst="rect">
            <a:avLst/>
          </a:prstGeom>
        </p:spPr>
        <p:txBody>
          <a:bodyPr spcFirstLastPara="0" wrap="square" lIns="0" tIns="0" rIns="0" bIns="0" rtlCol="0" anchor="t">
            <a:normAutofit/>
          </a:bodyPr>
          <a:lstStyle/>
          <a:p>
            <a:pPr algn="just">
              <a:lnSpc>
                <a:spcPct val="110000"/>
              </a:lnSpc>
            </a:pPr>
            <a:r>
              <a:rPr lang="zh-CN" altLang="en-US" sz="1400" b="0" i="0" u="none" strike="noStrike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幼圆" panose="02010509060101010101" charset="-122"/>
                <a:ea typeface="幼圆" panose="02010509060101010101" charset="-122"/>
              </a:rPr>
              <a:t>我们为客户提供全方位的技术支持及定期的系统维护服务，确保医疗信息化系统持续稳定高效运行，助力客户轻松应对未来挑战，实现持续发展。
</a:t>
            </a:r>
            <a:endParaRPr lang="zh-CN" altLang="en-US" sz="1400" b="0" i="0" u="none" strike="noStrike">
              <a:solidFill>
                <a:schemeClr val="accent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幼圆" panose="02010509060101010101" charset="-122"/>
              <a:ea typeface="幼圆" panose="02010509060101010101" charset="-122"/>
            </a:endParaRPr>
          </a:p>
        </p:txBody>
      </p:sp>
    </p:spTree>
    <p:custDataLst>
      <p:tags r:id="rId20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装饰-[3]【1】"/>
          <p:cNvSpPr/>
          <p:nvPr>
            <p:custDataLst>
              <p:tags r:id="rId1"/>
            </p:custDataLst>
          </p:nvPr>
        </p:nvSpPr>
        <p:spPr>
          <a:xfrm>
            <a:off x="5639874" y="2226332"/>
            <a:ext cx="6552126" cy="4631668"/>
          </a:xfrm>
          <a:custGeom>
            <a:avLst/>
            <a:gdLst/>
            <a:ahLst/>
            <a:cxnLst/>
            <a:rect l="l" t="t" r="r" b="b"/>
            <a:pathLst>
              <a:path w="6552126" h="4631668">
                <a:moveTo>
                  <a:pt x="4354582" y="0"/>
                </a:moveTo>
                <a:cubicBezTo>
                  <a:pt x="5106134" y="0"/>
                  <a:pt x="5813212" y="190395"/>
                  <a:pt x="6430232" y="525570"/>
                </a:cubicBezTo>
                <a:lnTo>
                  <a:pt x="6552124" y="595665"/>
                </a:lnTo>
                <a:lnTo>
                  <a:pt x="6552124" y="2792444"/>
                </a:lnTo>
                <a:lnTo>
                  <a:pt x="6436766" y="2638178"/>
                </a:lnTo>
                <a:cubicBezTo>
                  <a:pt x="5941847" y="2038474"/>
                  <a:pt x="5192850" y="1656216"/>
                  <a:pt x="4354582" y="1656216"/>
                </a:cubicBezTo>
                <a:cubicBezTo>
                  <a:pt x="2864320" y="1656216"/>
                  <a:pt x="1656216" y="2864320"/>
                  <a:pt x="1656216" y="4354582"/>
                </a:cubicBezTo>
                <a:cubicBezTo>
                  <a:pt x="1656216" y="4447718"/>
                  <a:pt x="1660941" y="4539758"/>
                  <a:pt x="1670152" y="4630474"/>
                </a:cubicBezTo>
                <a:lnTo>
                  <a:pt x="1670333" y="4631664"/>
                </a:lnTo>
                <a:lnTo>
                  <a:pt x="9696" y="4631664"/>
                </a:lnTo>
                <a:lnTo>
                  <a:pt x="5667" y="4578668"/>
                </a:lnTo>
                <a:cubicBezTo>
                  <a:pt x="1905" y="4504448"/>
                  <a:pt x="0" y="4429734"/>
                  <a:pt x="0" y="4354582"/>
                </a:cubicBezTo>
                <a:cubicBezTo>
                  <a:pt x="0" y="1949615"/>
                  <a:pt x="1949615" y="0"/>
                  <a:pt x="4354582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角矩形 4-【1】"/>
          <p:cNvSpPr/>
          <p:nvPr>
            <p:custDataLst>
              <p:tags r:id="rId2"/>
            </p:custDataLst>
          </p:nvPr>
        </p:nvSpPr>
        <p:spPr>
          <a:xfrm rot="10800000">
            <a:off x="5343064" y="1956619"/>
            <a:ext cx="6182897" cy="3621424"/>
          </a:xfrm>
          <a:custGeom>
            <a:avLst/>
            <a:gdLst/>
            <a:ahLst/>
            <a:cxnLst/>
            <a:rect l="l" t="t" r="r" b="b"/>
            <a:pathLst>
              <a:path w="6182897" h="3621424">
                <a:moveTo>
                  <a:pt x="0" y="218046"/>
                </a:moveTo>
                <a:cubicBezTo>
                  <a:pt x="0" y="97703"/>
                  <a:pt x="97703" y="0"/>
                  <a:pt x="218046" y="0"/>
                </a:cubicBezTo>
                <a:lnTo>
                  <a:pt x="5964850" y="0"/>
                </a:lnTo>
                <a:cubicBezTo>
                  <a:pt x="6085193" y="0"/>
                  <a:pt x="6182896" y="97703"/>
                  <a:pt x="6182896" y="218046"/>
                </a:cubicBezTo>
                <a:lnTo>
                  <a:pt x="6182896" y="3403378"/>
                </a:lnTo>
                <a:cubicBezTo>
                  <a:pt x="6182896" y="3523721"/>
                  <a:pt x="6085193" y="3621424"/>
                  <a:pt x="5964850" y="3621424"/>
                </a:cubicBezTo>
                <a:lnTo>
                  <a:pt x="218046" y="3621424"/>
                </a:lnTo>
                <a:cubicBezTo>
                  <a:pt x="97703" y="3621424"/>
                  <a:pt x="0" y="3523721"/>
                  <a:pt x="0" y="3403378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  <a:alpha val="19999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5-【1】"/>
          <p:cNvSpPr/>
          <p:nvPr>
            <p:custDataLst>
              <p:tags r:id="rId3"/>
            </p:custDataLst>
          </p:nvPr>
        </p:nvSpPr>
        <p:spPr>
          <a:xfrm rot="10800000">
            <a:off x="5230761" y="1797132"/>
            <a:ext cx="6237338" cy="3723667"/>
          </a:xfrm>
          <a:custGeom>
            <a:avLst/>
            <a:gdLst/>
            <a:ahLst/>
            <a:cxnLst/>
            <a:rect l="l" t="t" r="r" b="b"/>
            <a:pathLst>
              <a:path w="6237338" h="3723667">
                <a:moveTo>
                  <a:pt x="0" y="224199"/>
                </a:moveTo>
                <a:cubicBezTo>
                  <a:pt x="0" y="100460"/>
                  <a:pt x="100460" y="0"/>
                  <a:pt x="224199" y="0"/>
                </a:cubicBezTo>
                <a:lnTo>
                  <a:pt x="6013132" y="0"/>
                </a:lnTo>
                <a:cubicBezTo>
                  <a:pt x="6072595" y="-3"/>
                  <a:pt x="6129624" y="23617"/>
                  <a:pt x="6171672" y="65662"/>
                </a:cubicBezTo>
                <a:cubicBezTo>
                  <a:pt x="6213720" y="107708"/>
                  <a:pt x="6237342" y="164736"/>
                  <a:pt x="6237342" y="224199"/>
                </a:cubicBezTo>
                <a:lnTo>
                  <a:pt x="6237342" y="3499466"/>
                </a:lnTo>
                <a:cubicBezTo>
                  <a:pt x="6237342" y="3558929"/>
                  <a:pt x="6213720" y="3615957"/>
                  <a:pt x="6171672" y="3658002"/>
                </a:cubicBezTo>
                <a:cubicBezTo>
                  <a:pt x="6129624" y="3700048"/>
                  <a:pt x="6072595" y="3723668"/>
                  <a:pt x="6013132" y="3723665"/>
                </a:cubicBezTo>
                <a:lnTo>
                  <a:pt x="224199" y="3723665"/>
                </a:lnTo>
                <a:cubicBezTo>
                  <a:pt x="100460" y="3723665"/>
                  <a:pt x="0" y="3623205"/>
                  <a:pt x="0" y="3499466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圆角矩形 6-【1】"/>
          <p:cNvSpPr/>
          <p:nvPr>
            <p:custDataLst>
              <p:tags r:id="rId4"/>
            </p:custDataLst>
          </p:nvPr>
        </p:nvSpPr>
        <p:spPr>
          <a:xfrm rot="10800000">
            <a:off x="5347676" y="1896699"/>
            <a:ext cx="6024357" cy="3524533"/>
          </a:xfrm>
          <a:custGeom>
            <a:avLst/>
            <a:gdLst/>
            <a:ahLst/>
            <a:cxnLst/>
            <a:rect l="l" t="t" r="r" b="b"/>
            <a:pathLst>
              <a:path w="6024356" h="3524533">
                <a:moveTo>
                  <a:pt x="0" y="212207"/>
                </a:moveTo>
                <a:cubicBezTo>
                  <a:pt x="0" y="95087"/>
                  <a:pt x="95087" y="0"/>
                  <a:pt x="212207" y="0"/>
                </a:cubicBezTo>
                <a:lnTo>
                  <a:pt x="5812146" y="0"/>
                </a:lnTo>
                <a:cubicBezTo>
                  <a:pt x="5929266" y="0"/>
                  <a:pt x="6024353" y="95087"/>
                  <a:pt x="6024353" y="212207"/>
                </a:cubicBezTo>
                <a:lnTo>
                  <a:pt x="6024353" y="3312319"/>
                </a:lnTo>
                <a:cubicBezTo>
                  <a:pt x="6024356" y="3368602"/>
                  <a:pt x="6002000" y="3422580"/>
                  <a:pt x="5962202" y="3462378"/>
                </a:cubicBezTo>
                <a:cubicBezTo>
                  <a:pt x="5922406" y="3502177"/>
                  <a:pt x="5868428" y="3524536"/>
                  <a:pt x="5812146" y="3524536"/>
                </a:cubicBezTo>
                <a:lnTo>
                  <a:pt x="212207" y="3524536"/>
                </a:lnTo>
                <a:cubicBezTo>
                  <a:pt x="155924" y="3524536"/>
                  <a:pt x="101947" y="3502177"/>
                  <a:pt x="62150" y="3462378"/>
                </a:cubicBezTo>
                <a:cubicBezTo>
                  <a:pt x="22354" y="3422580"/>
                  <a:pt x="-3" y="3368602"/>
                  <a:pt x="0" y="3312319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任意多边形: 形状 8"/>
          <p:cNvSpPr/>
          <p:nvPr>
            <p:custDataLst>
              <p:tags r:id="rId5"/>
            </p:custDataLst>
          </p:nvPr>
        </p:nvSpPr>
        <p:spPr>
          <a:xfrm rot="5400000">
            <a:off x="10587818" y="3520991"/>
            <a:ext cx="1301703" cy="275951"/>
          </a:xfrm>
          <a:custGeom>
            <a:avLst/>
            <a:gdLst/>
            <a:ahLst/>
            <a:cxnLst/>
            <a:rect l="l" t="t" r="r" b="b"/>
            <a:pathLst>
              <a:path w="1301703" h="275951">
                <a:moveTo>
                  <a:pt x="0" y="0"/>
                </a:moveTo>
                <a:lnTo>
                  <a:pt x="1301706" y="0"/>
                </a:lnTo>
                <a:lnTo>
                  <a:pt x="1301706" y="86325"/>
                </a:lnTo>
                <a:cubicBezTo>
                  <a:pt x="1301706" y="191052"/>
                  <a:pt x="1216800" y="275949"/>
                  <a:pt x="1112082" y="275949"/>
                </a:cubicBezTo>
                <a:lnTo>
                  <a:pt x="189624" y="275949"/>
                </a:lnTo>
                <a:cubicBezTo>
                  <a:pt x="84896" y="275949"/>
                  <a:pt x="0" y="191052"/>
                  <a:pt x="0" y="86325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9"/>
          <p:cNvSpPr/>
          <p:nvPr>
            <p:custDataLst>
              <p:tags r:id="rId6"/>
            </p:custDataLst>
          </p:nvPr>
        </p:nvSpPr>
        <p:spPr>
          <a:xfrm rot="5400000">
            <a:off x="11202097" y="3569159"/>
            <a:ext cx="179616" cy="179616"/>
          </a:xfrm>
          <a:custGeom>
            <a:avLst/>
            <a:gdLst/>
            <a:ahLst/>
            <a:cxnLst/>
            <a:rect l="l" t="t" r="r" b="b"/>
            <a:pathLst>
              <a:path w="179616" h="179616">
                <a:moveTo>
                  <a:pt x="0" y="89811"/>
                </a:moveTo>
                <a:cubicBezTo>
                  <a:pt x="0" y="40210"/>
                  <a:pt x="40210" y="0"/>
                  <a:pt x="89811" y="0"/>
                </a:cubicBezTo>
                <a:cubicBezTo>
                  <a:pt x="139409" y="5"/>
                  <a:pt x="179613" y="40213"/>
                  <a:pt x="179613" y="89811"/>
                </a:cubicBezTo>
                <a:cubicBezTo>
                  <a:pt x="179608" y="139405"/>
                  <a:pt x="139405" y="179608"/>
                  <a:pt x="89811" y="179613"/>
                </a:cubicBezTo>
                <a:cubicBezTo>
                  <a:pt x="40213" y="179613"/>
                  <a:pt x="5" y="139409"/>
                  <a:pt x="0" y="89811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10"/>
          <p:cNvSpPr/>
          <p:nvPr>
            <p:custDataLst>
              <p:tags r:id="rId7"/>
            </p:custDataLst>
          </p:nvPr>
        </p:nvSpPr>
        <p:spPr>
          <a:xfrm rot="5400000">
            <a:off x="11237434" y="3604494"/>
            <a:ext cx="108944" cy="108944"/>
          </a:xfrm>
          <a:custGeom>
            <a:avLst/>
            <a:gdLst/>
            <a:ahLst/>
            <a:cxnLst/>
            <a:rect l="l" t="t" r="r" b="b"/>
            <a:pathLst>
              <a:path w="108944" h="108944">
                <a:moveTo>
                  <a:pt x="0" y="54473"/>
                </a:moveTo>
                <a:cubicBezTo>
                  <a:pt x="0" y="24409"/>
                  <a:pt x="24409" y="0"/>
                  <a:pt x="54473" y="0"/>
                </a:cubicBezTo>
                <a:cubicBezTo>
                  <a:pt x="68920" y="0"/>
                  <a:pt x="82776" y="5739"/>
                  <a:pt x="92992" y="15954"/>
                </a:cubicBezTo>
                <a:cubicBezTo>
                  <a:pt x="103208" y="26170"/>
                  <a:pt x="108947" y="40026"/>
                  <a:pt x="108947" y="54473"/>
                </a:cubicBezTo>
                <a:cubicBezTo>
                  <a:pt x="108947" y="68920"/>
                  <a:pt x="103208" y="82776"/>
                  <a:pt x="92992" y="92992"/>
                </a:cubicBezTo>
                <a:cubicBezTo>
                  <a:pt x="82776" y="103208"/>
                  <a:pt x="68920" y="108947"/>
                  <a:pt x="54473" y="108947"/>
                </a:cubicBezTo>
                <a:cubicBezTo>
                  <a:pt x="40026" y="108947"/>
                  <a:pt x="26170" y="103208"/>
                  <a:pt x="15954" y="92992"/>
                </a:cubicBezTo>
                <a:cubicBezTo>
                  <a:pt x="5739" y="82776"/>
                  <a:pt x="0" y="68920"/>
                  <a:pt x="0" y="54473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表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rcRect l="3093" r="3093"/>
          <a:stretch>
            <a:fillRect/>
          </a:stretch>
        </p:blipFill>
        <p:spPr>
          <a:xfrm>
            <a:off x="7847238" y="2514422"/>
            <a:ext cx="3133415" cy="2229705"/>
          </a:xfrm>
          <a:custGeom>
            <a:avLst/>
            <a:gdLst/>
            <a:ahLst/>
            <a:cxnLst/>
            <a:rect l="l" t="t" r="r" b="b"/>
            <a:pathLst>
              <a:path w="3133415" h="2229705">
                <a:moveTo>
                  <a:pt x="0" y="106442"/>
                </a:moveTo>
                <a:cubicBezTo>
                  <a:pt x="0" y="47656"/>
                  <a:pt x="47656" y="0"/>
                  <a:pt x="106442" y="0"/>
                </a:cubicBezTo>
                <a:lnTo>
                  <a:pt x="3026969" y="0"/>
                </a:lnTo>
                <a:cubicBezTo>
                  <a:pt x="3085755" y="0"/>
                  <a:pt x="3133411" y="47656"/>
                  <a:pt x="3133411" y="106442"/>
                </a:cubicBezTo>
                <a:lnTo>
                  <a:pt x="3133411" y="2123256"/>
                </a:lnTo>
                <a:cubicBezTo>
                  <a:pt x="3133414" y="2151488"/>
                  <a:pt x="3122200" y="2178564"/>
                  <a:pt x="3102238" y="2198528"/>
                </a:cubicBezTo>
                <a:cubicBezTo>
                  <a:pt x="3082276" y="2218491"/>
                  <a:pt x="3055201" y="2229707"/>
                  <a:pt x="3026969" y="2229707"/>
                </a:cubicBezTo>
                <a:lnTo>
                  <a:pt x="106442" y="2229707"/>
                </a:lnTo>
                <a:cubicBezTo>
                  <a:pt x="78210" y="2229707"/>
                  <a:pt x="51135" y="2218491"/>
                  <a:pt x="31173" y="2198528"/>
                </a:cubicBezTo>
                <a:cubicBezTo>
                  <a:pt x="11211" y="2178564"/>
                  <a:pt x="-2" y="2151488"/>
                  <a:pt x="0" y="2123256"/>
                </a:cubicBezTo>
                <a:close/>
              </a:path>
            </a:pathLst>
          </a:custGeom>
        </p:spPr>
      </p:pic>
      <p:sp>
        <p:nvSpPr>
          <p:cNvPr id="10" name="子内容-[3]【1】"/>
          <p:cNvSpPr txBox="1"/>
          <p:nvPr>
            <p:custDataLst>
              <p:tags r:id="rId10"/>
            </p:custDataLst>
          </p:nvPr>
        </p:nvSpPr>
        <p:spPr>
          <a:xfrm>
            <a:off x="5587534" y="2525448"/>
            <a:ext cx="2218358" cy="2207258"/>
          </a:xfrm>
          <a:prstGeom prst="rect">
            <a:avLst/>
          </a:prstGeom>
        </p:spPr>
        <p:txBody>
          <a:bodyPr spcFirstLastPara="0" wrap="square" lIns="0" tIns="0" rIns="0" bIns="0" rtlCol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400" b="0" i="0" u="none" strike="noStrike">
                <a:solidFill>
                  <a:schemeClr val="bg2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依托先进的云计算技术与精细化的大数据分析手段，我们为医疗机构量身打造高效、精准的健康数据管理解决方案，助力医疗决策过程实现科学化、智能化，提升整体医疗服务水平。
</a:t>
            </a:r>
            <a:endParaRPr lang="zh-CN" altLang="en-US" sz="1400" b="0" i="0" u="none" strike="noStrike">
              <a:solidFill>
                <a:schemeClr val="bg2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1" name="装饰-[1]【1】"/>
          <p:cNvSpPr/>
          <p:nvPr>
            <p:custDataLst>
              <p:tags r:id="rId11"/>
            </p:custDataLst>
          </p:nvPr>
        </p:nvSpPr>
        <p:spPr>
          <a:xfrm>
            <a:off x="723900" y="1986418"/>
            <a:ext cx="721442" cy="721442"/>
          </a:xfrm>
          <a:custGeom>
            <a:avLst/>
            <a:gdLst/>
            <a:ahLst/>
            <a:cxnLst/>
            <a:rect l="l" t="t" r="r" b="b"/>
            <a:pathLst>
              <a:path w="721442" h="721442">
                <a:moveTo>
                  <a:pt x="0" y="120244"/>
                </a:moveTo>
                <a:cubicBezTo>
                  <a:pt x="0" y="53835"/>
                  <a:pt x="53835" y="0"/>
                  <a:pt x="120244" y="0"/>
                </a:cubicBezTo>
                <a:lnTo>
                  <a:pt x="601199" y="0"/>
                </a:lnTo>
                <a:cubicBezTo>
                  <a:pt x="667608" y="0"/>
                  <a:pt x="721443" y="53835"/>
                  <a:pt x="721443" y="120244"/>
                </a:cubicBezTo>
                <a:lnTo>
                  <a:pt x="721443" y="601199"/>
                </a:lnTo>
                <a:cubicBezTo>
                  <a:pt x="721443" y="667608"/>
                  <a:pt x="667608" y="721443"/>
                  <a:pt x="601199" y="721443"/>
                </a:cubicBezTo>
                <a:lnTo>
                  <a:pt x="120244" y="721443"/>
                </a:lnTo>
                <a:cubicBezTo>
                  <a:pt x="53835" y="721443"/>
                  <a:pt x="0" y="667608"/>
                  <a:pt x="0" y="601199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子标题-[1]【1】"/>
          <p:cNvSpPr txBox="1"/>
          <p:nvPr>
            <p:custDataLst>
              <p:tags r:id="rId12"/>
            </p:custDataLst>
          </p:nvPr>
        </p:nvSpPr>
        <p:spPr>
          <a:xfrm>
            <a:off x="1629398" y="1896699"/>
            <a:ext cx="3371850" cy="498205"/>
          </a:xfrm>
          <a:prstGeom prst="rect">
            <a:avLst/>
          </a:prstGeom>
        </p:spPr>
        <p:txBody>
          <a:bodyPr spcFirstLastPara="0" wrap="square" lIns="0" tIns="0" rIns="0" bIns="0" rtlCol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600" b="1" i="0" u="none" strike="noStrike">
                <a:solidFill>
                  <a:schemeClr val="tx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系统集成与网络基础设施</a:t>
            </a:r>
            <a:endParaRPr lang="zh-CN" altLang="en-US" sz="1600" b="1" i="0" u="none" strike="noStrike">
              <a:solidFill>
                <a:schemeClr val="tx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3" name="子内容-[1]【1】"/>
          <p:cNvSpPr txBox="1"/>
          <p:nvPr>
            <p:custDataLst>
              <p:tags r:id="rId13"/>
            </p:custDataLst>
          </p:nvPr>
        </p:nvSpPr>
        <p:spPr>
          <a:xfrm>
            <a:off x="1629396" y="2394904"/>
            <a:ext cx="3481323" cy="1346907"/>
          </a:xfrm>
          <a:prstGeom prst="rect">
            <a:avLst/>
          </a:prstGeom>
        </p:spPr>
        <p:txBody>
          <a:bodyPr spcFirstLastPara="0" wrap="square" lIns="0" tIns="0" rIns="0" bIns="0" rtlCol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400" b="0" i="0" u="none" strike="noStrike">
                <a:solidFill>
                  <a:schemeClr val="bg2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凭借先进的系统集成技术与坚实的网络基础设施，我们为医疗机构精心打造了一个安全、高效、稳定的信息化环境，有力支撑并促进了医疗流程的全面数字化与智能化转型。
</a:t>
            </a:r>
            <a:endParaRPr lang="zh-CN" altLang="en-US" sz="1400" b="0" i="0" u="none" strike="noStrike">
              <a:solidFill>
                <a:schemeClr val="bg2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4" name="装饰-[2]【1】"/>
          <p:cNvSpPr/>
          <p:nvPr>
            <p:custDataLst>
              <p:tags r:id="rId14"/>
            </p:custDataLst>
          </p:nvPr>
        </p:nvSpPr>
        <p:spPr>
          <a:xfrm>
            <a:off x="723900" y="3963499"/>
            <a:ext cx="721442" cy="721442"/>
          </a:xfrm>
          <a:custGeom>
            <a:avLst/>
            <a:gdLst/>
            <a:ahLst/>
            <a:cxnLst/>
            <a:rect l="l" t="t" r="r" b="b"/>
            <a:pathLst>
              <a:path w="721442" h="721442">
                <a:moveTo>
                  <a:pt x="0" y="120244"/>
                </a:moveTo>
                <a:cubicBezTo>
                  <a:pt x="0" y="53835"/>
                  <a:pt x="53835" y="0"/>
                  <a:pt x="120244" y="0"/>
                </a:cubicBezTo>
                <a:lnTo>
                  <a:pt x="601199" y="0"/>
                </a:lnTo>
                <a:cubicBezTo>
                  <a:pt x="667608" y="0"/>
                  <a:pt x="721443" y="53835"/>
                  <a:pt x="721443" y="120244"/>
                </a:cubicBezTo>
                <a:lnTo>
                  <a:pt x="721443" y="601199"/>
                </a:lnTo>
                <a:cubicBezTo>
                  <a:pt x="721443" y="667608"/>
                  <a:pt x="667608" y="721443"/>
                  <a:pt x="601199" y="721443"/>
                </a:cubicBezTo>
                <a:lnTo>
                  <a:pt x="120244" y="721443"/>
                </a:lnTo>
                <a:cubicBezTo>
                  <a:pt x="53835" y="721443"/>
                  <a:pt x="0" y="667608"/>
                  <a:pt x="0" y="601199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子标题-[2]【1】"/>
          <p:cNvSpPr txBox="1"/>
          <p:nvPr>
            <p:custDataLst>
              <p:tags r:id="rId15"/>
            </p:custDataLst>
          </p:nvPr>
        </p:nvSpPr>
        <p:spPr>
          <a:xfrm>
            <a:off x="1629398" y="3873780"/>
            <a:ext cx="3371850" cy="498205"/>
          </a:xfrm>
          <a:prstGeom prst="rect">
            <a:avLst/>
          </a:prstGeom>
        </p:spPr>
        <p:txBody>
          <a:bodyPr spcFirstLastPara="0" wrap="square" lIns="0" tIns="0" rIns="0" bIns="0" rtlCol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600" b="1" i="0" u="none" strike="noStrike">
                <a:solidFill>
                  <a:schemeClr val="tx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智能硬件与设备</a:t>
            </a:r>
            <a:endParaRPr lang="zh-CN" altLang="en-US" sz="1600" b="1" i="0" u="none" strike="noStrike">
              <a:solidFill>
                <a:schemeClr val="tx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6" name="子内容-[2]【1】"/>
          <p:cNvSpPr txBox="1"/>
          <p:nvPr>
            <p:custDataLst>
              <p:tags r:id="rId16"/>
            </p:custDataLst>
          </p:nvPr>
        </p:nvSpPr>
        <p:spPr>
          <a:xfrm>
            <a:off x="1629396" y="4371985"/>
            <a:ext cx="3481323" cy="1346907"/>
          </a:xfrm>
          <a:prstGeom prst="rect">
            <a:avLst/>
          </a:prstGeom>
        </p:spPr>
        <p:txBody>
          <a:bodyPr spcFirstLastPara="0"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400" b="0" i="0" u="none" strike="noStrike">
                <a:solidFill>
                  <a:schemeClr val="bg2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研发并提供多种智能硬件设备，包括高精度血压计、心电监测仪等，这些设备集数据采集、分析与远程传输功能于一体，为远程医疗监护提供了全面而便捷的支持，助力医疗健康科技的远程监控体系。
</a:t>
            </a:r>
            <a:endParaRPr lang="zh-CN" altLang="en-US" sz="1400" b="0" i="0" u="none" strike="noStrike">
              <a:solidFill>
                <a:schemeClr val="bg2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7" name="icon-[1]【1】"/>
          <p:cNvSpPr/>
          <p:nvPr>
            <p:custDataLst>
              <p:tags r:id="rId17"/>
            </p:custDataLst>
          </p:nvPr>
        </p:nvSpPr>
        <p:spPr>
          <a:xfrm>
            <a:off x="953141" y="221756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7513272" h="7513272">
                <a:moveTo>
                  <a:pt x="5549427" y="1332338"/>
                </a:moveTo>
                <a:cubicBezTo>
                  <a:pt x="5551188" y="1305630"/>
                  <a:pt x="5555066" y="1279436"/>
                  <a:pt x="5555066" y="1252109"/>
                </a:cubicBezTo>
                <a:cubicBezTo>
                  <a:pt x="5555066" y="560613"/>
                  <a:pt x="4999710" y="0"/>
                  <a:pt x="4314740" y="0"/>
                </a:cubicBezTo>
                <a:cubicBezTo>
                  <a:pt x="3710254" y="0"/>
                  <a:pt x="3207430" y="436636"/>
                  <a:pt x="3097359" y="1014679"/>
                </a:cubicBezTo>
                <a:cubicBezTo>
                  <a:pt x="2900162" y="927421"/>
                  <a:pt x="2683421" y="876529"/>
                  <a:pt x="2454250" y="876529"/>
                </a:cubicBezTo>
                <a:cubicBezTo>
                  <a:pt x="1563814" y="876405"/>
                  <a:pt x="841981" y="1605506"/>
                  <a:pt x="841981" y="2504475"/>
                </a:cubicBezTo>
                <a:cubicBezTo>
                  <a:pt x="841981" y="3279200"/>
                  <a:pt x="1379401" y="3924567"/>
                  <a:pt x="2097853" y="4088540"/>
                </a:cubicBezTo>
                <a:cubicBezTo>
                  <a:pt x="2088452" y="4143461"/>
                  <a:pt x="2082184" y="4199868"/>
                  <a:pt x="2082184" y="4257532"/>
                </a:cubicBezTo>
                <a:cubicBezTo>
                  <a:pt x="2082184" y="4810506"/>
                  <a:pt x="2526468" y="5259038"/>
                  <a:pt x="3074422" y="5259038"/>
                </a:cubicBezTo>
                <a:cubicBezTo>
                  <a:pt x="3310100" y="5259038"/>
                  <a:pt x="3524964" y="5174675"/>
                  <a:pt x="3694586" y="5035782"/>
                </a:cubicBezTo>
                <a:lnTo>
                  <a:pt x="3694586" y="7262698"/>
                </a:lnTo>
                <a:lnTo>
                  <a:pt x="2702347" y="7262698"/>
                </a:lnTo>
                <a:cubicBezTo>
                  <a:pt x="2633900" y="7262698"/>
                  <a:pt x="2578360" y="7318600"/>
                  <a:pt x="2578360" y="7388066"/>
                </a:cubicBezTo>
                <a:cubicBezTo>
                  <a:pt x="2578360" y="7456884"/>
                  <a:pt x="2633900" y="7513282"/>
                  <a:pt x="2702347" y="7513282"/>
                </a:cubicBezTo>
                <a:lnTo>
                  <a:pt x="4934912" y="7513282"/>
                </a:lnTo>
                <a:cubicBezTo>
                  <a:pt x="5003358" y="7513282"/>
                  <a:pt x="5058900" y="7456874"/>
                  <a:pt x="5058900" y="7388066"/>
                </a:cubicBezTo>
                <a:cubicBezTo>
                  <a:pt x="5058900" y="7318734"/>
                  <a:pt x="5003360" y="7262698"/>
                  <a:pt x="4934912" y="7262698"/>
                </a:cubicBezTo>
                <a:lnTo>
                  <a:pt x="3942674" y="7262698"/>
                </a:lnTo>
                <a:lnTo>
                  <a:pt x="3942674" y="4948142"/>
                </a:lnTo>
                <a:cubicBezTo>
                  <a:pt x="4060012" y="4986614"/>
                  <a:pt x="4184618" y="5008673"/>
                  <a:pt x="4314740" y="5008673"/>
                </a:cubicBezTo>
                <a:cubicBezTo>
                  <a:pt x="4729810" y="5008673"/>
                  <a:pt x="5094484" y="4800942"/>
                  <a:pt x="5319265" y="4484798"/>
                </a:cubicBezTo>
                <a:cubicBezTo>
                  <a:pt x="6085722" y="4358554"/>
                  <a:pt x="6671281" y="3689004"/>
                  <a:pt x="6671281" y="2879922"/>
                </a:cubicBezTo>
                <a:cubicBezTo>
                  <a:pt x="6671281" y="2153955"/>
                  <a:pt x="6199546" y="1541698"/>
                  <a:pt x="5549427" y="1332338"/>
                </a:cubicBezTo>
                <a:close/>
                <a:moveTo>
                  <a:pt x="5452520" y="4197210"/>
                </a:moveTo>
                <a:cubicBezTo>
                  <a:pt x="5425812" y="4205488"/>
                  <a:pt x="5398618" y="4211888"/>
                  <a:pt x="5371290" y="4218404"/>
                </a:cubicBezTo>
                <a:cubicBezTo>
                  <a:pt x="5353231" y="4223052"/>
                  <a:pt x="5335428" y="4227814"/>
                  <a:pt x="5317132" y="4231072"/>
                </a:cubicBezTo>
                <a:cubicBezTo>
                  <a:pt x="5270992" y="4240226"/>
                  <a:pt x="5224368" y="4247236"/>
                  <a:pt x="5176723" y="4251388"/>
                </a:cubicBezTo>
                <a:cubicBezTo>
                  <a:pt x="5151910" y="4295384"/>
                  <a:pt x="5123068" y="4336628"/>
                  <a:pt x="5092103" y="4375861"/>
                </a:cubicBezTo>
                <a:cubicBezTo>
                  <a:pt x="5084084" y="4386386"/>
                  <a:pt x="5075054" y="4395788"/>
                  <a:pt x="5066652" y="4405816"/>
                </a:cubicBezTo>
                <a:cubicBezTo>
                  <a:pt x="5041706" y="4435154"/>
                  <a:pt x="5015379" y="4463358"/>
                  <a:pt x="4987300" y="4489570"/>
                </a:cubicBezTo>
                <a:cubicBezTo>
                  <a:pt x="4810420" y="4655286"/>
                  <a:pt x="4575115" y="4758594"/>
                  <a:pt x="4314616" y="4758594"/>
                </a:cubicBezTo>
                <a:cubicBezTo>
                  <a:pt x="4173331" y="4758594"/>
                  <a:pt x="4040324" y="4725742"/>
                  <a:pt x="3918728" y="4671955"/>
                </a:cubicBezTo>
                <a:cubicBezTo>
                  <a:pt x="3899297" y="4663430"/>
                  <a:pt x="3879618" y="4655792"/>
                  <a:pt x="3860940" y="4645894"/>
                </a:cubicBezTo>
                <a:cubicBezTo>
                  <a:pt x="3821069" y="4624968"/>
                  <a:pt x="3782207" y="4602403"/>
                  <a:pt x="3745735" y="4576314"/>
                </a:cubicBezTo>
                <a:cubicBezTo>
                  <a:pt x="3729943" y="4610157"/>
                  <a:pt x="3711007" y="4642637"/>
                  <a:pt x="3690824" y="4673355"/>
                </a:cubicBezTo>
                <a:cubicBezTo>
                  <a:pt x="3679289" y="4690900"/>
                  <a:pt x="3666126" y="4707064"/>
                  <a:pt x="3653342" y="4723362"/>
                </a:cubicBezTo>
                <a:cubicBezTo>
                  <a:pt x="3643560" y="4736029"/>
                  <a:pt x="3633788" y="4748679"/>
                  <a:pt x="3623130" y="4760718"/>
                </a:cubicBezTo>
                <a:cubicBezTo>
                  <a:pt x="3487608" y="4912280"/>
                  <a:pt x="3292802" y="5008444"/>
                  <a:pt x="3074422" y="5008444"/>
                </a:cubicBezTo>
                <a:cubicBezTo>
                  <a:pt x="2663362" y="5008444"/>
                  <a:pt x="2330282" y="4672098"/>
                  <a:pt x="2330282" y="4257274"/>
                </a:cubicBezTo>
                <a:cubicBezTo>
                  <a:pt x="2330282" y="4210022"/>
                  <a:pt x="2336302" y="4164520"/>
                  <a:pt x="2344951" y="4120134"/>
                </a:cubicBezTo>
                <a:cubicBezTo>
                  <a:pt x="2351723" y="4083653"/>
                  <a:pt x="2361876" y="4048439"/>
                  <a:pt x="2373916" y="4014073"/>
                </a:cubicBezTo>
                <a:cubicBezTo>
                  <a:pt x="2377050" y="4005053"/>
                  <a:pt x="2379936" y="3995899"/>
                  <a:pt x="2383441" y="3987136"/>
                </a:cubicBezTo>
                <a:cubicBezTo>
                  <a:pt x="2397862" y="3950150"/>
                  <a:pt x="2414407" y="3914288"/>
                  <a:pt x="2434086" y="3880446"/>
                </a:cubicBezTo>
                <a:lnTo>
                  <a:pt x="2434086" y="3880446"/>
                </a:lnTo>
                <a:cubicBezTo>
                  <a:pt x="1690069" y="3869674"/>
                  <a:pt x="1090089" y="3258283"/>
                  <a:pt x="1090089" y="2504484"/>
                </a:cubicBezTo>
                <a:cubicBezTo>
                  <a:pt x="1090089" y="1743542"/>
                  <a:pt x="1700975" y="1126893"/>
                  <a:pt x="2454393" y="1126893"/>
                </a:cubicBezTo>
                <a:cubicBezTo>
                  <a:pt x="2684431" y="1126893"/>
                  <a:pt x="2900306" y="1186186"/>
                  <a:pt x="3090224" y="1287608"/>
                </a:cubicBezTo>
                <a:cubicBezTo>
                  <a:pt x="3127076" y="1307544"/>
                  <a:pt x="3162805" y="1328728"/>
                  <a:pt x="3197533" y="1352169"/>
                </a:cubicBezTo>
                <a:cubicBezTo>
                  <a:pt x="3207810" y="1358560"/>
                  <a:pt x="3218212" y="1365332"/>
                  <a:pt x="3228366" y="1372352"/>
                </a:cubicBezTo>
                <a:cubicBezTo>
                  <a:pt x="3268609" y="1400556"/>
                  <a:pt x="3307852" y="1430141"/>
                  <a:pt x="3344951" y="1462488"/>
                </a:cubicBezTo>
                <a:cubicBezTo>
                  <a:pt x="3330664" y="1394670"/>
                  <a:pt x="3322758" y="1324470"/>
                  <a:pt x="3322758" y="1252385"/>
                </a:cubicBezTo>
                <a:cubicBezTo>
                  <a:pt x="3322758" y="1213894"/>
                  <a:pt x="3325387" y="1176042"/>
                  <a:pt x="3329654" y="1138676"/>
                </a:cubicBezTo>
                <a:cubicBezTo>
                  <a:pt x="3385690" y="638994"/>
                  <a:pt x="3805276" y="250622"/>
                  <a:pt x="4314987" y="250622"/>
                </a:cubicBezTo>
                <a:cubicBezTo>
                  <a:pt x="4862941" y="250622"/>
                  <a:pt x="5307225" y="699287"/>
                  <a:pt x="5307225" y="1252385"/>
                </a:cubicBezTo>
                <a:cubicBezTo>
                  <a:pt x="5307225" y="1271435"/>
                  <a:pt x="5304338" y="1289742"/>
                  <a:pt x="5303214" y="1308792"/>
                </a:cubicBezTo>
                <a:cubicBezTo>
                  <a:pt x="5301586" y="1338510"/>
                  <a:pt x="5299948" y="1368714"/>
                  <a:pt x="5295824" y="1397803"/>
                </a:cubicBezTo>
                <a:cubicBezTo>
                  <a:pt x="5289556" y="1439551"/>
                  <a:pt x="5281155" y="1480918"/>
                  <a:pt x="5270125" y="1520904"/>
                </a:cubicBezTo>
                <a:cubicBezTo>
                  <a:pt x="5352230" y="1533820"/>
                  <a:pt x="5431840" y="1554127"/>
                  <a:pt x="5508440" y="1581074"/>
                </a:cubicBezTo>
                <a:cubicBezTo>
                  <a:pt x="6041098" y="1768487"/>
                  <a:pt x="6423574" y="2278580"/>
                  <a:pt x="6423574" y="2880198"/>
                </a:cubicBezTo>
                <a:cubicBezTo>
                  <a:pt x="6423203" y="3502095"/>
                  <a:pt x="6013894" y="4026866"/>
                  <a:pt x="5452520" y="419721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icon-[2]【1】"/>
          <p:cNvSpPr/>
          <p:nvPr>
            <p:custDataLst>
              <p:tags r:id="rId18"/>
            </p:custDataLst>
          </p:nvPr>
        </p:nvSpPr>
        <p:spPr>
          <a:xfrm>
            <a:off x="957012" y="4190974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5829310" h="5829310">
                <a:moveTo>
                  <a:pt x="3639607" y="475859"/>
                </a:moveTo>
                <a:cubicBezTo>
                  <a:pt x="3639607" y="535343"/>
                  <a:pt x="3639607" y="594827"/>
                  <a:pt x="3639607" y="654310"/>
                </a:cubicBezTo>
                <a:cubicBezTo>
                  <a:pt x="4487580" y="654310"/>
                  <a:pt x="5174999" y="1341730"/>
                  <a:pt x="5174999" y="2189702"/>
                </a:cubicBezTo>
                <a:cubicBezTo>
                  <a:pt x="5234482" y="2189702"/>
                  <a:pt x="5293966" y="2189702"/>
                  <a:pt x="5353450" y="2189702"/>
                </a:cubicBezTo>
                <a:cubicBezTo>
                  <a:pt x="5353450" y="1243174"/>
                  <a:pt x="4586135" y="475859"/>
                  <a:pt x="3639607" y="475859"/>
                </a:cubicBezTo>
                <a:close/>
              </a:path>
              <a:path w="5829310" h="5829310">
                <a:moveTo>
                  <a:pt x="3639607" y="0"/>
                </a:moveTo>
                <a:cubicBezTo>
                  <a:pt x="3639607" y="59484"/>
                  <a:pt x="3639607" y="118967"/>
                  <a:pt x="3639607" y="178451"/>
                </a:cubicBezTo>
                <a:cubicBezTo>
                  <a:pt x="4750384" y="178451"/>
                  <a:pt x="5650858" y="1078925"/>
                  <a:pt x="5650858" y="2189702"/>
                </a:cubicBezTo>
                <a:cubicBezTo>
                  <a:pt x="5710342" y="2189702"/>
                  <a:pt x="5769826" y="2189702"/>
                  <a:pt x="5829310" y="2189702"/>
                </a:cubicBezTo>
                <a:cubicBezTo>
                  <a:pt x="5829310" y="980361"/>
                  <a:pt x="4848949" y="0"/>
                  <a:pt x="3639607" y="0"/>
                </a:cubicBezTo>
                <a:close/>
              </a:path>
              <a:path w="5829310" h="5829310">
                <a:moveTo>
                  <a:pt x="4329408" y="1499902"/>
                </a:moveTo>
                <a:cubicBezTo>
                  <a:pt x="4193362" y="1363856"/>
                  <a:pt x="4057298" y="1227792"/>
                  <a:pt x="3921252" y="1091746"/>
                </a:cubicBezTo>
                <a:cubicBezTo>
                  <a:pt x="3823620" y="994115"/>
                  <a:pt x="3663648" y="999811"/>
                  <a:pt x="3573208" y="1104167"/>
                </a:cubicBezTo>
                <a:cubicBezTo>
                  <a:pt x="2401510" y="2456107"/>
                  <a:pt x="1229820" y="3808057"/>
                  <a:pt x="58131" y="5159997"/>
                </a:cubicBezTo>
                <a:cubicBezTo>
                  <a:pt x="-23622" y="5254323"/>
                  <a:pt x="-18574" y="5395798"/>
                  <a:pt x="69694" y="5484066"/>
                </a:cubicBezTo>
                <a:cubicBezTo>
                  <a:pt x="115614" y="5529986"/>
                  <a:pt x="161534" y="5575906"/>
                  <a:pt x="207464" y="5621836"/>
                </a:cubicBezTo>
                <a:cubicBezTo>
                  <a:pt x="253384" y="5667756"/>
                  <a:pt x="299314" y="5713686"/>
                  <a:pt x="345234" y="5759606"/>
                </a:cubicBezTo>
                <a:cubicBezTo>
                  <a:pt x="433492" y="5847864"/>
                  <a:pt x="574977" y="5852922"/>
                  <a:pt x="669303" y="5771168"/>
                </a:cubicBezTo>
                <a:cubicBezTo>
                  <a:pt x="2021262" y="4599498"/>
                  <a:pt x="3373212" y="3427810"/>
                  <a:pt x="4725162" y="2256120"/>
                </a:cubicBezTo>
                <a:cubicBezTo>
                  <a:pt x="4829508" y="2165680"/>
                  <a:pt x="4835214" y="2005708"/>
                  <a:pt x="4737582" y="1908076"/>
                </a:cubicBezTo>
                <a:cubicBezTo>
                  <a:pt x="4601518" y="1772012"/>
                  <a:pt x="4465454" y="1635966"/>
                  <a:pt x="4329408" y="1499902"/>
                </a:cubicBezTo>
                <a:close/>
                <a:moveTo>
                  <a:pt x="1225334" y="4940466"/>
                </a:moveTo>
                <a:lnTo>
                  <a:pt x="888854" y="4603986"/>
                </a:lnTo>
                <a:lnTo>
                  <a:pt x="1225334" y="4267505"/>
                </a:lnTo>
                <a:lnTo>
                  <a:pt x="1561814" y="4603986"/>
                </a:lnTo>
                <a:lnTo>
                  <a:pt x="1225334" y="4940466"/>
                </a:lnTo>
                <a:close/>
                <a:moveTo>
                  <a:pt x="2983468" y="3367392"/>
                </a:moveTo>
                <a:cubicBezTo>
                  <a:pt x="2839450" y="3511410"/>
                  <a:pt x="2605945" y="3511410"/>
                  <a:pt x="2461908" y="3367392"/>
                </a:cubicBezTo>
                <a:cubicBezTo>
                  <a:pt x="2317890" y="3223374"/>
                  <a:pt x="2317890" y="2989869"/>
                  <a:pt x="2461908" y="2845832"/>
                </a:cubicBezTo>
                <a:cubicBezTo>
                  <a:pt x="2605926" y="2701814"/>
                  <a:pt x="2839431" y="2701814"/>
                  <a:pt x="2983468" y="2845832"/>
                </a:cubicBezTo>
                <a:cubicBezTo>
                  <a:pt x="3127486" y="2989859"/>
                  <a:pt x="3127486" y="3223374"/>
                  <a:pt x="2983468" y="3367392"/>
                </a:cubicBezTo>
                <a:close/>
                <a:moveTo>
                  <a:pt x="3976088" y="2526182"/>
                </a:moveTo>
                <a:cubicBezTo>
                  <a:pt x="3790255" y="2712015"/>
                  <a:pt x="3488950" y="2712015"/>
                  <a:pt x="3303108" y="2526182"/>
                </a:cubicBezTo>
                <a:cubicBezTo>
                  <a:pt x="3117276" y="2340350"/>
                  <a:pt x="3117276" y="2039045"/>
                  <a:pt x="3303108" y="1853203"/>
                </a:cubicBezTo>
                <a:cubicBezTo>
                  <a:pt x="3488941" y="1667370"/>
                  <a:pt x="3790246" y="1667370"/>
                  <a:pt x="3976088" y="1853203"/>
                </a:cubicBezTo>
                <a:cubicBezTo>
                  <a:pt x="4161920" y="2039055"/>
                  <a:pt x="4161920" y="2340350"/>
                  <a:pt x="3976088" y="2526182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标题"/>
          <p:cNvSpPr txBox="1"/>
          <p:nvPr>
            <p:custDataLst>
              <p:tags r:id="rId19"/>
            </p:custDataLst>
          </p:nvPr>
        </p:nvSpPr>
        <p:spPr>
          <a:xfrm>
            <a:off x="336884" y="196145"/>
            <a:ext cx="9441743" cy="720348"/>
          </a:xfrm>
          <a:prstGeom prst="rect">
            <a:avLst/>
          </a:prstGeom>
        </p:spPr>
        <p:txBody>
          <a:bodyPr spcFirstLastPara="0" wrap="square" lIns="51435" tIns="34290" rIns="51435" bIns="34290" rtlCol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3200" b="0" i="0" u="none" strike="noStrike">
                <a:solidFill>
                  <a:schemeClr val="tx1">
                    <a:alpha val="100000"/>
                  </a:schemeClr>
                </a:solidFill>
                <a:latin typeface="OptimalTitleCircle"/>
                <a:ea typeface="OptimalTitleCircle"/>
              </a:rPr>
              <a:t>系统架构与硬件支持</a:t>
            </a:r>
            <a:endParaRPr lang="zh-CN" altLang="en-US" sz="3200" b="0" i="0" u="none" strike="noStrike">
              <a:solidFill>
                <a:schemeClr val="tx1">
                  <a:alpha val="100000"/>
                </a:schemeClr>
              </a:solidFill>
              <a:latin typeface="OptimalTitleCircle"/>
              <a:ea typeface="OptimalTitleCircle"/>
            </a:endParaRPr>
          </a:p>
        </p:txBody>
      </p:sp>
      <p:sp>
        <p:nvSpPr>
          <p:cNvPr id="20" name="icon-[3]【1】"/>
          <p:cNvSpPr/>
          <p:nvPr>
            <p:custDataLst>
              <p:tags r:id="rId20"/>
            </p:custDataLst>
          </p:nvPr>
        </p:nvSpPr>
        <p:spPr>
          <a:xfrm>
            <a:off x="6274726" y="5866325"/>
            <a:ext cx="520700" cy="520700"/>
          </a:xfrm>
          <a:custGeom>
            <a:avLst/>
            <a:gdLst/>
            <a:ahLst/>
            <a:cxnLst/>
            <a:rect l="l" t="t" r="r" b="b"/>
            <a:pathLst>
              <a:path w="1110586" h="1110586">
                <a:moveTo>
                  <a:pt x="837248" y="457238"/>
                </a:moveTo>
                <a:lnTo>
                  <a:pt x="805472" y="508359"/>
                </a:lnTo>
                <a:cubicBezTo>
                  <a:pt x="799414" y="505739"/>
                  <a:pt x="792766" y="504273"/>
                  <a:pt x="785736" y="504273"/>
                </a:cubicBezTo>
                <a:cubicBezTo>
                  <a:pt x="780840" y="504273"/>
                  <a:pt x="776116" y="505006"/>
                  <a:pt x="771630" y="506330"/>
                </a:cubicBezTo>
                <a:lnTo>
                  <a:pt x="740312" y="450142"/>
                </a:lnTo>
                <a:cubicBezTo>
                  <a:pt x="731891" y="453476"/>
                  <a:pt x="723862" y="457781"/>
                  <a:pt x="716442" y="463096"/>
                </a:cubicBezTo>
                <a:lnTo>
                  <a:pt x="748665" y="520913"/>
                </a:lnTo>
                <a:cubicBezTo>
                  <a:pt x="740740" y="529742"/>
                  <a:pt x="735882" y="541363"/>
                  <a:pt x="735882" y="554136"/>
                </a:cubicBezTo>
                <a:cubicBezTo>
                  <a:pt x="735882" y="581635"/>
                  <a:pt x="758247" y="604009"/>
                  <a:pt x="785736" y="604009"/>
                </a:cubicBezTo>
                <a:cubicBezTo>
                  <a:pt x="813245" y="604009"/>
                  <a:pt x="835609" y="581625"/>
                  <a:pt x="835609" y="554136"/>
                </a:cubicBezTo>
                <a:cubicBezTo>
                  <a:pt x="835609" y="543573"/>
                  <a:pt x="832285" y="533781"/>
                  <a:pt x="826665" y="525713"/>
                </a:cubicBezTo>
                <a:lnTo>
                  <a:pt x="859003" y="473697"/>
                </a:lnTo>
                <a:cubicBezTo>
                  <a:pt x="852373" y="467316"/>
                  <a:pt x="845106" y="461772"/>
                  <a:pt x="837248" y="457238"/>
                </a:cubicBezTo>
                <a:close/>
                <a:moveTo>
                  <a:pt x="785736" y="586159"/>
                </a:moveTo>
                <a:cubicBezTo>
                  <a:pt x="768077" y="586159"/>
                  <a:pt x="753723" y="571795"/>
                  <a:pt x="753723" y="554145"/>
                </a:cubicBezTo>
                <a:cubicBezTo>
                  <a:pt x="753723" y="536496"/>
                  <a:pt x="768086" y="522141"/>
                  <a:pt x="785736" y="522141"/>
                </a:cubicBezTo>
                <a:quadBezTo>
                  <a:pt x="817750" y="536505"/>
                  <a:pt x="817750" y="554145"/>
                </a:quadBezTo>
                <a:cubicBezTo>
                  <a:pt x="817759" y="571795"/>
                  <a:pt x="803396" y="586159"/>
                  <a:pt x="785736" y="586159"/>
                </a:cubicBezTo>
                <a:close/>
              </a:path>
              <a:path w="1110586" h="1110586">
                <a:moveTo>
                  <a:pt x="897788" y="411289"/>
                </a:moveTo>
                <a:lnTo>
                  <a:pt x="981999" y="275825"/>
                </a:lnTo>
                <a:cubicBezTo>
                  <a:pt x="986380" y="277092"/>
                  <a:pt x="990991" y="277806"/>
                  <a:pt x="995782" y="277806"/>
                </a:cubicBezTo>
                <a:cubicBezTo>
                  <a:pt x="1023280" y="277806"/>
                  <a:pt x="1045645" y="255432"/>
                  <a:pt x="1045645" y="227933"/>
                </a:cubicBezTo>
                <a:cubicBezTo>
                  <a:pt x="1045645" y="200435"/>
                  <a:pt x="1023271" y="178070"/>
                  <a:pt x="995782" y="178070"/>
                </a:cubicBezTo>
                <a:cubicBezTo>
                  <a:pt x="968273" y="178070"/>
                  <a:pt x="945909" y="200444"/>
                  <a:pt x="945909" y="227933"/>
                </a:cubicBezTo>
                <a:cubicBezTo>
                  <a:pt x="945909" y="240840"/>
                  <a:pt x="950881" y="252584"/>
                  <a:pt x="958958" y="261452"/>
                </a:cubicBezTo>
                <a:lnTo>
                  <a:pt x="875509" y="395697"/>
                </a:lnTo>
                <a:cubicBezTo>
                  <a:pt x="883291" y="400317"/>
                  <a:pt x="890730" y="405536"/>
                  <a:pt x="897788" y="411289"/>
                </a:cubicBezTo>
                <a:close/>
                <a:moveTo>
                  <a:pt x="995782" y="195920"/>
                </a:moveTo>
                <a:cubicBezTo>
                  <a:pt x="1013431" y="195920"/>
                  <a:pt x="1027786" y="210283"/>
                  <a:pt x="1027786" y="227933"/>
                </a:cubicBezTo>
                <a:cubicBezTo>
                  <a:pt x="1027786" y="245593"/>
                  <a:pt x="1013422" y="259956"/>
                  <a:pt x="995782" y="259956"/>
                </a:cubicBezTo>
                <a:cubicBezTo>
                  <a:pt x="978122" y="259956"/>
                  <a:pt x="963768" y="245593"/>
                  <a:pt x="963768" y="227933"/>
                </a:cubicBezTo>
                <a:cubicBezTo>
                  <a:pt x="963758" y="210283"/>
                  <a:pt x="978113" y="195920"/>
                  <a:pt x="995782" y="195920"/>
                </a:cubicBezTo>
                <a:close/>
              </a:path>
              <a:path w="1110586" h="1110586">
                <a:moveTo>
                  <a:pt x="623849" y="338728"/>
                </a:moveTo>
                <a:cubicBezTo>
                  <a:pt x="626936" y="339328"/>
                  <a:pt x="630098" y="339671"/>
                  <a:pt x="633355" y="339671"/>
                </a:cubicBezTo>
                <a:cubicBezTo>
                  <a:pt x="637946" y="339671"/>
                  <a:pt x="642376" y="338995"/>
                  <a:pt x="646605" y="337833"/>
                </a:cubicBezTo>
                <a:lnTo>
                  <a:pt x="681114" y="399745"/>
                </a:lnTo>
                <a:cubicBezTo>
                  <a:pt x="688734" y="394783"/>
                  <a:pt x="696658" y="390363"/>
                  <a:pt x="704888" y="386610"/>
                </a:cubicBezTo>
                <a:lnTo>
                  <a:pt x="669817" y="323707"/>
                </a:lnTo>
                <a:cubicBezTo>
                  <a:pt x="678113" y="314801"/>
                  <a:pt x="683228" y="302895"/>
                  <a:pt x="683228" y="289798"/>
                </a:cubicBezTo>
                <a:cubicBezTo>
                  <a:pt x="683228" y="262299"/>
                  <a:pt x="660854" y="239935"/>
                  <a:pt x="633355" y="239935"/>
                </a:cubicBezTo>
                <a:cubicBezTo>
                  <a:pt x="605857" y="239935"/>
                  <a:pt x="583502" y="262299"/>
                  <a:pt x="583502" y="289798"/>
                </a:cubicBezTo>
                <a:cubicBezTo>
                  <a:pt x="583502" y="304286"/>
                  <a:pt x="589740" y="317306"/>
                  <a:pt x="599627" y="326431"/>
                </a:cubicBezTo>
                <a:lnTo>
                  <a:pt x="487509" y="560299"/>
                </a:lnTo>
                <a:cubicBezTo>
                  <a:pt x="483051" y="558984"/>
                  <a:pt x="478345" y="558251"/>
                  <a:pt x="473450" y="558251"/>
                </a:cubicBezTo>
                <a:cubicBezTo>
                  <a:pt x="468744" y="558251"/>
                  <a:pt x="464210" y="558937"/>
                  <a:pt x="459896" y="560175"/>
                </a:cubicBezTo>
                <a:lnTo>
                  <a:pt x="359340" y="374294"/>
                </a:lnTo>
                <a:cubicBezTo>
                  <a:pt x="366151" y="365760"/>
                  <a:pt x="370256" y="354978"/>
                  <a:pt x="370256" y="343243"/>
                </a:cubicBezTo>
                <a:cubicBezTo>
                  <a:pt x="370256" y="315744"/>
                  <a:pt x="347891" y="293370"/>
                  <a:pt x="320392" y="293370"/>
                </a:cubicBezTo>
                <a:cubicBezTo>
                  <a:pt x="292894" y="293370"/>
                  <a:pt x="270520" y="315744"/>
                  <a:pt x="270520" y="343243"/>
                </a:cubicBezTo>
                <a:cubicBezTo>
                  <a:pt x="270520" y="348444"/>
                  <a:pt x="271329" y="353473"/>
                  <a:pt x="272825" y="358197"/>
                </a:cubicBezTo>
                <a:lnTo>
                  <a:pt x="83344" y="476221"/>
                </a:lnTo>
                <a:cubicBezTo>
                  <a:pt x="74486" y="468163"/>
                  <a:pt x="62760" y="463201"/>
                  <a:pt x="49863" y="463201"/>
                </a:cubicBezTo>
                <a:cubicBezTo>
                  <a:pt x="22365" y="463201"/>
                  <a:pt x="0" y="485575"/>
                  <a:pt x="0" y="513074"/>
                </a:cubicBezTo>
                <a:cubicBezTo>
                  <a:pt x="0" y="540572"/>
                  <a:pt x="22374" y="562937"/>
                  <a:pt x="49863" y="562937"/>
                </a:cubicBezTo>
                <a:cubicBezTo>
                  <a:pt x="77362" y="562937"/>
                  <a:pt x="99736" y="540572"/>
                  <a:pt x="99736" y="513074"/>
                </a:cubicBezTo>
                <a:cubicBezTo>
                  <a:pt x="99736" y="508273"/>
                  <a:pt x="99012" y="503644"/>
                  <a:pt x="97746" y="499243"/>
                </a:cubicBezTo>
                <a:lnTo>
                  <a:pt x="287779" y="380867"/>
                </a:lnTo>
                <a:cubicBezTo>
                  <a:pt x="296523" y="388468"/>
                  <a:pt x="307924" y="393106"/>
                  <a:pt x="320402" y="393106"/>
                </a:cubicBezTo>
                <a:cubicBezTo>
                  <a:pt x="326260" y="393106"/>
                  <a:pt x="331851" y="392039"/>
                  <a:pt x="337071" y="390173"/>
                </a:cubicBezTo>
                <a:lnTo>
                  <a:pt x="436769" y="574462"/>
                </a:lnTo>
                <a:cubicBezTo>
                  <a:pt x="428615" y="583340"/>
                  <a:pt x="423596" y="595132"/>
                  <a:pt x="423596" y="608105"/>
                </a:cubicBezTo>
                <a:cubicBezTo>
                  <a:pt x="423596" y="635613"/>
                  <a:pt x="445970" y="657978"/>
                  <a:pt x="473459" y="657978"/>
                </a:cubicBezTo>
                <a:cubicBezTo>
                  <a:pt x="500958" y="657978"/>
                  <a:pt x="523332" y="635603"/>
                  <a:pt x="523332" y="608105"/>
                </a:cubicBezTo>
                <a:cubicBezTo>
                  <a:pt x="523332" y="595379"/>
                  <a:pt x="518493" y="583768"/>
                  <a:pt x="510607" y="574948"/>
                </a:cubicBezTo>
                <a:lnTo>
                  <a:pt x="623849" y="338728"/>
                </a:lnTo>
                <a:close/>
                <a:moveTo>
                  <a:pt x="633355" y="257775"/>
                </a:moveTo>
                <a:cubicBezTo>
                  <a:pt x="651015" y="257775"/>
                  <a:pt x="665369" y="272139"/>
                  <a:pt x="665369" y="289789"/>
                </a:cubicBezTo>
                <a:cubicBezTo>
                  <a:pt x="665369" y="307448"/>
                  <a:pt x="651005" y="321802"/>
                  <a:pt x="633355" y="321802"/>
                </a:cubicBezTo>
                <a:cubicBezTo>
                  <a:pt x="615715" y="321802"/>
                  <a:pt x="601351" y="307438"/>
                  <a:pt x="601351" y="289789"/>
                </a:cubicBezTo>
                <a:quadBezTo>
                  <a:pt x="615725" y="257775"/>
                  <a:pt x="633355" y="257775"/>
                </a:quadBezTo>
                <a:close/>
                <a:moveTo>
                  <a:pt x="49863" y="545087"/>
                </a:moveTo>
                <a:cubicBezTo>
                  <a:pt x="32214" y="545087"/>
                  <a:pt x="17850" y="530723"/>
                  <a:pt x="17850" y="513074"/>
                </a:cubicBezTo>
                <a:cubicBezTo>
                  <a:pt x="17850" y="495414"/>
                  <a:pt x="32214" y="481060"/>
                  <a:pt x="49863" y="481060"/>
                </a:cubicBezTo>
                <a:cubicBezTo>
                  <a:pt x="67523" y="481060"/>
                  <a:pt x="81886" y="495424"/>
                  <a:pt x="81886" y="513074"/>
                </a:cubicBezTo>
                <a:cubicBezTo>
                  <a:pt x="81877" y="530723"/>
                  <a:pt x="67513" y="545087"/>
                  <a:pt x="49863" y="545087"/>
                </a:cubicBezTo>
                <a:close/>
                <a:moveTo>
                  <a:pt x="320383" y="375256"/>
                </a:moveTo>
                <a:cubicBezTo>
                  <a:pt x="302724" y="375256"/>
                  <a:pt x="288369" y="360893"/>
                  <a:pt x="288369" y="343243"/>
                </a:cubicBezTo>
                <a:cubicBezTo>
                  <a:pt x="288369" y="325584"/>
                  <a:pt x="302733" y="311220"/>
                  <a:pt x="320383" y="311220"/>
                </a:cubicBezTo>
                <a:quadBezTo>
                  <a:pt x="352396" y="325584"/>
                  <a:pt x="352396" y="343243"/>
                </a:quadBezTo>
                <a:cubicBezTo>
                  <a:pt x="352406" y="360883"/>
                  <a:pt x="338033" y="375256"/>
                  <a:pt x="320383" y="375256"/>
                </a:cubicBezTo>
                <a:close/>
                <a:moveTo>
                  <a:pt x="473450" y="640147"/>
                </a:moveTo>
                <a:cubicBezTo>
                  <a:pt x="455800" y="640147"/>
                  <a:pt x="441436" y="625773"/>
                  <a:pt x="441436" y="608114"/>
                </a:cubicBezTo>
                <a:cubicBezTo>
                  <a:pt x="441436" y="590464"/>
                  <a:pt x="455800" y="576110"/>
                  <a:pt x="473450" y="576110"/>
                </a:cubicBezTo>
                <a:cubicBezTo>
                  <a:pt x="491109" y="576110"/>
                  <a:pt x="505473" y="590474"/>
                  <a:pt x="505473" y="608114"/>
                </a:cubicBezTo>
                <a:cubicBezTo>
                  <a:pt x="505473" y="625764"/>
                  <a:pt x="491109" y="640147"/>
                  <a:pt x="473450" y="640147"/>
                </a:cubicBezTo>
                <a:close/>
              </a:path>
              <a:path w="1110586" h="1110586">
                <a:moveTo>
                  <a:pt x="1105014" y="895026"/>
                </a:moveTo>
                <a:lnTo>
                  <a:pt x="905732" y="666255"/>
                </a:lnTo>
                <a:cubicBezTo>
                  <a:pt x="961244" y="603142"/>
                  <a:pt x="963035" y="506940"/>
                  <a:pt x="906342" y="441865"/>
                </a:cubicBezTo>
                <a:cubicBezTo>
                  <a:pt x="844601" y="370980"/>
                  <a:pt x="736682" y="363541"/>
                  <a:pt x="665816" y="425282"/>
                </a:cubicBezTo>
                <a:cubicBezTo>
                  <a:pt x="594941" y="487023"/>
                  <a:pt x="587492" y="594941"/>
                  <a:pt x="649243" y="665807"/>
                </a:cubicBezTo>
                <a:cubicBezTo>
                  <a:pt x="705926" y="730891"/>
                  <a:pt x="801472" y="742312"/>
                  <a:pt x="871595" y="695973"/>
                </a:cubicBezTo>
                <a:lnTo>
                  <a:pt x="1070877" y="924763"/>
                </a:lnTo>
                <a:cubicBezTo>
                  <a:pt x="1079087" y="934174"/>
                  <a:pt x="1093384" y="935164"/>
                  <a:pt x="1102824" y="926954"/>
                </a:cubicBezTo>
                <a:quadBezTo>
                  <a:pt x="1113225" y="904465"/>
                  <a:pt x="1105014" y="895026"/>
                </a:quadBezTo>
                <a:close/>
                <a:moveTo>
                  <a:pt x="860050" y="648252"/>
                </a:moveTo>
                <a:cubicBezTo>
                  <a:pt x="807987" y="693610"/>
                  <a:pt x="728729" y="688153"/>
                  <a:pt x="683381" y="636089"/>
                </a:cubicBezTo>
                <a:cubicBezTo>
                  <a:pt x="638023" y="584025"/>
                  <a:pt x="643490" y="504777"/>
                  <a:pt x="695544" y="459429"/>
                </a:cubicBezTo>
                <a:cubicBezTo>
                  <a:pt x="747617" y="414071"/>
                  <a:pt x="826865" y="419538"/>
                  <a:pt x="872204" y="471602"/>
                </a:cubicBezTo>
                <a:cubicBezTo>
                  <a:pt x="917572" y="523656"/>
                  <a:pt x="912104" y="602913"/>
                  <a:pt x="860050" y="648252"/>
                </a:cubicBezTo>
                <a:close/>
              </a:path>
            </a:pathLst>
          </a:custGeom>
          <a:solidFill>
            <a:schemeClr val="tx2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子标题-[3]【1】"/>
          <p:cNvSpPr txBox="1"/>
          <p:nvPr>
            <p:custDataLst>
              <p:tags r:id="rId21"/>
            </p:custDataLst>
          </p:nvPr>
        </p:nvSpPr>
        <p:spPr>
          <a:xfrm>
            <a:off x="5587534" y="1986418"/>
            <a:ext cx="5238962" cy="498205"/>
          </a:xfrm>
          <a:prstGeom prst="rect">
            <a:avLst/>
          </a:prstGeom>
        </p:spPr>
        <p:txBody>
          <a:bodyPr spcFirstLastPara="0" wrap="square" lIns="0" tIns="0" rIns="0" bIns="0" rtlCol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600" b="1" i="0" u="none" strike="noStrike">
                <a:solidFill>
                  <a:schemeClr val="tx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云计算与大数据分析</a:t>
            </a:r>
            <a:endParaRPr lang="zh-CN" altLang="en-US" sz="1600" b="1" i="0" u="none" strike="noStrike">
              <a:solidFill>
                <a:schemeClr val="tx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</p:spTree>
    <p:custDataLst>
      <p:tags r:id="rId2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等腰三角形 23"/>
          <p:cNvSpPr/>
          <p:nvPr>
            <p:custDataLst>
              <p:tags r:id="rId1"/>
            </p:custDataLst>
          </p:nvPr>
        </p:nvSpPr>
        <p:spPr>
          <a:xfrm rot="16507170">
            <a:off x="9598794" y="3121785"/>
            <a:ext cx="2456710" cy="1244679"/>
          </a:xfrm>
          <a:custGeom>
            <a:avLst/>
            <a:gdLst/>
            <a:ahLst/>
            <a:cxnLst/>
            <a:rect l="l" t="t" r="r" b="b"/>
            <a:pathLst>
              <a:path w="2456710" h="1244679">
                <a:moveTo>
                  <a:pt x="0" y="1244680"/>
                </a:moveTo>
                <a:lnTo>
                  <a:pt x="1228353" y="0"/>
                </a:lnTo>
                <a:lnTo>
                  <a:pt x="2456707" y="1244680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任意多边形: 形状 27"/>
          <p:cNvSpPr/>
          <p:nvPr>
            <p:custDataLst>
              <p:tags r:id="rId2"/>
            </p:custDataLst>
          </p:nvPr>
        </p:nvSpPr>
        <p:spPr>
          <a:xfrm rot="16507170">
            <a:off x="7056166" y="-853133"/>
            <a:ext cx="4023105" cy="5222414"/>
          </a:xfrm>
          <a:custGeom>
            <a:avLst/>
            <a:gdLst/>
            <a:ahLst/>
            <a:cxnLst/>
            <a:rect l="l" t="t" r="r" b="b"/>
            <a:pathLst>
              <a:path w="4023105" h="5222414">
                <a:moveTo>
                  <a:pt x="3555225" y="0"/>
                </a:moveTo>
                <a:lnTo>
                  <a:pt x="4023103" y="5222414"/>
                </a:lnTo>
                <a:lnTo>
                  <a:pt x="0" y="3602469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25"/>
          <p:cNvSpPr/>
          <p:nvPr>
            <p:custDataLst>
              <p:tags r:id="rId3"/>
            </p:custDataLst>
          </p:nvPr>
        </p:nvSpPr>
        <p:spPr>
          <a:xfrm rot="16507170">
            <a:off x="7100455" y="2428068"/>
            <a:ext cx="4165745" cy="4986720"/>
          </a:xfrm>
          <a:custGeom>
            <a:avLst/>
            <a:gdLst/>
            <a:ahLst/>
            <a:cxnLst/>
            <a:rect l="l" t="t" r="r" b="b"/>
            <a:pathLst>
              <a:path w="4165745" h="4986720">
                <a:moveTo>
                  <a:pt x="4165749" y="3409378"/>
                </a:moveTo>
                <a:lnTo>
                  <a:pt x="361931" y="4986718"/>
                </a:lnTo>
                <a:lnTo>
                  <a:pt x="0" y="946937"/>
                </a:lnTo>
                <a:lnTo>
                  <a:pt x="798081" y="0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2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l="30437" r="17126"/>
          <a:stretch>
            <a:fillRect/>
          </a:stretch>
        </p:blipFill>
        <p:spPr>
          <a:xfrm>
            <a:off x="8595904" y="0"/>
            <a:ext cx="3596096" cy="6858000"/>
          </a:xfrm>
          <a:custGeom>
            <a:avLst/>
            <a:gdLst/>
            <a:ahLst/>
            <a:cxnLst/>
            <a:rect l="l" t="t" r="r" b="b"/>
            <a:pathLst>
              <a:path w="3596096" h="6858000">
                <a:moveTo>
                  <a:pt x="1799015" y="0"/>
                </a:moveTo>
                <a:lnTo>
                  <a:pt x="3596097" y="0"/>
                </a:lnTo>
                <a:lnTo>
                  <a:pt x="3596097" y="2236298"/>
                </a:lnTo>
                <a:lnTo>
                  <a:pt x="2004412" y="3549472"/>
                </a:lnTo>
                <a:lnTo>
                  <a:pt x="2296201" y="3903259"/>
                </a:lnTo>
                <a:lnTo>
                  <a:pt x="3596097" y="5478828"/>
                </a:lnTo>
                <a:lnTo>
                  <a:pt x="3596097" y="6858000"/>
                </a:lnTo>
                <a:lnTo>
                  <a:pt x="2888152" y="6858000"/>
                </a:lnTo>
                <a:lnTo>
                  <a:pt x="1198007" y="4809306"/>
                </a:lnTo>
                <a:lnTo>
                  <a:pt x="0" y="3357324"/>
                </a:lnTo>
                <a:lnTo>
                  <a:pt x="2718473" y="1114511"/>
                </a:lnTo>
                <a:close/>
              </a:path>
            </a:pathLst>
          </a:cu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5"/>
          <a:srcRect r="59993" b="68001"/>
          <a:stretch>
            <a:fillRect/>
          </a:stretch>
        </p:blipFill>
        <p:spPr>
          <a:xfrm>
            <a:off x="8360302" y="1"/>
            <a:ext cx="2743666" cy="2194391"/>
          </a:xfrm>
          <a:custGeom>
            <a:avLst/>
            <a:gdLst/>
            <a:ahLst/>
            <a:cxnLst/>
            <a:rect l="l" t="t" r="r" b="b"/>
            <a:pathLst>
              <a:path w="2743666" h="2194391">
                <a:moveTo>
                  <a:pt x="0" y="0"/>
                </a:moveTo>
                <a:lnTo>
                  <a:pt x="1680924" y="0"/>
                </a:lnTo>
                <a:lnTo>
                  <a:pt x="2743667" y="1288294"/>
                </a:lnTo>
                <a:lnTo>
                  <a:pt x="1645253" y="2194388"/>
                </a:lnTo>
                <a:lnTo>
                  <a:pt x="0" y="199949"/>
                </a:lnTo>
                <a:close/>
              </a:path>
            </a:pathLst>
          </a:custGeom>
        </p:spPr>
      </p:pic>
      <p:pic>
        <p:nvPicPr>
          <p:cNvPr id="7" name="图片 22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5"/>
          <a:srcRect l="1610" t="34794" r="44338"/>
          <a:stretch>
            <a:fillRect/>
          </a:stretch>
        </p:blipFill>
        <p:spPr>
          <a:xfrm>
            <a:off x="8485224" y="2386196"/>
            <a:ext cx="3706776" cy="4471805"/>
          </a:xfrm>
          <a:custGeom>
            <a:avLst/>
            <a:gdLst/>
            <a:ahLst/>
            <a:cxnLst/>
            <a:rect l="l" t="t" r="r" b="b"/>
            <a:pathLst>
              <a:path w="3706776" h="4471805">
                <a:moveTo>
                  <a:pt x="3525041" y="0"/>
                </a:moveTo>
                <a:lnTo>
                  <a:pt x="3706778" y="220342"/>
                </a:lnTo>
                <a:lnTo>
                  <a:pt x="3706778" y="2290391"/>
                </a:lnTo>
                <a:lnTo>
                  <a:pt x="2004412" y="3694795"/>
                </a:lnTo>
                <a:lnTo>
                  <a:pt x="2645416" y="4471806"/>
                </a:lnTo>
                <a:lnTo>
                  <a:pt x="799443" y="4471806"/>
                </a:lnTo>
                <a:lnTo>
                  <a:pt x="0" y="3502809"/>
                </a:lnTo>
                <a:lnTo>
                  <a:pt x="2718473" y="1259996"/>
                </a:lnTo>
                <a:lnTo>
                  <a:pt x="2426684" y="906209"/>
                </a:lnTo>
                <a:close/>
              </a:path>
            </a:pathLst>
          </a:custGeom>
        </p:spPr>
      </p:pic>
      <p:sp>
        <p:nvSpPr>
          <p:cNvPr id="8" name="序号"/>
          <p:cNvSpPr txBox="1"/>
          <p:nvPr>
            <p:custDataLst>
              <p:tags r:id="rId8"/>
            </p:custDataLst>
          </p:nvPr>
        </p:nvSpPr>
        <p:spPr>
          <a:xfrm>
            <a:off x="708194" y="1086145"/>
            <a:ext cx="1904999" cy="1259734"/>
          </a:xfrm>
          <a:prstGeom prst="rect">
            <a:avLst/>
          </a:prstGeom>
        </p:spPr>
        <p:txBody>
          <a:bodyPr spcFirstLastPara="0" wrap="square" lIns="51435" tIns="34290" rIns="51435" bIns="3429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7200" b="1" i="0" u="none" strike="noStrike">
                <a:solidFill>
                  <a:schemeClr val="accent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03</a:t>
            </a:r>
            <a:endParaRPr lang="zh-CN" altLang="en-US" sz="7200" b="1" i="0" u="none" strike="noStrike">
              <a:solidFill>
                <a:schemeClr val="accent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9" name="标题"/>
          <p:cNvSpPr txBox="1"/>
          <p:nvPr>
            <p:custDataLst>
              <p:tags r:id="rId9"/>
            </p:custDataLst>
          </p:nvPr>
        </p:nvSpPr>
        <p:spPr>
          <a:xfrm>
            <a:off x="888533" y="2900501"/>
            <a:ext cx="7252697" cy="1881505"/>
          </a:xfrm>
          <a:prstGeom prst="rect">
            <a:avLst/>
          </a:prstGeom>
        </p:spPr>
        <p:txBody>
          <a:bodyPr spcFirstLastPara="0" wrap="square" lIns="51435" tIns="34290" rIns="51435" bIns="34290" rtlCol="0" anchor="b">
            <a:norm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6000" b="0" i="0" u="none" strike="noStrike">
                <a:solidFill>
                  <a:schemeClr val="tx1">
                    <a:alpha val="100000"/>
                  </a:schemeClr>
                </a:solidFill>
                <a:latin typeface="OptimalTitleCircle"/>
                <a:ea typeface="OptimalTitleCircle"/>
              </a:rPr>
              <a:t>厚爱健康APP与小包</a:t>
            </a:r>
            <a:endParaRPr lang="zh-CN" altLang="en-US" sz="6000" b="0" i="0" u="none" strike="noStrike">
              <a:solidFill>
                <a:schemeClr val="tx1">
                  <a:alpha val="100000"/>
                </a:schemeClr>
              </a:solidFill>
              <a:latin typeface="OptimalTitleCircle"/>
              <a:ea typeface="OptimalTitleCircle"/>
            </a:endParaRPr>
          </a:p>
        </p:txBody>
      </p:sp>
      <p:sp>
        <p:nvSpPr>
          <p:cNvPr id="10" name="副标题"/>
          <p:cNvSpPr txBox="1"/>
          <p:nvPr>
            <p:custDataLst>
              <p:tags r:id="rId10"/>
            </p:custDataLst>
          </p:nvPr>
        </p:nvSpPr>
        <p:spPr>
          <a:xfrm>
            <a:off x="888534" y="4850586"/>
            <a:ext cx="5800154" cy="748030"/>
          </a:xfrm>
          <a:prstGeom prst="rect">
            <a:avLst/>
          </a:prstGeom>
        </p:spPr>
        <p:txBody>
          <a:bodyPr spcFirstLastPara="0" wrap="square" lIns="38576" tIns="34290" rIns="38576" bIns="34290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chemeClr val="bg2">
                    <a:alpha val="100000"/>
                  </a:schemeClr>
                </a:solidFill>
                <a:latin typeface="OptimalTitleCircle"/>
                <a:ea typeface="OptimalTitleCircle"/>
              </a:rPr>
              <a:t>Houai Health APP and Small Packet</a:t>
            </a:r>
            <a:endParaRPr lang="zh-CN" altLang="en-US" sz="1400" b="0" i="0" u="none" strike="noStrike">
              <a:solidFill>
                <a:schemeClr val="bg2">
                  <a:alpha val="100000"/>
                </a:schemeClr>
              </a:solidFill>
              <a:latin typeface="OptimalTitleCircle"/>
              <a:ea typeface="OptimalTitleCircle"/>
            </a:endParaRPr>
          </a:p>
        </p:txBody>
      </p:sp>
      <p:sp>
        <p:nvSpPr>
          <p:cNvPr id="11" name="箭头: V 形 8"/>
          <p:cNvSpPr/>
          <p:nvPr>
            <p:custDataLst>
              <p:tags r:id="rId11"/>
            </p:custDataLst>
          </p:nvPr>
        </p:nvSpPr>
        <p:spPr>
          <a:xfrm>
            <a:off x="942508" y="2346146"/>
            <a:ext cx="251863" cy="250825"/>
          </a:xfrm>
          <a:custGeom>
            <a:avLst/>
            <a:gdLst/>
            <a:ahLst/>
            <a:cxnLst/>
            <a:rect l="l" t="t" r="r" b="b"/>
            <a:pathLst>
              <a:path w="251863" h="250825">
                <a:moveTo>
                  <a:pt x="0" y="0"/>
                </a:moveTo>
                <a:lnTo>
                  <a:pt x="135407" y="0"/>
                </a:lnTo>
                <a:lnTo>
                  <a:pt x="251860" y="125416"/>
                </a:lnTo>
                <a:lnTo>
                  <a:pt x="135407" y="250822"/>
                </a:lnTo>
                <a:lnTo>
                  <a:pt x="0" y="250822"/>
                </a:lnTo>
                <a:lnTo>
                  <a:pt x="116453" y="125416"/>
                </a:ln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箭头: V 形 16"/>
          <p:cNvSpPr/>
          <p:nvPr>
            <p:custDataLst>
              <p:tags r:id="rId12"/>
            </p:custDataLst>
          </p:nvPr>
        </p:nvSpPr>
        <p:spPr>
          <a:xfrm>
            <a:off x="1149316" y="2346146"/>
            <a:ext cx="251863" cy="250825"/>
          </a:xfrm>
          <a:custGeom>
            <a:avLst/>
            <a:gdLst/>
            <a:ahLst/>
            <a:cxnLst/>
            <a:rect l="l" t="t" r="r" b="b"/>
            <a:pathLst>
              <a:path w="251863" h="250825">
                <a:moveTo>
                  <a:pt x="0" y="0"/>
                </a:moveTo>
                <a:lnTo>
                  <a:pt x="135407" y="0"/>
                </a:lnTo>
                <a:lnTo>
                  <a:pt x="251860" y="125416"/>
                </a:lnTo>
                <a:lnTo>
                  <a:pt x="135407" y="250822"/>
                </a:lnTo>
                <a:lnTo>
                  <a:pt x="0" y="250822"/>
                </a:lnTo>
                <a:lnTo>
                  <a:pt x="116453" y="125416"/>
                </a:ln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箭头: V 形 17"/>
          <p:cNvSpPr/>
          <p:nvPr>
            <p:custDataLst>
              <p:tags r:id="rId13"/>
            </p:custDataLst>
          </p:nvPr>
        </p:nvSpPr>
        <p:spPr>
          <a:xfrm>
            <a:off x="1356124" y="2346146"/>
            <a:ext cx="251863" cy="250825"/>
          </a:xfrm>
          <a:custGeom>
            <a:avLst/>
            <a:gdLst/>
            <a:ahLst/>
            <a:cxnLst/>
            <a:rect l="l" t="t" r="r" b="b"/>
            <a:pathLst>
              <a:path w="251863" h="250825">
                <a:moveTo>
                  <a:pt x="0" y="0"/>
                </a:moveTo>
                <a:lnTo>
                  <a:pt x="135407" y="0"/>
                </a:lnTo>
                <a:lnTo>
                  <a:pt x="251860" y="125416"/>
                </a:lnTo>
                <a:lnTo>
                  <a:pt x="135407" y="250822"/>
                </a:lnTo>
                <a:lnTo>
                  <a:pt x="0" y="250822"/>
                </a:lnTo>
                <a:lnTo>
                  <a:pt x="116453" y="125416"/>
                </a:ln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装饰1-子标题1-[1]【1】"/>
          <p:cNvSpPr/>
          <p:nvPr>
            <p:custDataLst>
              <p:tags r:id="rId1"/>
            </p:custDataLst>
          </p:nvPr>
        </p:nvSpPr>
        <p:spPr>
          <a:xfrm flipH="1">
            <a:off x="3760901" y="1439200"/>
            <a:ext cx="7821498" cy="1311921"/>
          </a:xfrm>
          <a:custGeom>
            <a:avLst/>
            <a:gdLst/>
            <a:ahLst/>
            <a:cxnLst/>
            <a:rect l="l" t="t" r="r" b="b"/>
            <a:pathLst>
              <a:path w="7821498" h="1311921">
                <a:moveTo>
                  <a:pt x="0" y="0"/>
                </a:moveTo>
                <a:lnTo>
                  <a:pt x="7821502" y="0"/>
                </a:lnTo>
                <a:lnTo>
                  <a:pt x="7821502" y="1311916"/>
                </a:lnTo>
                <a:lnTo>
                  <a:pt x="0" y="1311916"/>
                </a:ln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子内容1-[1]【1】"/>
          <p:cNvSpPr txBox="1"/>
          <p:nvPr>
            <p:custDataLst>
              <p:tags r:id="rId2"/>
            </p:custDataLst>
          </p:nvPr>
        </p:nvSpPr>
        <p:spPr>
          <a:xfrm>
            <a:off x="4917767" y="1777401"/>
            <a:ext cx="6580813" cy="929918"/>
          </a:xfrm>
          <a:prstGeom prst="rect">
            <a:avLst/>
          </a:prstGeom>
        </p:spPr>
        <p:txBody>
          <a:bodyPr spcFirstLastPara="0" wrap="square" lIns="0" tIns="0" rIns="0" bIns="0" rtlCol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400" b="0" i="0" u="none" strike="noStrike">
                <a:solidFill>
                  <a:schemeClr val="bg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厚爱健康APP主要用户群体集中在中老年人群及其年轻家庭成员，该应用深度满足中老年人群对于健康管理的细致需求，同时为家庭成员提供便捷的远程监控与参与功能，确保健康状况的实时追踪与全面管理。
</a:t>
            </a:r>
            <a:endParaRPr lang="zh-CN" altLang="en-US" sz="1400" b="0" i="0" u="none" strike="noStrike">
              <a:solidFill>
                <a:schemeClr val="bg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4" name="子标题1-[1]【1】"/>
          <p:cNvSpPr txBox="1"/>
          <p:nvPr>
            <p:custDataLst>
              <p:tags r:id="rId3"/>
            </p:custDataLst>
          </p:nvPr>
        </p:nvSpPr>
        <p:spPr>
          <a:xfrm>
            <a:off x="4917768" y="1439198"/>
            <a:ext cx="6235700" cy="431800"/>
          </a:xfrm>
          <a:prstGeom prst="rect">
            <a:avLst/>
          </a:prstGeom>
        </p:spPr>
        <p:txBody>
          <a:bodyPr spcFirstLastPara="0" wrap="square" lIns="0" tIns="0" rIns="0" bIns="0" rtlCol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600" b="1" i="0" u="none" strike="noStrike">
                <a:solidFill>
                  <a:schemeClr val="bg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用户主要群体分析</a:t>
            </a:r>
            <a:endParaRPr lang="zh-CN" altLang="en-US" sz="1600" b="1" i="0" u="none" strike="noStrike">
              <a:solidFill>
                <a:schemeClr val="bg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5" name="装饰2-子标题2-[2]【1】"/>
          <p:cNvSpPr/>
          <p:nvPr>
            <p:custDataLst>
              <p:tags r:id="rId4"/>
            </p:custDataLst>
          </p:nvPr>
        </p:nvSpPr>
        <p:spPr>
          <a:xfrm flipH="1">
            <a:off x="660400" y="3248108"/>
            <a:ext cx="7757998" cy="1311921"/>
          </a:xfrm>
          <a:custGeom>
            <a:avLst/>
            <a:gdLst/>
            <a:ahLst/>
            <a:cxnLst/>
            <a:rect l="l" t="t" r="r" b="b"/>
            <a:pathLst>
              <a:path w="7757998" h="1311921">
                <a:moveTo>
                  <a:pt x="0" y="0"/>
                </a:moveTo>
                <a:lnTo>
                  <a:pt x="7757998" y="0"/>
                </a:lnTo>
                <a:lnTo>
                  <a:pt x="7757998" y="1311916"/>
                </a:lnTo>
                <a:lnTo>
                  <a:pt x="0" y="1311916"/>
                </a:ln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装饰2-子标题2-[2]【1】"/>
          <p:cNvSpPr/>
          <p:nvPr>
            <p:custDataLst>
              <p:tags r:id="rId5"/>
            </p:custDataLst>
          </p:nvPr>
        </p:nvSpPr>
        <p:spPr>
          <a:xfrm rot="18900000" flipH="1">
            <a:off x="7645602" y="3276237"/>
            <a:ext cx="1235616" cy="1235616"/>
          </a:xfrm>
          <a:custGeom>
            <a:avLst/>
            <a:gdLst/>
            <a:ahLst/>
            <a:cxnLst/>
            <a:rect l="l" t="t" r="r" b="b"/>
            <a:pathLst>
              <a:path w="1235616" h="1235616">
                <a:moveTo>
                  <a:pt x="0" y="66761"/>
                </a:moveTo>
                <a:cubicBezTo>
                  <a:pt x="0" y="29915"/>
                  <a:pt x="29915" y="0"/>
                  <a:pt x="66761" y="0"/>
                </a:cubicBezTo>
                <a:lnTo>
                  <a:pt x="1168860" y="0"/>
                </a:lnTo>
                <a:cubicBezTo>
                  <a:pt x="1205728" y="5"/>
                  <a:pt x="1235612" y="29893"/>
                  <a:pt x="1235612" y="66761"/>
                </a:cubicBezTo>
                <a:lnTo>
                  <a:pt x="1235612" y="1168860"/>
                </a:lnTo>
                <a:cubicBezTo>
                  <a:pt x="1235607" y="1205724"/>
                  <a:pt x="1205724" y="1235607"/>
                  <a:pt x="1168860" y="1235612"/>
                </a:cubicBezTo>
                <a:lnTo>
                  <a:pt x="66761" y="1235612"/>
                </a:lnTo>
                <a:cubicBezTo>
                  <a:pt x="29893" y="1235612"/>
                  <a:pt x="5" y="1205728"/>
                  <a:pt x="0" y="116886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子内容2-[2]【1】"/>
          <p:cNvSpPr txBox="1"/>
          <p:nvPr>
            <p:custDataLst>
              <p:tags r:id="rId6"/>
            </p:custDataLst>
          </p:nvPr>
        </p:nvSpPr>
        <p:spPr>
          <a:xfrm>
            <a:off x="739140" y="3586309"/>
            <a:ext cx="6480289" cy="929918"/>
          </a:xfrm>
          <a:prstGeom prst="rect">
            <a:avLst/>
          </a:prstGeom>
        </p:spPr>
        <p:txBody>
          <a:bodyPr spcFirstLastPara="0" wrap="square" lIns="0" tIns="0" rIns="0" bIns="0" rtlCol="0" anchor="t">
            <a:normAutofit lnSpcReduction="10000"/>
          </a:bodyPr>
          <a:lstStyle/>
          <a:p>
            <a:pPr algn="l">
              <a:lnSpc>
                <a:spcPct val="120000"/>
              </a:lnSpc>
            </a:pPr>
            <a:r>
              <a:rPr lang="zh-CN" altLang="en-US" sz="1400" b="0" i="0" u="none" strike="noStrike">
                <a:solidFill>
                  <a:schemeClr val="bg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APP集成了全面的健康监测、精准的风险预警、便捷的在线咨询、个性化的慢病管理计划及定期的随访干预服务，全方位守护用户健康，确保第一时间获取健康状况反馈与专业建议。</a:t>
            </a:r>
            <a:r>
              <a:rPr lang="zh-CN" altLang="en-US" sz="1200" b="0" i="0" u="none" strike="noStrike">
                <a:solidFill>
                  <a:schemeClr val="bg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
</a:t>
            </a:r>
            <a:endParaRPr lang="zh-CN" altLang="en-US" sz="1200" b="0" i="0" u="none" strike="noStrike">
              <a:solidFill>
                <a:schemeClr val="bg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8" name="子标题2-[2]【1】"/>
          <p:cNvSpPr txBox="1"/>
          <p:nvPr>
            <p:custDataLst>
              <p:tags r:id="rId7"/>
            </p:custDataLst>
          </p:nvPr>
        </p:nvSpPr>
        <p:spPr>
          <a:xfrm>
            <a:off x="977900" y="3269117"/>
            <a:ext cx="6235700" cy="431800"/>
          </a:xfrm>
          <a:prstGeom prst="rect">
            <a:avLst/>
          </a:prstGeom>
        </p:spPr>
        <p:txBody>
          <a:bodyPr spcFirstLastPara="0" wrap="square" lIns="0" tIns="0" rIns="0" bIns="0" rtlCol="0" anchor="ctr">
            <a:normAutofit/>
          </a:bodyPr>
          <a:lstStyle/>
          <a:p>
            <a:pPr algn="r">
              <a:lnSpc>
                <a:spcPct val="110000"/>
              </a:lnSpc>
            </a:pPr>
            <a:r>
              <a:rPr lang="zh-CN" altLang="en-US" sz="1600" b="1" i="0" u="none" strike="noStrike">
                <a:solidFill>
                  <a:schemeClr val="bg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APP核心功能介绍</a:t>
            </a:r>
            <a:endParaRPr lang="zh-CN" altLang="en-US" sz="1600" b="1" i="0" u="none" strike="noStrike">
              <a:solidFill>
                <a:schemeClr val="bg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9" name="装饰3-子标题3-[3]【1】"/>
          <p:cNvSpPr/>
          <p:nvPr>
            <p:custDataLst>
              <p:tags r:id="rId8"/>
            </p:custDataLst>
          </p:nvPr>
        </p:nvSpPr>
        <p:spPr>
          <a:xfrm flipH="1">
            <a:off x="3760901" y="5050942"/>
            <a:ext cx="7821500" cy="1311921"/>
          </a:xfrm>
          <a:custGeom>
            <a:avLst/>
            <a:gdLst/>
            <a:ahLst/>
            <a:cxnLst/>
            <a:rect l="l" t="t" r="r" b="b"/>
            <a:pathLst>
              <a:path w="7821500" h="1311921">
                <a:moveTo>
                  <a:pt x="0" y="0"/>
                </a:moveTo>
                <a:lnTo>
                  <a:pt x="7821502" y="0"/>
                </a:lnTo>
                <a:lnTo>
                  <a:pt x="7821502" y="1311916"/>
                </a:lnTo>
                <a:lnTo>
                  <a:pt x="0" y="1311916"/>
                </a:ln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装饰3-子标题3-[3]【1】"/>
          <p:cNvSpPr/>
          <p:nvPr>
            <p:custDataLst>
              <p:tags r:id="rId9"/>
            </p:custDataLst>
          </p:nvPr>
        </p:nvSpPr>
        <p:spPr>
          <a:xfrm rot="18900000" flipH="1">
            <a:off x="3337899" y="5079070"/>
            <a:ext cx="1235616" cy="1235616"/>
          </a:xfrm>
          <a:custGeom>
            <a:avLst/>
            <a:gdLst/>
            <a:ahLst/>
            <a:cxnLst/>
            <a:rect l="l" t="t" r="r" b="b"/>
            <a:pathLst>
              <a:path w="1235616" h="1235616">
                <a:moveTo>
                  <a:pt x="0" y="66761"/>
                </a:moveTo>
                <a:cubicBezTo>
                  <a:pt x="0" y="29915"/>
                  <a:pt x="29915" y="0"/>
                  <a:pt x="66761" y="0"/>
                </a:cubicBezTo>
                <a:lnTo>
                  <a:pt x="1168860" y="0"/>
                </a:lnTo>
                <a:cubicBezTo>
                  <a:pt x="1205728" y="5"/>
                  <a:pt x="1235612" y="29893"/>
                  <a:pt x="1235612" y="66761"/>
                </a:cubicBezTo>
                <a:lnTo>
                  <a:pt x="1235612" y="1168860"/>
                </a:lnTo>
                <a:cubicBezTo>
                  <a:pt x="1235607" y="1205724"/>
                  <a:pt x="1205724" y="1235607"/>
                  <a:pt x="1168860" y="1235612"/>
                </a:cubicBezTo>
                <a:lnTo>
                  <a:pt x="66761" y="1235612"/>
                </a:lnTo>
                <a:cubicBezTo>
                  <a:pt x="29893" y="1235612"/>
                  <a:pt x="5" y="1205728"/>
                  <a:pt x="0" y="116886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子内容3-[3]【1】"/>
          <p:cNvSpPr txBox="1"/>
          <p:nvPr>
            <p:custDataLst>
              <p:tags r:id="rId10"/>
            </p:custDataLst>
          </p:nvPr>
        </p:nvSpPr>
        <p:spPr>
          <a:xfrm>
            <a:off x="4917767" y="5389142"/>
            <a:ext cx="6580813" cy="929918"/>
          </a:xfrm>
          <a:prstGeom prst="rect">
            <a:avLst/>
          </a:prstGeom>
        </p:spPr>
        <p:txBody>
          <a:bodyPr spcFirstLastPara="0" wrap="square" lIns="0" tIns="0" rIns="0" bIns="0" rtlCol="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400" b="0" i="0" u="none" strike="noStrike">
                <a:solidFill>
                  <a:schemeClr val="bg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广泛收集并深入分析用户反馈，不断优化APP功能与界面设计，以提升用户体验为核心，确保产品持续迭代升级，保持市场领先地位。
</a:t>
            </a:r>
            <a:endParaRPr lang="zh-CN" altLang="en-US" sz="1400" b="0" i="0" u="none" strike="noStrike">
              <a:solidFill>
                <a:schemeClr val="bg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2" name="子标题3-[3]【1】"/>
          <p:cNvSpPr txBox="1"/>
          <p:nvPr>
            <p:custDataLst>
              <p:tags r:id="rId11"/>
            </p:custDataLst>
          </p:nvPr>
        </p:nvSpPr>
        <p:spPr>
          <a:xfrm>
            <a:off x="4917768" y="5080418"/>
            <a:ext cx="6235700" cy="431800"/>
          </a:xfrm>
          <a:prstGeom prst="rect">
            <a:avLst/>
          </a:prstGeom>
        </p:spPr>
        <p:txBody>
          <a:bodyPr spcFirstLastPara="0" wrap="square" lIns="0" tIns="0" rIns="0" bIns="0" rtlCol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600" b="1" i="0" u="none" strike="noStrike">
                <a:solidFill>
                  <a:schemeClr val="bg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用户反馈与持续改进</a:t>
            </a:r>
            <a:endParaRPr lang="zh-CN" altLang="en-US" sz="1600" b="1" i="0" u="none" strike="noStrike">
              <a:solidFill>
                <a:schemeClr val="bg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3" name="装饰1-子标题1-[1]【1】"/>
          <p:cNvSpPr/>
          <p:nvPr>
            <p:custDataLst>
              <p:tags r:id="rId12"/>
            </p:custDataLst>
          </p:nvPr>
        </p:nvSpPr>
        <p:spPr>
          <a:xfrm rot="18900000" flipH="1">
            <a:off x="3323610" y="1467328"/>
            <a:ext cx="1235616" cy="1235616"/>
          </a:xfrm>
          <a:custGeom>
            <a:avLst/>
            <a:gdLst/>
            <a:ahLst/>
            <a:cxnLst/>
            <a:rect l="l" t="t" r="r" b="b"/>
            <a:pathLst>
              <a:path w="1235616" h="1235616">
                <a:moveTo>
                  <a:pt x="0" y="66761"/>
                </a:moveTo>
                <a:cubicBezTo>
                  <a:pt x="0" y="29915"/>
                  <a:pt x="29915" y="0"/>
                  <a:pt x="66761" y="0"/>
                </a:cubicBezTo>
                <a:lnTo>
                  <a:pt x="1168860" y="0"/>
                </a:lnTo>
                <a:cubicBezTo>
                  <a:pt x="1205728" y="5"/>
                  <a:pt x="1235612" y="29893"/>
                  <a:pt x="1235612" y="66761"/>
                </a:cubicBezTo>
                <a:lnTo>
                  <a:pt x="1235612" y="1168860"/>
                </a:lnTo>
                <a:cubicBezTo>
                  <a:pt x="1235607" y="1205724"/>
                  <a:pt x="1205724" y="1235607"/>
                  <a:pt x="1168860" y="1235612"/>
                </a:cubicBezTo>
                <a:lnTo>
                  <a:pt x="66761" y="1235612"/>
                </a:lnTo>
                <a:cubicBezTo>
                  <a:pt x="29893" y="1235612"/>
                  <a:pt x="5" y="1205728"/>
                  <a:pt x="0" y="116886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标题"/>
          <p:cNvSpPr txBox="1"/>
          <p:nvPr>
            <p:custDataLst>
              <p:tags r:id="rId13"/>
            </p:custDataLst>
          </p:nvPr>
        </p:nvSpPr>
        <p:spPr>
          <a:xfrm>
            <a:off x="336884" y="196145"/>
            <a:ext cx="11058507" cy="720348"/>
          </a:xfrm>
          <a:prstGeom prst="rect">
            <a:avLst/>
          </a:prstGeom>
        </p:spPr>
        <p:txBody>
          <a:bodyPr spcFirstLastPara="0" wrap="square" lIns="51435" tIns="34290" rIns="51435" bIns="34290" rtlCol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3200" b="0" i="0" u="none" strike="noStrike">
                <a:solidFill>
                  <a:schemeClr val="tx1">
                    <a:alpha val="100000"/>
                  </a:schemeClr>
                </a:solidFill>
                <a:latin typeface="OptimalTitleCircle"/>
                <a:ea typeface="OptimalTitleCircle"/>
              </a:rPr>
              <a:t>APP功能与用户群体</a:t>
            </a:r>
            <a:endParaRPr lang="zh-CN" altLang="en-US" sz="3200" b="0" i="0" u="none" strike="noStrike">
              <a:solidFill>
                <a:schemeClr val="tx1">
                  <a:alpha val="100000"/>
                </a:schemeClr>
              </a:solidFill>
              <a:latin typeface="OptimalTitleCircle"/>
              <a:ea typeface="OptimalTitleCircle"/>
            </a:endParaRPr>
          </a:p>
        </p:txBody>
      </p:sp>
      <p:pic>
        <p:nvPicPr>
          <p:cNvPr id="15" name="图片1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/>
          <a:srcRect l="16522" r="16522"/>
          <a:stretch>
            <a:fillRect/>
          </a:stretch>
        </p:blipFill>
        <p:spPr>
          <a:xfrm>
            <a:off x="7506621" y="3137257"/>
            <a:ext cx="1513576" cy="1513574"/>
          </a:xfrm>
          <a:custGeom>
            <a:avLst/>
            <a:gdLst/>
            <a:ahLst/>
            <a:cxnLst/>
            <a:rect l="l" t="t" r="r" b="b"/>
            <a:pathLst>
              <a:path w="1513576" h="1513574">
                <a:moveTo>
                  <a:pt x="359312" y="359397"/>
                </a:moveTo>
                <a:cubicBezTo>
                  <a:pt x="6363" y="712441"/>
                  <a:pt x="0" y="719480"/>
                  <a:pt x="0" y="756885"/>
                </a:cubicBezTo>
                <a:cubicBezTo>
                  <a:pt x="0" y="794290"/>
                  <a:pt x="6325" y="801281"/>
                  <a:pt x="359397" y="1154268"/>
                </a:cubicBezTo>
                <a:lnTo>
                  <a:pt x="718804" y="1513570"/>
                </a:lnTo>
                <a:lnTo>
                  <a:pt x="800167" y="1513570"/>
                </a:lnTo>
                <a:lnTo>
                  <a:pt x="1513580" y="799967"/>
                </a:lnTo>
                <a:lnTo>
                  <a:pt x="1513580" y="718614"/>
                </a:lnTo>
                <a:lnTo>
                  <a:pt x="1154173" y="359312"/>
                </a:lnTo>
                <a:cubicBezTo>
                  <a:pt x="801138" y="6363"/>
                  <a:pt x="794099" y="0"/>
                  <a:pt x="756695" y="0"/>
                </a:cubicBezTo>
                <a:cubicBezTo>
                  <a:pt x="719290" y="0"/>
                  <a:pt x="712289" y="6325"/>
                  <a:pt x="359312" y="359397"/>
                </a:cubicBezTo>
                <a:close/>
              </a:path>
            </a:pathLst>
          </a:custGeom>
        </p:spPr>
      </p:pic>
      <p:pic>
        <p:nvPicPr>
          <p:cNvPr id="16" name="图片2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rcRect l="29164" r="29164"/>
          <a:stretch>
            <a:fillRect/>
          </a:stretch>
        </p:blipFill>
        <p:spPr>
          <a:xfrm>
            <a:off x="3198918" y="4940091"/>
            <a:ext cx="1513576" cy="1513574"/>
          </a:xfrm>
          <a:custGeom>
            <a:avLst/>
            <a:gdLst/>
            <a:ahLst/>
            <a:cxnLst/>
            <a:rect l="l" t="t" r="r" b="b"/>
            <a:pathLst>
              <a:path w="1513576" h="1513574">
                <a:moveTo>
                  <a:pt x="359312" y="359397"/>
                </a:moveTo>
                <a:cubicBezTo>
                  <a:pt x="6363" y="712441"/>
                  <a:pt x="0" y="719480"/>
                  <a:pt x="0" y="756885"/>
                </a:cubicBezTo>
                <a:cubicBezTo>
                  <a:pt x="0" y="794290"/>
                  <a:pt x="6325" y="801281"/>
                  <a:pt x="359397" y="1154268"/>
                </a:cubicBezTo>
                <a:lnTo>
                  <a:pt x="718804" y="1513570"/>
                </a:lnTo>
                <a:lnTo>
                  <a:pt x="800167" y="1513570"/>
                </a:lnTo>
                <a:lnTo>
                  <a:pt x="1513580" y="799967"/>
                </a:lnTo>
                <a:lnTo>
                  <a:pt x="1513580" y="718614"/>
                </a:lnTo>
                <a:lnTo>
                  <a:pt x="1154173" y="359312"/>
                </a:lnTo>
                <a:cubicBezTo>
                  <a:pt x="801138" y="6363"/>
                  <a:pt x="794099" y="0"/>
                  <a:pt x="756695" y="0"/>
                </a:cubicBezTo>
                <a:cubicBezTo>
                  <a:pt x="719290" y="0"/>
                  <a:pt x="712289" y="6325"/>
                  <a:pt x="359312" y="359397"/>
                </a:cubicBezTo>
                <a:close/>
              </a:path>
            </a:pathLst>
          </a:custGeom>
        </p:spPr>
      </p:pic>
      <p:pic>
        <p:nvPicPr>
          <p:cNvPr id="17" name="图片3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/>
          <a:srcRect l="16522" r="16522"/>
          <a:stretch>
            <a:fillRect/>
          </a:stretch>
        </p:blipFill>
        <p:spPr>
          <a:xfrm>
            <a:off x="3186218" y="1328349"/>
            <a:ext cx="1513576" cy="1513574"/>
          </a:xfrm>
          <a:custGeom>
            <a:avLst/>
            <a:gdLst/>
            <a:ahLst/>
            <a:cxnLst/>
            <a:rect l="l" t="t" r="r" b="b"/>
            <a:pathLst>
              <a:path w="1513576" h="1513574">
                <a:moveTo>
                  <a:pt x="352054" y="362207"/>
                </a:moveTo>
                <a:lnTo>
                  <a:pt x="0" y="724405"/>
                </a:lnTo>
                <a:lnTo>
                  <a:pt x="0" y="810063"/>
                </a:lnTo>
                <a:lnTo>
                  <a:pt x="704098" y="1513570"/>
                </a:lnTo>
                <a:lnTo>
                  <a:pt x="790318" y="1513342"/>
                </a:lnTo>
                <a:lnTo>
                  <a:pt x="1513580" y="811787"/>
                </a:lnTo>
                <a:lnTo>
                  <a:pt x="1513580" y="722271"/>
                </a:lnTo>
                <a:lnTo>
                  <a:pt x="790318" y="200"/>
                </a:lnTo>
                <a:lnTo>
                  <a:pt x="704098" y="0"/>
                </a:lnTo>
                <a:close/>
              </a:path>
            </a:pathLst>
          </a:custGeom>
        </p:spPr>
      </p:pic>
    </p:spTree>
    <p:custDataLst>
      <p:tags r:id="rId20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33911" r="33911"/>
          <a:stretch>
            <a:fillRect/>
          </a:stretch>
        </p:blipFill>
        <p:spPr>
          <a:xfrm>
            <a:off x="5791200" y="381000"/>
            <a:ext cx="2946402" cy="6110382"/>
          </a:xfrm>
          <a:custGeom>
            <a:avLst/>
            <a:gdLst/>
            <a:ahLst/>
            <a:cxnLst/>
            <a:rect l="l" t="t" r="r" b="b"/>
            <a:pathLst>
              <a:path w="2946402" h="6110382">
                <a:moveTo>
                  <a:pt x="0" y="67704"/>
                </a:moveTo>
                <a:cubicBezTo>
                  <a:pt x="0" y="30337"/>
                  <a:pt x="30337" y="0"/>
                  <a:pt x="67704" y="0"/>
                </a:cubicBezTo>
                <a:lnTo>
                  <a:pt x="2878693" y="0"/>
                </a:lnTo>
                <a:cubicBezTo>
                  <a:pt x="2896651" y="-2"/>
                  <a:pt x="2913874" y="7130"/>
                  <a:pt x="2926573" y="19827"/>
                </a:cubicBezTo>
                <a:cubicBezTo>
                  <a:pt x="2939272" y="32524"/>
                  <a:pt x="2946406" y="49746"/>
                  <a:pt x="2946406" y="67704"/>
                </a:cubicBezTo>
                <a:lnTo>
                  <a:pt x="2946406" y="6042670"/>
                </a:lnTo>
                <a:cubicBezTo>
                  <a:pt x="2946408" y="6060629"/>
                  <a:pt x="2939275" y="6077854"/>
                  <a:pt x="2926576" y="6090552"/>
                </a:cubicBezTo>
                <a:cubicBezTo>
                  <a:pt x="2913876" y="6103252"/>
                  <a:pt x="2896652" y="6110384"/>
                  <a:pt x="2878693" y="6110382"/>
                </a:cubicBezTo>
                <a:lnTo>
                  <a:pt x="67704" y="6110382"/>
                </a:lnTo>
                <a:cubicBezTo>
                  <a:pt x="49746" y="6110382"/>
                  <a:pt x="32524" y="6103248"/>
                  <a:pt x="19827" y="6090549"/>
                </a:cubicBezTo>
                <a:cubicBezTo>
                  <a:pt x="7130" y="6077850"/>
                  <a:pt x="-2" y="6060628"/>
                  <a:pt x="0" y="6042670"/>
                </a:cubicBezTo>
                <a:close/>
              </a:path>
            </a:pathLst>
          </a:custGeom>
        </p:spPr>
      </p:pic>
      <p:pic>
        <p:nvPicPr>
          <p:cNvPr id="3" name="图片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34895" r="34895"/>
          <a:stretch>
            <a:fillRect/>
          </a:stretch>
        </p:blipFill>
        <p:spPr>
          <a:xfrm>
            <a:off x="8950959" y="371698"/>
            <a:ext cx="2946402" cy="6110382"/>
          </a:xfrm>
          <a:custGeom>
            <a:avLst/>
            <a:gdLst/>
            <a:ahLst/>
            <a:cxnLst/>
            <a:rect l="l" t="t" r="r" b="b"/>
            <a:pathLst>
              <a:path w="2946402" h="6110382">
                <a:moveTo>
                  <a:pt x="0" y="67704"/>
                </a:moveTo>
                <a:cubicBezTo>
                  <a:pt x="0" y="30337"/>
                  <a:pt x="30337" y="0"/>
                  <a:pt x="67704" y="0"/>
                </a:cubicBezTo>
                <a:lnTo>
                  <a:pt x="2878693" y="0"/>
                </a:lnTo>
                <a:cubicBezTo>
                  <a:pt x="2896651" y="-2"/>
                  <a:pt x="2913874" y="7130"/>
                  <a:pt x="2926573" y="19827"/>
                </a:cubicBezTo>
                <a:cubicBezTo>
                  <a:pt x="2939272" y="32524"/>
                  <a:pt x="2946406" y="49746"/>
                  <a:pt x="2946406" y="67704"/>
                </a:cubicBezTo>
                <a:lnTo>
                  <a:pt x="2946406" y="6042670"/>
                </a:lnTo>
                <a:cubicBezTo>
                  <a:pt x="2946408" y="6060629"/>
                  <a:pt x="2939275" y="6077854"/>
                  <a:pt x="2926576" y="6090552"/>
                </a:cubicBezTo>
                <a:cubicBezTo>
                  <a:pt x="2913876" y="6103252"/>
                  <a:pt x="2896652" y="6110384"/>
                  <a:pt x="2878693" y="6110382"/>
                </a:cubicBezTo>
                <a:lnTo>
                  <a:pt x="67704" y="6110382"/>
                </a:lnTo>
                <a:cubicBezTo>
                  <a:pt x="49746" y="6110382"/>
                  <a:pt x="32524" y="6103248"/>
                  <a:pt x="19827" y="6090549"/>
                </a:cubicBezTo>
                <a:cubicBezTo>
                  <a:pt x="7130" y="6077850"/>
                  <a:pt x="-2" y="6060628"/>
                  <a:pt x="0" y="6042670"/>
                </a:cubicBezTo>
                <a:close/>
              </a:path>
            </a:pathLst>
          </a:custGeom>
        </p:spPr>
      </p:pic>
      <p:sp>
        <p:nvSpPr>
          <p:cNvPr id="4" name="标题"/>
          <p:cNvSpPr txBox="1"/>
          <p:nvPr>
            <p:custDataLst>
              <p:tags r:id="rId5"/>
            </p:custDataLst>
          </p:nvPr>
        </p:nvSpPr>
        <p:spPr>
          <a:xfrm>
            <a:off x="396332" y="238391"/>
            <a:ext cx="4961924" cy="1316910"/>
          </a:xfrm>
          <a:prstGeom prst="rect">
            <a:avLst/>
          </a:prstGeom>
        </p:spPr>
        <p:txBody>
          <a:bodyPr spcFirstLastPara="0" wrap="square" lIns="51435" tIns="34290" rIns="51435" bIns="34290" rtlCol="0" anchor="b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3200" b="0" i="0" u="none" strike="noStrike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OptimalTitleCircle"/>
                <a:ea typeface="OptimalTitleCircle"/>
              </a:rPr>
              <a:t>厚爱健康智能</a:t>
            </a:r>
            <a:r>
              <a:rPr lang="zh-CN" altLang="en-US" sz="3200" b="0" i="0" u="none" strike="noStrike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OptimalTitleCircle"/>
                <a:ea typeface="OptimalTitleCircle"/>
              </a:rPr>
              <a:t>健康小包</a:t>
            </a:r>
            <a:endParaRPr lang="zh-CN" altLang="en-US" sz="3200" b="0" i="0" u="none" strike="noStrike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OptimalTitleCircle"/>
              <a:ea typeface="OptimalTitleCircle"/>
            </a:endParaRPr>
          </a:p>
          <a:p>
            <a:pPr algn="l">
              <a:lnSpc>
                <a:spcPct val="110000"/>
              </a:lnSpc>
            </a:pPr>
            <a:r>
              <a:rPr lang="zh-CN" altLang="en-US" sz="3200" b="0" i="0" u="none" strike="noStrike">
                <a:solidFill>
                  <a:schemeClr val="tx1">
                    <a:alpha val="100000"/>
                  </a:schemeClr>
                </a:solidFill>
                <a:latin typeface="OptimalTitleCircle"/>
                <a:ea typeface="OptimalTitleCircle"/>
              </a:rPr>
              <a:t> </a:t>
            </a:r>
            <a:r>
              <a:rPr lang="en-US" altLang="zh-CN" sz="3200" b="0" i="0" u="none" strike="noStrike">
                <a:solidFill>
                  <a:schemeClr val="tx1">
                    <a:alpha val="100000"/>
                  </a:schemeClr>
                </a:solidFill>
                <a:latin typeface="OptimalTitleCircle"/>
                <a:ea typeface="OptimalTitleCircle"/>
              </a:rPr>
              <a:t>     </a:t>
            </a:r>
            <a:r>
              <a:rPr lang="zh-CN" altLang="en-US" sz="3200" b="0" i="0" u="none" strike="noStrike">
                <a:solidFill>
                  <a:schemeClr val="tx1">
                    <a:alpha val="100000"/>
                  </a:schemeClr>
                </a:solidFill>
                <a:latin typeface="OptimalTitleCircle"/>
                <a:ea typeface="OptimalTitleCircle"/>
              </a:rPr>
              <a:t>功能与技术解析</a:t>
            </a:r>
            <a:endParaRPr lang="zh-CN" altLang="en-US" sz="3200" b="0" i="0" u="none" strike="noStrike">
              <a:solidFill>
                <a:schemeClr val="tx1">
                  <a:alpha val="100000"/>
                </a:schemeClr>
              </a:solidFill>
              <a:latin typeface="OptimalTitleCircle"/>
              <a:ea typeface="OptimalTitleCircle"/>
            </a:endParaRPr>
          </a:p>
        </p:txBody>
      </p:sp>
      <p:sp>
        <p:nvSpPr>
          <p:cNvPr id="5" name="内容"/>
          <p:cNvSpPr txBox="1"/>
          <p:nvPr>
            <p:custDataLst>
              <p:tags r:id="rId6"/>
            </p:custDataLst>
          </p:nvPr>
        </p:nvSpPr>
        <p:spPr>
          <a:xfrm>
            <a:off x="396240" y="1600835"/>
            <a:ext cx="4660265" cy="4581525"/>
          </a:xfrm>
          <a:prstGeom prst="rect">
            <a:avLst/>
          </a:prstGeom>
        </p:spPr>
        <p:txBody>
          <a:bodyPr spcFirstLastPara="1" wrap="square" lIns="34284" tIns="22850" rIns="34284" bIns="22850" rtlCol="0" anchor="t">
            <a:normAutofit fontScale="90000" lnSpcReduction="10000"/>
          </a:bodyPr>
          <a:lstStyle/>
          <a:p>
            <a:pPr indent="0" algn="just" fontAlgn="auto">
              <a:lnSpc>
                <a:spcPct val="150000"/>
              </a:lnSpc>
            </a:pPr>
            <a:r>
              <a:rPr lang="zh-CN" altLang="en-US" sz="1780" b="1" i="0" u="none" strike="noStrike">
                <a:solidFill>
                  <a:srgbClr val="239081">
                    <a:alpha val="100000"/>
                  </a:srgbClr>
                </a:solidFill>
                <a:latin typeface="幼圆" panose="02010509060101010101" charset="-122"/>
                <a:ea typeface="幼圆" panose="02010509060101010101" charset="-122"/>
              </a:rPr>
              <a:t>1.智能硬件</a:t>
            </a:r>
            <a:r>
              <a:rPr lang="en-US" altLang="zh-CN" sz="1780" b="1" i="0" u="none" strike="noStrike">
                <a:solidFill>
                  <a:srgbClr val="239081">
                    <a:alpha val="100000"/>
                  </a:srgbClr>
                </a:solidFill>
                <a:latin typeface="幼圆" panose="02010509060101010101" charset="-122"/>
                <a:ea typeface="幼圆" panose="02010509060101010101" charset="-122"/>
              </a:rPr>
              <a:t>——</a:t>
            </a:r>
            <a:r>
              <a:rPr lang="zh-CN" altLang="en-US" sz="1780" b="1" i="0" u="none" strike="noStrike">
                <a:solidFill>
                  <a:srgbClr val="239081">
                    <a:alpha val="100000"/>
                  </a:srgbClr>
                </a:solidFill>
                <a:latin typeface="幼圆" panose="02010509060101010101" charset="-122"/>
                <a:ea typeface="幼圆" panose="02010509060101010101" charset="-122"/>
              </a:rPr>
              <a:t>健康小包</a:t>
            </a:r>
            <a:endParaRPr lang="zh-CN" altLang="en-US" sz="1780" b="1" i="0" u="none" strike="noStrike">
              <a:solidFill>
                <a:srgbClr val="239081">
                  <a:alpha val="100000"/>
                </a:srgbClr>
              </a:solidFill>
              <a:latin typeface="幼圆" panose="02010509060101010101" charset="-122"/>
              <a:ea typeface="幼圆" panose="02010509060101010101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en-US" sz="1400" b="0" i="0" u="none" strike="noStrike">
                <a:solidFill>
                  <a:schemeClr val="bg2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“</a:t>
            </a:r>
            <a:r>
              <a:rPr lang="zh-CN" altLang="en-US" sz="1400" b="0" i="0" u="none" strike="noStrike">
                <a:solidFill>
                  <a:schemeClr val="bg2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健康小包”作为智能硬件设备上的创新应用，主要附加功能在于实时、精准地监测用户的健康状况，并高效采集各类健康数据，为用户打造个性化的健康管理方案，提供全面、科学的健康指导。</a:t>
            </a:r>
            <a:endParaRPr lang="zh-CN" altLang="en-US" sz="1400" b="0" i="0" u="none" strike="noStrike">
              <a:solidFill>
                <a:schemeClr val="bg2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  <a:p>
            <a:pPr indent="0" algn="just" fontAlgn="auto">
              <a:lnSpc>
                <a:spcPct val="150000"/>
              </a:lnSpc>
              <a:spcBef>
                <a:spcPts val="1500"/>
              </a:spcBef>
            </a:pPr>
            <a:r>
              <a:rPr lang="zh-CN" altLang="en-US" sz="1780" b="1" i="0" u="none" strike="noStrike">
                <a:solidFill>
                  <a:srgbClr val="239081">
                    <a:alpha val="100000"/>
                  </a:srgbClr>
                </a:solidFill>
                <a:latin typeface="幼圆" panose="02010509060101010101" charset="-122"/>
                <a:ea typeface="幼圆" panose="02010509060101010101" charset="-122"/>
              </a:rPr>
              <a:t>2.数据同步与整合</a:t>
            </a:r>
            <a:endParaRPr lang="zh-CN" altLang="en-US" sz="1780" b="1" i="0" u="none" strike="noStrike">
              <a:solidFill>
                <a:srgbClr val="239081">
                  <a:alpha val="100000"/>
                </a:srgbClr>
              </a:solidFill>
              <a:latin typeface="幼圆" panose="02010509060101010101" charset="-122"/>
              <a:ea typeface="幼圆" panose="02010509060101010101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en-US" altLang="zh-CN" sz="1400" b="0" i="0" u="none" strike="noStrike">
                <a:solidFill>
                  <a:schemeClr val="bg2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“</a:t>
            </a:r>
            <a:r>
              <a:rPr lang="zh-CN" altLang="en-US" sz="1400" b="0" i="0" u="none" strike="noStrike">
                <a:solidFill>
                  <a:schemeClr val="bg2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健康小包</a:t>
            </a:r>
            <a:r>
              <a:rPr lang="en-US" altLang="zh-CN" sz="1400" b="0" i="0" u="none" strike="noStrike">
                <a:solidFill>
                  <a:schemeClr val="bg2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”</a:t>
            </a:r>
            <a:r>
              <a:rPr lang="zh-CN" altLang="en-US" sz="1400" b="0" i="0" u="none" strike="noStrike">
                <a:solidFill>
                  <a:schemeClr val="bg2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与APP之间实现无缝数据同步，跨越平台壁垒，确保健康数据的实时同步与全面整合，让用户无论使用何种设备，都能轻松访问并管理个人健康信息。</a:t>
            </a:r>
            <a:endParaRPr lang="zh-CN" altLang="en-US" sz="1400" b="0" i="0" u="none" strike="noStrike">
              <a:solidFill>
                <a:schemeClr val="bg2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  <a:p>
            <a:pPr indent="0" algn="just" fontAlgn="auto">
              <a:lnSpc>
                <a:spcPct val="150000"/>
              </a:lnSpc>
              <a:spcBef>
                <a:spcPts val="1500"/>
              </a:spcBef>
            </a:pPr>
            <a:r>
              <a:rPr lang="zh-CN" altLang="en-US" sz="1780" b="1" i="0" u="none" strike="noStrike">
                <a:solidFill>
                  <a:srgbClr val="239081">
                    <a:alpha val="100000"/>
                  </a:srgbClr>
                </a:solidFill>
                <a:latin typeface="幼圆" panose="02010509060101010101" charset="-122"/>
                <a:ea typeface="幼圆" panose="02010509060101010101" charset="-122"/>
              </a:rPr>
              <a:t>3.技术难题与解决方案</a:t>
            </a:r>
            <a:endParaRPr lang="zh-CN" altLang="en-US" sz="1780" b="1" i="0" u="none" strike="noStrike">
              <a:solidFill>
                <a:srgbClr val="239081">
                  <a:alpha val="100000"/>
                </a:srgbClr>
              </a:solidFill>
              <a:latin typeface="幼圆" panose="02010509060101010101" charset="-122"/>
              <a:ea typeface="幼圆" panose="02010509060101010101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en-US" sz="1400" b="0" i="0" u="none" strike="noStrike">
                <a:solidFill>
                  <a:schemeClr val="bg2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针对技术难题，如数据精度与传输速度，我们采用了先进的高精度传感器与超高速传输技术，确保数据的准确性达到最高标准，并实现即时传输，让用户信息得到即时反馈。
</a:t>
            </a:r>
            <a:endParaRPr lang="zh-CN" altLang="en-US" sz="1400" b="0" i="0" u="none" strike="noStrike">
              <a:solidFill>
                <a:schemeClr val="bg2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等腰三角形 23"/>
          <p:cNvSpPr/>
          <p:nvPr>
            <p:custDataLst>
              <p:tags r:id="rId1"/>
            </p:custDataLst>
          </p:nvPr>
        </p:nvSpPr>
        <p:spPr>
          <a:xfrm rot="16507170">
            <a:off x="9598794" y="3121785"/>
            <a:ext cx="2456710" cy="1244679"/>
          </a:xfrm>
          <a:custGeom>
            <a:avLst/>
            <a:gdLst/>
            <a:ahLst/>
            <a:cxnLst/>
            <a:rect l="l" t="t" r="r" b="b"/>
            <a:pathLst>
              <a:path w="2456710" h="1244679">
                <a:moveTo>
                  <a:pt x="0" y="1244680"/>
                </a:moveTo>
                <a:lnTo>
                  <a:pt x="1228353" y="0"/>
                </a:lnTo>
                <a:lnTo>
                  <a:pt x="2456707" y="1244680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任意多边形: 形状 27"/>
          <p:cNvSpPr/>
          <p:nvPr>
            <p:custDataLst>
              <p:tags r:id="rId2"/>
            </p:custDataLst>
          </p:nvPr>
        </p:nvSpPr>
        <p:spPr>
          <a:xfrm rot="16507170">
            <a:off x="7056166" y="-853133"/>
            <a:ext cx="4023105" cy="5222414"/>
          </a:xfrm>
          <a:custGeom>
            <a:avLst/>
            <a:gdLst/>
            <a:ahLst/>
            <a:cxnLst/>
            <a:rect l="l" t="t" r="r" b="b"/>
            <a:pathLst>
              <a:path w="4023105" h="5222414">
                <a:moveTo>
                  <a:pt x="3555225" y="0"/>
                </a:moveTo>
                <a:lnTo>
                  <a:pt x="4023103" y="5222414"/>
                </a:lnTo>
                <a:lnTo>
                  <a:pt x="0" y="3602469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25"/>
          <p:cNvSpPr/>
          <p:nvPr>
            <p:custDataLst>
              <p:tags r:id="rId3"/>
            </p:custDataLst>
          </p:nvPr>
        </p:nvSpPr>
        <p:spPr>
          <a:xfrm rot="16507170">
            <a:off x="7100455" y="2428068"/>
            <a:ext cx="4165745" cy="4986720"/>
          </a:xfrm>
          <a:custGeom>
            <a:avLst/>
            <a:gdLst/>
            <a:ahLst/>
            <a:cxnLst/>
            <a:rect l="l" t="t" r="r" b="b"/>
            <a:pathLst>
              <a:path w="4165745" h="4986720">
                <a:moveTo>
                  <a:pt x="4165749" y="3409378"/>
                </a:moveTo>
                <a:lnTo>
                  <a:pt x="361931" y="4986718"/>
                </a:lnTo>
                <a:lnTo>
                  <a:pt x="0" y="946937"/>
                </a:lnTo>
                <a:lnTo>
                  <a:pt x="798081" y="0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2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l="30437" r="17126"/>
          <a:stretch>
            <a:fillRect/>
          </a:stretch>
        </p:blipFill>
        <p:spPr>
          <a:xfrm>
            <a:off x="8595904" y="0"/>
            <a:ext cx="3596096" cy="6858000"/>
          </a:xfrm>
          <a:custGeom>
            <a:avLst/>
            <a:gdLst/>
            <a:ahLst/>
            <a:cxnLst/>
            <a:rect l="l" t="t" r="r" b="b"/>
            <a:pathLst>
              <a:path w="3596096" h="6858000">
                <a:moveTo>
                  <a:pt x="1799015" y="0"/>
                </a:moveTo>
                <a:lnTo>
                  <a:pt x="3596097" y="0"/>
                </a:lnTo>
                <a:lnTo>
                  <a:pt x="3596097" y="2236298"/>
                </a:lnTo>
                <a:lnTo>
                  <a:pt x="2004412" y="3549472"/>
                </a:lnTo>
                <a:lnTo>
                  <a:pt x="2296201" y="3903259"/>
                </a:lnTo>
                <a:lnTo>
                  <a:pt x="3596097" y="5478828"/>
                </a:lnTo>
                <a:lnTo>
                  <a:pt x="3596097" y="6858000"/>
                </a:lnTo>
                <a:lnTo>
                  <a:pt x="2888152" y="6858000"/>
                </a:lnTo>
                <a:lnTo>
                  <a:pt x="1198007" y="4809306"/>
                </a:lnTo>
                <a:lnTo>
                  <a:pt x="0" y="3357324"/>
                </a:lnTo>
                <a:lnTo>
                  <a:pt x="2718473" y="1114511"/>
                </a:lnTo>
                <a:close/>
              </a:path>
            </a:pathLst>
          </a:cu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5"/>
          <a:srcRect r="59993" b="68001"/>
          <a:stretch>
            <a:fillRect/>
          </a:stretch>
        </p:blipFill>
        <p:spPr>
          <a:xfrm>
            <a:off x="8360302" y="1"/>
            <a:ext cx="2743666" cy="2194391"/>
          </a:xfrm>
          <a:custGeom>
            <a:avLst/>
            <a:gdLst/>
            <a:ahLst/>
            <a:cxnLst/>
            <a:rect l="l" t="t" r="r" b="b"/>
            <a:pathLst>
              <a:path w="2743666" h="2194391">
                <a:moveTo>
                  <a:pt x="0" y="0"/>
                </a:moveTo>
                <a:lnTo>
                  <a:pt x="1680924" y="0"/>
                </a:lnTo>
                <a:lnTo>
                  <a:pt x="2743667" y="1288294"/>
                </a:lnTo>
                <a:lnTo>
                  <a:pt x="1645253" y="2194388"/>
                </a:lnTo>
                <a:lnTo>
                  <a:pt x="0" y="199949"/>
                </a:lnTo>
                <a:close/>
              </a:path>
            </a:pathLst>
          </a:custGeom>
        </p:spPr>
      </p:pic>
      <p:pic>
        <p:nvPicPr>
          <p:cNvPr id="7" name="图片 22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5"/>
          <a:srcRect l="1610" t="34794" r="44338"/>
          <a:stretch>
            <a:fillRect/>
          </a:stretch>
        </p:blipFill>
        <p:spPr>
          <a:xfrm>
            <a:off x="8485224" y="2386196"/>
            <a:ext cx="3706776" cy="4471805"/>
          </a:xfrm>
          <a:custGeom>
            <a:avLst/>
            <a:gdLst/>
            <a:ahLst/>
            <a:cxnLst/>
            <a:rect l="l" t="t" r="r" b="b"/>
            <a:pathLst>
              <a:path w="3706776" h="4471805">
                <a:moveTo>
                  <a:pt x="3525041" y="0"/>
                </a:moveTo>
                <a:lnTo>
                  <a:pt x="3706778" y="220342"/>
                </a:lnTo>
                <a:lnTo>
                  <a:pt x="3706778" y="2290391"/>
                </a:lnTo>
                <a:lnTo>
                  <a:pt x="2004412" y="3694795"/>
                </a:lnTo>
                <a:lnTo>
                  <a:pt x="2645416" y="4471806"/>
                </a:lnTo>
                <a:lnTo>
                  <a:pt x="799443" y="4471806"/>
                </a:lnTo>
                <a:lnTo>
                  <a:pt x="0" y="3502809"/>
                </a:lnTo>
                <a:lnTo>
                  <a:pt x="2718473" y="1259996"/>
                </a:lnTo>
                <a:lnTo>
                  <a:pt x="2426684" y="906209"/>
                </a:lnTo>
                <a:close/>
              </a:path>
            </a:pathLst>
          </a:custGeom>
        </p:spPr>
      </p:pic>
      <p:sp>
        <p:nvSpPr>
          <p:cNvPr id="8" name="序号"/>
          <p:cNvSpPr txBox="1"/>
          <p:nvPr>
            <p:custDataLst>
              <p:tags r:id="rId8"/>
            </p:custDataLst>
          </p:nvPr>
        </p:nvSpPr>
        <p:spPr>
          <a:xfrm>
            <a:off x="708194" y="1086145"/>
            <a:ext cx="1904999" cy="1259734"/>
          </a:xfrm>
          <a:prstGeom prst="rect">
            <a:avLst/>
          </a:prstGeom>
        </p:spPr>
        <p:txBody>
          <a:bodyPr spcFirstLastPara="0" wrap="square" lIns="51435" tIns="34290" rIns="51435" bIns="3429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7200" b="1" i="0" u="none" strike="noStrike">
                <a:solidFill>
                  <a:schemeClr val="accent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04</a:t>
            </a:r>
            <a:endParaRPr lang="zh-CN" altLang="en-US" sz="7200" b="1" i="0" u="none" strike="noStrike">
              <a:solidFill>
                <a:schemeClr val="accent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9" name="标题"/>
          <p:cNvSpPr txBox="1"/>
          <p:nvPr>
            <p:custDataLst>
              <p:tags r:id="rId9"/>
            </p:custDataLst>
          </p:nvPr>
        </p:nvSpPr>
        <p:spPr>
          <a:xfrm>
            <a:off x="888533" y="2900501"/>
            <a:ext cx="7252697" cy="1881505"/>
          </a:xfrm>
          <a:prstGeom prst="rect">
            <a:avLst/>
          </a:prstGeom>
        </p:spPr>
        <p:txBody>
          <a:bodyPr spcFirstLastPara="0" wrap="square" lIns="51435" tIns="34290" rIns="51435" bIns="34290" rtlCol="0" anchor="b">
            <a:norm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6000" b="0" i="0" u="none" strike="noStrike">
                <a:solidFill>
                  <a:schemeClr val="tx1">
                    <a:alpha val="100000"/>
                  </a:schemeClr>
                </a:solidFill>
                <a:latin typeface="OptimalTitleCircle"/>
                <a:ea typeface="OptimalTitleCircle"/>
              </a:rPr>
              <a:t>社区健康小屋建设</a:t>
            </a:r>
            <a:endParaRPr lang="zh-CN" altLang="en-US" sz="6000" b="0" i="0" u="none" strike="noStrike">
              <a:solidFill>
                <a:schemeClr val="tx1">
                  <a:alpha val="100000"/>
                </a:schemeClr>
              </a:solidFill>
              <a:latin typeface="OptimalTitleCircle"/>
              <a:ea typeface="OptimalTitleCircle"/>
            </a:endParaRPr>
          </a:p>
        </p:txBody>
      </p:sp>
      <p:sp>
        <p:nvSpPr>
          <p:cNvPr id="10" name="副标题"/>
          <p:cNvSpPr txBox="1"/>
          <p:nvPr>
            <p:custDataLst>
              <p:tags r:id="rId10"/>
            </p:custDataLst>
          </p:nvPr>
        </p:nvSpPr>
        <p:spPr>
          <a:xfrm>
            <a:off x="888534" y="4850586"/>
            <a:ext cx="5800154" cy="748030"/>
          </a:xfrm>
          <a:prstGeom prst="rect">
            <a:avLst/>
          </a:prstGeom>
        </p:spPr>
        <p:txBody>
          <a:bodyPr spcFirstLastPara="0" wrap="square" lIns="38576" tIns="34290" rIns="38576" bIns="34290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chemeClr val="bg2">
                    <a:alpha val="100000"/>
                  </a:schemeClr>
                </a:solidFill>
                <a:latin typeface="OptimalTitleCircle"/>
                <a:ea typeface="OptimalTitleCircle"/>
              </a:rPr>
              <a:t>Construction of Community Health Huts</a:t>
            </a:r>
            <a:endParaRPr lang="zh-CN" altLang="en-US" sz="1400" b="0" i="0" u="none" strike="noStrike">
              <a:solidFill>
                <a:schemeClr val="bg2">
                  <a:alpha val="100000"/>
                </a:schemeClr>
              </a:solidFill>
              <a:latin typeface="OptimalTitleCircle"/>
              <a:ea typeface="OptimalTitleCircle"/>
            </a:endParaRPr>
          </a:p>
        </p:txBody>
      </p:sp>
      <p:sp>
        <p:nvSpPr>
          <p:cNvPr id="11" name="箭头: V 形 8"/>
          <p:cNvSpPr/>
          <p:nvPr>
            <p:custDataLst>
              <p:tags r:id="rId11"/>
            </p:custDataLst>
          </p:nvPr>
        </p:nvSpPr>
        <p:spPr>
          <a:xfrm>
            <a:off x="942508" y="2346146"/>
            <a:ext cx="251863" cy="250825"/>
          </a:xfrm>
          <a:custGeom>
            <a:avLst/>
            <a:gdLst/>
            <a:ahLst/>
            <a:cxnLst/>
            <a:rect l="l" t="t" r="r" b="b"/>
            <a:pathLst>
              <a:path w="251863" h="250825">
                <a:moveTo>
                  <a:pt x="0" y="0"/>
                </a:moveTo>
                <a:lnTo>
                  <a:pt x="135407" y="0"/>
                </a:lnTo>
                <a:lnTo>
                  <a:pt x="251860" y="125416"/>
                </a:lnTo>
                <a:lnTo>
                  <a:pt x="135407" y="250822"/>
                </a:lnTo>
                <a:lnTo>
                  <a:pt x="0" y="250822"/>
                </a:lnTo>
                <a:lnTo>
                  <a:pt x="116453" y="125416"/>
                </a:ln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箭头: V 形 16"/>
          <p:cNvSpPr/>
          <p:nvPr>
            <p:custDataLst>
              <p:tags r:id="rId12"/>
            </p:custDataLst>
          </p:nvPr>
        </p:nvSpPr>
        <p:spPr>
          <a:xfrm>
            <a:off x="1149316" y="2346146"/>
            <a:ext cx="251863" cy="250825"/>
          </a:xfrm>
          <a:custGeom>
            <a:avLst/>
            <a:gdLst/>
            <a:ahLst/>
            <a:cxnLst/>
            <a:rect l="l" t="t" r="r" b="b"/>
            <a:pathLst>
              <a:path w="251863" h="250825">
                <a:moveTo>
                  <a:pt x="0" y="0"/>
                </a:moveTo>
                <a:lnTo>
                  <a:pt x="135407" y="0"/>
                </a:lnTo>
                <a:lnTo>
                  <a:pt x="251860" y="125416"/>
                </a:lnTo>
                <a:lnTo>
                  <a:pt x="135407" y="250822"/>
                </a:lnTo>
                <a:lnTo>
                  <a:pt x="0" y="250822"/>
                </a:lnTo>
                <a:lnTo>
                  <a:pt x="116453" y="125416"/>
                </a:ln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箭头: V 形 17"/>
          <p:cNvSpPr/>
          <p:nvPr>
            <p:custDataLst>
              <p:tags r:id="rId13"/>
            </p:custDataLst>
          </p:nvPr>
        </p:nvSpPr>
        <p:spPr>
          <a:xfrm>
            <a:off x="1356124" y="2346146"/>
            <a:ext cx="251863" cy="250825"/>
          </a:xfrm>
          <a:custGeom>
            <a:avLst/>
            <a:gdLst/>
            <a:ahLst/>
            <a:cxnLst/>
            <a:rect l="l" t="t" r="r" b="b"/>
            <a:pathLst>
              <a:path w="251863" h="250825">
                <a:moveTo>
                  <a:pt x="0" y="0"/>
                </a:moveTo>
                <a:lnTo>
                  <a:pt x="135407" y="0"/>
                </a:lnTo>
                <a:lnTo>
                  <a:pt x="251860" y="125416"/>
                </a:lnTo>
                <a:lnTo>
                  <a:pt x="135407" y="250822"/>
                </a:lnTo>
                <a:lnTo>
                  <a:pt x="0" y="250822"/>
                </a:lnTo>
                <a:lnTo>
                  <a:pt x="116453" y="125416"/>
                </a:ln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样机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210226" y="2119364"/>
            <a:ext cx="6102625" cy="3672000"/>
          </a:xfrm>
          <a:prstGeom prst="rect">
            <a:avLst/>
          </a:prstGeom>
        </p:spPr>
      </p:pic>
      <p:pic>
        <p:nvPicPr>
          <p:cNvPr id="3" name="图片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7247" r="7247"/>
          <a:stretch>
            <a:fillRect/>
          </a:stretch>
        </p:blipFill>
        <p:spPr>
          <a:xfrm>
            <a:off x="7386338" y="2278926"/>
            <a:ext cx="3887592" cy="2403240"/>
          </a:xfrm>
          <a:custGeom>
            <a:avLst/>
            <a:gdLst/>
            <a:ahLst/>
            <a:cxnLst/>
            <a:rect l="l" t="t" r="r" b="b"/>
            <a:pathLst>
              <a:path w="3887592" h="2403240">
                <a:moveTo>
                  <a:pt x="0" y="0"/>
                </a:moveTo>
                <a:lnTo>
                  <a:pt x="3887590" y="0"/>
                </a:lnTo>
                <a:lnTo>
                  <a:pt x="3887590" y="2403243"/>
                </a:lnTo>
                <a:lnTo>
                  <a:pt x="0" y="2403243"/>
                </a:lnTo>
                <a:close/>
              </a:path>
            </a:pathLst>
          </a:custGeom>
        </p:spPr>
      </p:pic>
      <p:sp>
        <p:nvSpPr>
          <p:cNvPr id="4" name="装饰1-子标题1-[1]【1】"/>
          <p:cNvSpPr/>
          <p:nvPr>
            <p:custDataLst>
              <p:tags r:id="rId5"/>
            </p:custDataLst>
          </p:nvPr>
        </p:nvSpPr>
        <p:spPr>
          <a:xfrm>
            <a:off x="660399" y="1270136"/>
            <a:ext cx="5580000" cy="1440000"/>
          </a:xfrm>
          <a:custGeom>
            <a:avLst/>
            <a:gdLst/>
            <a:ahLst/>
            <a:cxnLst/>
            <a:rect l="l" t="t" r="r" b="b"/>
            <a:pathLst>
              <a:path w="5580000" h="1440000">
                <a:moveTo>
                  <a:pt x="240001" y="0"/>
                </a:moveTo>
                <a:lnTo>
                  <a:pt x="5580002" y="0"/>
                </a:lnTo>
                <a:lnTo>
                  <a:pt x="5580002" y="0"/>
                </a:lnTo>
                <a:lnTo>
                  <a:pt x="5580002" y="1199998"/>
                </a:lnTo>
                <a:cubicBezTo>
                  <a:pt x="5580002" y="1263652"/>
                  <a:pt x="5554715" y="1324698"/>
                  <a:pt x="5509704" y="1369708"/>
                </a:cubicBezTo>
                <a:cubicBezTo>
                  <a:pt x="5464694" y="1414717"/>
                  <a:pt x="5403646" y="1440001"/>
                  <a:pt x="5339992" y="1439999"/>
                </a:cubicBezTo>
                <a:lnTo>
                  <a:pt x="0" y="1439999"/>
                </a:lnTo>
                <a:lnTo>
                  <a:pt x="0" y="1439999"/>
                </a:lnTo>
                <a:lnTo>
                  <a:pt x="0" y="240001"/>
                </a:lnTo>
                <a:cubicBezTo>
                  <a:pt x="0" y="107452"/>
                  <a:pt x="107452" y="0"/>
                  <a:pt x="240001" y="0"/>
                </a:cubicBezTo>
                <a:close/>
              </a:path>
            </a:pathLst>
          </a:custGeom>
          <a:solidFill>
            <a:schemeClr val="accent1">
              <a:alpha val="19999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序号1-[1]【1】"/>
          <p:cNvSpPr txBox="1"/>
          <p:nvPr>
            <p:custDataLst>
              <p:tags r:id="rId6"/>
            </p:custDataLst>
          </p:nvPr>
        </p:nvSpPr>
        <p:spPr>
          <a:xfrm>
            <a:off x="660399" y="1545935"/>
            <a:ext cx="968658" cy="897800"/>
          </a:xfrm>
          <a:prstGeom prst="rect">
            <a:avLst/>
          </a:prstGeom>
        </p:spPr>
        <p:txBody>
          <a:bodyPr spcFirstLastPara="0"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4400" b="1" i="0" u="none" strike="noStrike">
                <a:solidFill>
                  <a:schemeClr val="accent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01</a:t>
            </a:r>
            <a:endParaRPr lang="zh-CN" altLang="en-US" sz="4400" b="1" i="0" u="none" strike="noStrike">
              <a:solidFill>
                <a:schemeClr val="accent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6" name="装饰1-子标题1-[1]【1】"/>
          <p:cNvSpPr/>
          <p:nvPr>
            <p:custDataLst>
              <p:tags r:id="rId7"/>
            </p:custDataLst>
          </p:nvPr>
        </p:nvSpPr>
        <p:spPr>
          <a:xfrm>
            <a:off x="6047203" y="1219335"/>
            <a:ext cx="252000" cy="252000"/>
          </a:xfrm>
          <a:custGeom>
            <a:avLst/>
            <a:gdLst/>
            <a:ahLst/>
            <a:cxnLst/>
            <a:rect l="l" t="t" r="r" b="b"/>
            <a:pathLst>
              <a:path w="252000" h="252000">
                <a:moveTo>
                  <a:pt x="0" y="0"/>
                </a:moveTo>
                <a:lnTo>
                  <a:pt x="252003" y="0"/>
                </a:lnTo>
                <a:lnTo>
                  <a:pt x="252003" y="0"/>
                </a:lnTo>
                <a:lnTo>
                  <a:pt x="252003" y="110252"/>
                </a:lnTo>
                <a:lnTo>
                  <a:pt x="252003" y="252003"/>
                </a:lnTo>
                <a:lnTo>
                  <a:pt x="141751" y="252003"/>
                </a:lnTo>
                <a:lnTo>
                  <a:pt x="141751" y="110252"/>
                </a:lnTo>
                <a:lnTo>
                  <a:pt x="0" y="110252"/>
                </a:lnTo>
                <a:close/>
              </a:path>
            </a:pathLst>
          </a:custGeom>
          <a:solidFill>
            <a:schemeClr val="accent1"/>
          </a:solidFill>
          <a:effectLst>
            <a:outerShdw blurRad="254000" dist="127000" dir="8100000" algn="tr">
              <a:schemeClr val="tx1">
                <a:alpha val="39999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子内容1-[1]【1】"/>
          <p:cNvSpPr txBox="1"/>
          <p:nvPr>
            <p:custDataLst>
              <p:tags r:id="rId8"/>
            </p:custDataLst>
          </p:nvPr>
        </p:nvSpPr>
        <p:spPr>
          <a:xfrm>
            <a:off x="1533356" y="1771904"/>
            <a:ext cx="4562644" cy="961538"/>
          </a:xfrm>
          <a:prstGeom prst="rect">
            <a:avLst/>
          </a:prstGeom>
        </p:spPr>
        <p:txBody>
          <a:bodyPr spcFirstLastPara="0" wrap="square" lIns="0" tIns="0" rIns="0" bIns="0" rtlCol="0" anchor="t">
            <a:noAutofit/>
          </a:bodyPr>
          <a:lstStyle/>
          <a:p>
            <a:pPr algn="just">
              <a:lnSpc>
                <a:spcPct val="110000"/>
              </a:lnSpc>
            </a:pPr>
            <a:r>
              <a:rPr lang="zh-CN" altLang="en-US" sz="1200" b="0" i="0" u="none" strike="noStrike">
                <a:solidFill>
                  <a:schemeClr val="bg2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社区健康小屋深度融合家庭、社区与医院三方需求，构建起便捷的“家庭—社区—医院”服务闭环，通过提供慢病筛查、健康咨询，中医</a:t>
            </a:r>
            <a:r>
              <a:rPr lang="zh-CN" altLang="en-US" sz="1200" b="0" i="0" u="none" strike="noStrike">
                <a:solidFill>
                  <a:schemeClr val="bg2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诊疗等一站式服务，让用户能够在家便享受高质量、全方位的健康守护，实现健康管理的无缝衔接与个性化关怀。
</a:t>
            </a:r>
            <a:endParaRPr lang="zh-CN" altLang="en-US" sz="1200" b="0" i="0" u="none" strike="noStrike">
              <a:solidFill>
                <a:schemeClr val="bg2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8" name="子标题1-[1]【1】"/>
          <p:cNvSpPr txBox="1"/>
          <p:nvPr>
            <p:custDataLst>
              <p:tags r:id="rId9"/>
            </p:custDataLst>
          </p:nvPr>
        </p:nvSpPr>
        <p:spPr>
          <a:xfrm>
            <a:off x="1533356" y="1356264"/>
            <a:ext cx="4500000" cy="461600"/>
          </a:xfrm>
          <a:prstGeom prst="rect">
            <a:avLst/>
          </a:prstGeom>
        </p:spPr>
        <p:txBody>
          <a:bodyPr spcFirstLastPara="0" wrap="square" lIns="0" tIns="0" rIns="0" bIns="0" rtlCol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600" b="1" i="0" u="none" strike="noStrike">
                <a:solidFill>
                  <a:schemeClr val="tx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社区健康服务模式</a:t>
            </a:r>
            <a:endParaRPr lang="zh-CN" altLang="en-US" sz="1600" b="1" i="0" u="none" strike="noStrike">
              <a:solidFill>
                <a:schemeClr val="tx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9" name="装饰2-子标题2-[2]【1】"/>
          <p:cNvSpPr/>
          <p:nvPr>
            <p:custDataLst>
              <p:tags r:id="rId10"/>
            </p:custDataLst>
          </p:nvPr>
        </p:nvSpPr>
        <p:spPr>
          <a:xfrm>
            <a:off x="660399" y="2937600"/>
            <a:ext cx="5580000" cy="1440000"/>
          </a:xfrm>
          <a:custGeom>
            <a:avLst/>
            <a:gdLst/>
            <a:ahLst/>
            <a:cxnLst/>
            <a:rect l="l" t="t" r="r" b="b"/>
            <a:pathLst>
              <a:path w="5580000" h="1440000">
                <a:moveTo>
                  <a:pt x="240001" y="0"/>
                </a:moveTo>
                <a:lnTo>
                  <a:pt x="5580002" y="0"/>
                </a:lnTo>
                <a:lnTo>
                  <a:pt x="5580002" y="0"/>
                </a:lnTo>
                <a:lnTo>
                  <a:pt x="5580002" y="1199998"/>
                </a:lnTo>
                <a:cubicBezTo>
                  <a:pt x="5580002" y="1263652"/>
                  <a:pt x="5554715" y="1324698"/>
                  <a:pt x="5509704" y="1369708"/>
                </a:cubicBezTo>
                <a:cubicBezTo>
                  <a:pt x="5464694" y="1414717"/>
                  <a:pt x="5403646" y="1440001"/>
                  <a:pt x="5339992" y="1439999"/>
                </a:cubicBezTo>
                <a:lnTo>
                  <a:pt x="0" y="1439999"/>
                </a:lnTo>
                <a:lnTo>
                  <a:pt x="0" y="1439999"/>
                </a:lnTo>
                <a:lnTo>
                  <a:pt x="0" y="240001"/>
                </a:lnTo>
                <a:cubicBezTo>
                  <a:pt x="0" y="107452"/>
                  <a:pt x="107452" y="0"/>
                  <a:pt x="240001" y="0"/>
                </a:cubicBezTo>
                <a:close/>
              </a:path>
            </a:pathLst>
          </a:custGeom>
          <a:solidFill>
            <a:schemeClr val="accent1">
              <a:alpha val="19999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序号2-[2]【1】"/>
          <p:cNvSpPr txBox="1"/>
          <p:nvPr>
            <p:custDataLst>
              <p:tags r:id="rId11"/>
            </p:custDataLst>
          </p:nvPr>
        </p:nvSpPr>
        <p:spPr>
          <a:xfrm>
            <a:off x="635000" y="3200699"/>
            <a:ext cx="994058" cy="923200"/>
          </a:xfrm>
          <a:prstGeom prst="rect">
            <a:avLst/>
          </a:prstGeom>
        </p:spPr>
        <p:txBody>
          <a:bodyPr spcFirstLastPara="0"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4400" b="1" i="0" u="none" strike="noStrike">
                <a:solidFill>
                  <a:schemeClr val="accent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02</a:t>
            </a:r>
            <a:endParaRPr lang="zh-CN" altLang="en-US" sz="4400" b="1" i="0" u="none" strike="noStrike">
              <a:solidFill>
                <a:schemeClr val="accent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1" name="装饰2-子标题2-[2]【1】"/>
          <p:cNvSpPr/>
          <p:nvPr>
            <p:custDataLst>
              <p:tags r:id="rId12"/>
            </p:custDataLst>
          </p:nvPr>
        </p:nvSpPr>
        <p:spPr>
          <a:xfrm>
            <a:off x="6047203" y="2876472"/>
            <a:ext cx="252000" cy="252000"/>
          </a:xfrm>
          <a:custGeom>
            <a:avLst/>
            <a:gdLst/>
            <a:ahLst/>
            <a:cxnLst/>
            <a:rect l="l" t="t" r="r" b="b"/>
            <a:pathLst>
              <a:path w="252000" h="252000">
                <a:moveTo>
                  <a:pt x="0" y="0"/>
                </a:moveTo>
                <a:lnTo>
                  <a:pt x="252003" y="0"/>
                </a:lnTo>
                <a:lnTo>
                  <a:pt x="252003" y="0"/>
                </a:lnTo>
                <a:lnTo>
                  <a:pt x="252003" y="110252"/>
                </a:lnTo>
                <a:lnTo>
                  <a:pt x="252003" y="252003"/>
                </a:lnTo>
                <a:lnTo>
                  <a:pt x="141751" y="252003"/>
                </a:lnTo>
                <a:lnTo>
                  <a:pt x="141751" y="110252"/>
                </a:lnTo>
                <a:lnTo>
                  <a:pt x="0" y="110252"/>
                </a:lnTo>
                <a:close/>
              </a:path>
            </a:pathLst>
          </a:custGeom>
          <a:solidFill>
            <a:schemeClr val="accent1"/>
          </a:solidFill>
          <a:effectLst>
            <a:outerShdw blurRad="254000" dist="127000" dir="8100000" algn="tr">
              <a:schemeClr val="tx1">
                <a:alpha val="39999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子内容2-[2]【1】"/>
          <p:cNvSpPr txBox="1"/>
          <p:nvPr>
            <p:custDataLst>
              <p:tags r:id="rId13"/>
            </p:custDataLst>
          </p:nvPr>
        </p:nvSpPr>
        <p:spPr>
          <a:xfrm>
            <a:off x="1533356" y="3432597"/>
            <a:ext cx="4562644" cy="961538"/>
          </a:xfrm>
          <a:prstGeom prst="rect">
            <a:avLst/>
          </a:prstGeom>
        </p:spPr>
        <p:txBody>
          <a:bodyPr spcFirstLastPara="0" wrap="square" lIns="0" tIns="0" rIns="0" bIns="0" rtlCol="0" anchor="t">
            <a:normAutofit lnSpcReduction="10000"/>
          </a:bodyPr>
          <a:lstStyle/>
          <a:p>
            <a:pPr algn="just">
              <a:lnSpc>
                <a:spcPct val="110000"/>
              </a:lnSpc>
            </a:pPr>
            <a:r>
              <a:rPr lang="zh-CN" altLang="en-US" sz="1200" b="0" i="0" u="none" strike="noStrike">
                <a:solidFill>
                  <a:schemeClr val="bg2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通过细致入微的用户调研与数据精准分析，我们不断优化服务流程，致力于构建个性化、高效化的居家健康服务体验，并高效整合社区资源，确保服务反馈即时响应，实现快速处理与改进，持续提升用户满意度与幸福感</a:t>
            </a:r>
            <a:r>
              <a:rPr lang="zh-CN" altLang="en-US" sz="1100" b="0" i="0" u="none" strike="noStrike">
                <a:solidFill>
                  <a:schemeClr val="bg2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。
</a:t>
            </a:r>
            <a:endParaRPr lang="zh-CN" altLang="en-US" sz="1100" b="0" i="0" u="none" strike="noStrike">
              <a:solidFill>
                <a:schemeClr val="bg2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3" name="子标题2-[2]【1】"/>
          <p:cNvSpPr txBox="1"/>
          <p:nvPr>
            <p:custDataLst>
              <p:tags r:id="rId14"/>
            </p:custDataLst>
          </p:nvPr>
        </p:nvSpPr>
        <p:spPr>
          <a:xfrm>
            <a:off x="1533356" y="3034102"/>
            <a:ext cx="4500000" cy="461600"/>
          </a:xfrm>
          <a:prstGeom prst="rect">
            <a:avLst/>
          </a:prstGeom>
        </p:spPr>
        <p:txBody>
          <a:bodyPr spcFirstLastPara="0" wrap="square" lIns="0" tIns="0" rIns="0" bIns="0" rtlCol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600" b="1" i="0" u="none" strike="noStrike">
                <a:solidFill>
                  <a:schemeClr val="tx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用户体验与服务反馈</a:t>
            </a:r>
            <a:endParaRPr lang="zh-CN" altLang="en-US" sz="1600" b="1" i="0" u="none" strike="noStrike">
              <a:solidFill>
                <a:schemeClr val="tx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4" name="装饰3-子标题3-[3]【1】"/>
          <p:cNvSpPr/>
          <p:nvPr>
            <p:custDataLst>
              <p:tags r:id="rId15"/>
            </p:custDataLst>
          </p:nvPr>
        </p:nvSpPr>
        <p:spPr>
          <a:xfrm>
            <a:off x="660399" y="4605065"/>
            <a:ext cx="5580000" cy="1440000"/>
          </a:xfrm>
          <a:custGeom>
            <a:avLst/>
            <a:gdLst/>
            <a:ahLst/>
            <a:cxnLst/>
            <a:rect l="l" t="t" r="r" b="b"/>
            <a:pathLst>
              <a:path w="5580000" h="1440000">
                <a:moveTo>
                  <a:pt x="240001" y="0"/>
                </a:moveTo>
                <a:lnTo>
                  <a:pt x="5580002" y="0"/>
                </a:lnTo>
                <a:lnTo>
                  <a:pt x="5580002" y="0"/>
                </a:lnTo>
                <a:lnTo>
                  <a:pt x="5580002" y="1199998"/>
                </a:lnTo>
                <a:cubicBezTo>
                  <a:pt x="5580002" y="1263652"/>
                  <a:pt x="5554715" y="1324698"/>
                  <a:pt x="5509704" y="1369708"/>
                </a:cubicBezTo>
                <a:cubicBezTo>
                  <a:pt x="5464694" y="1414717"/>
                  <a:pt x="5403646" y="1440001"/>
                  <a:pt x="5339992" y="1439999"/>
                </a:cubicBezTo>
                <a:lnTo>
                  <a:pt x="0" y="1439999"/>
                </a:lnTo>
                <a:lnTo>
                  <a:pt x="0" y="1439999"/>
                </a:lnTo>
                <a:lnTo>
                  <a:pt x="0" y="240001"/>
                </a:lnTo>
                <a:cubicBezTo>
                  <a:pt x="0" y="107452"/>
                  <a:pt x="107452" y="0"/>
                  <a:pt x="240001" y="0"/>
                </a:cubicBezTo>
                <a:close/>
              </a:path>
            </a:pathLst>
          </a:custGeom>
          <a:solidFill>
            <a:schemeClr val="accent1">
              <a:alpha val="19999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序号3-[3]【1】"/>
          <p:cNvSpPr txBox="1"/>
          <p:nvPr>
            <p:custDataLst>
              <p:tags r:id="rId16"/>
            </p:custDataLst>
          </p:nvPr>
        </p:nvSpPr>
        <p:spPr>
          <a:xfrm>
            <a:off x="673100" y="4817364"/>
            <a:ext cx="955958" cy="974000"/>
          </a:xfrm>
          <a:prstGeom prst="rect">
            <a:avLst/>
          </a:prstGeom>
        </p:spPr>
        <p:txBody>
          <a:bodyPr spcFirstLastPara="0"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4400" b="1" i="0" u="none" strike="noStrike">
                <a:solidFill>
                  <a:schemeClr val="accent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03</a:t>
            </a:r>
            <a:endParaRPr lang="zh-CN" altLang="en-US" sz="4400" b="1" i="0" u="none" strike="noStrike">
              <a:solidFill>
                <a:schemeClr val="accent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6" name="装饰3-子标题3-[3]【1】"/>
          <p:cNvSpPr/>
          <p:nvPr>
            <p:custDataLst>
              <p:tags r:id="rId17"/>
            </p:custDataLst>
          </p:nvPr>
        </p:nvSpPr>
        <p:spPr>
          <a:xfrm>
            <a:off x="6047203" y="4543937"/>
            <a:ext cx="252000" cy="252000"/>
          </a:xfrm>
          <a:custGeom>
            <a:avLst/>
            <a:gdLst/>
            <a:ahLst/>
            <a:cxnLst/>
            <a:rect l="l" t="t" r="r" b="b"/>
            <a:pathLst>
              <a:path w="252000" h="252000">
                <a:moveTo>
                  <a:pt x="0" y="0"/>
                </a:moveTo>
                <a:lnTo>
                  <a:pt x="252003" y="0"/>
                </a:lnTo>
                <a:lnTo>
                  <a:pt x="252003" y="0"/>
                </a:lnTo>
                <a:lnTo>
                  <a:pt x="252003" y="110252"/>
                </a:lnTo>
                <a:lnTo>
                  <a:pt x="252003" y="252003"/>
                </a:lnTo>
                <a:lnTo>
                  <a:pt x="141751" y="252003"/>
                </a:lnTo>
                <a:lnTo>
                  <a:pt x="141751" y="110252"/>
                </a:lnTo>
                <a:lnTo>
                  <a:pt x="0" y="110252"/>
                </a:lnTo>
                <a:close/>
              </a:path>
            </a:pathLst>
          </a:custGeom>
          <a:solidFill>
            <a:schemeClr val="accent1"/>
          </a:solidFill>
          <a:effectLst>
            <a:outerShdw blurRad="254000" dist="127000" dir="8100000" algn="tr">
              <a:schemeClr val="tx1">
                <a:alpha val="39999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子内容3-[3]【1】"/>
          <p:cNvSpPr txBox="1"/>
          <p:nvPr>
            <p:custDataLst>
              <p:tags r:id="rId18"/>
            </p:custDataLst>
          </p:nvPr>
        </p:nvSpPr>
        <p:spPr>
          <a:xfrm>
            <a:off x="1533525" y="5116195"/>
            <a:ext cx="4562475" cy="868045"/>
          </a:xfrm>
          <a:prstGeom prst="rect">
            <a:avLst/>
          </a:prstGeom>
        </p:spPr>
        <p:txBody>
          <a:bodyPr spcFirstLastPara="0" wrap="square" lIns="0" tIns="0" rIns="0" bIns="0" rtlCol="0" anchor="t">
            <a:noAutofit/>
          </a:bodyPr>
          <a:lstStyle/>
          <a:p>
            <a:pPr algn="just">
              <a:lnSpc>
                <a:spcPct val="110000"/>
              </a:lnSpc>
            </a:pPr>
            <a:r>
              <a:rPr lang="zh-CN" altLang="en-US" sz="1200" b="0" i="0" u="none" strike="noStrike">
                <a:solidFill>
                  <a:schemeClr val="bg2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社区健康小屋的广泛推广与实施，不仅显著提升了居民的健康意识与自我管理能力，还有效促进了社区内部健康文化的构建，为构建和谐社区、提升居民生活质量奠定了坚实基础，贡献了重要力量。</a:t>
            </a:r>
            <a:r>
              <a:rPr lang="zh-CN" altLang="en-US" sz="1400" b="0" i="0" u="none" strike="noStrike">
                <a:solidFill>
                  <a:schemeClr val="bg2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
</a:t>
            </a:r>
            <a:endParaRPr lang="zh-CN" altLang="en-US" sz="1400" b="0" i="0" u="none" strike="noStrike">
              <a:solidFill>
                <a:schemeClr val="bg2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8" name="子标题3-[3]【1】"/>
          <p:cNvSpPr txBox="1"/>
          <p:nvPr>
            <p:custDataLst>
              <p:tags r:id="rId19"/>
            </p:custDataLst>
          </p:nvPr>
        </p:nvSpPr>
        <p:spPr>
          <a:xfrm>
            <a:off x="1533356" y="4699310"/>
            <a:ext cx="4500000" cy="461600"/>
          </a:xfrm>
          <a:prstGeom prst="rect">
            <a:avLst/>
          </a:prstGeom>
        </p:spPr>
        <p:txBody>
          <a:bodyPr spcFirstLastPara="0" wrap="square" lIns="0" tIns="0" rIns="0" bIns="0" rtlCol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600" b="1" i="0" u="none" strike="noStrike">
                <a:solidFill>
                  <a:schemeClr val="tx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健康小屋的社会效应</a:t>
            </a:r>
            <a:endParaRPr lang="zh-CN" altLang="en-US" sz="1600" b="1" i="0" u="none" strike="noStrike">
              <a:solidFill>
                <a:schemeClr val="tx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9" name="标题"/>
          <p:cNvSpPr txBox="1"/>
          <p:nvPr>
            <p:custDataLst>
              <p:tags r:id="rId20"/>
            </p:custDataLst>
          </p:nvPr>
        </p:nvSpPr>
        <p:spPr>
          <a:xfrm>
            <a:off x="336884" y="196145"/>
            <a:ext cx="11058507" cy="720348"/>
          </a:xfrm>
          <a:prstGeom prst="rect">
            <a:avLst/>
          </a:prstGeom>
        </p:spPr>
        <p:txBody>
          <a:bodyPr spcFirstLastPara="0" wrap="square" lIns="51435" tIns="34290" rIns="51435" bIns="34290" rtlCol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3200" b="0" i="0" u="none" strike="noStrike">
                <a:solidFill>
                  <a:schemeClr val="tx1">
                    <a:alpha val="100000"/>
                  </a:schemeClr>
                </a:solidFill>
                <a:latin typeface="OptimalTitleCircle"/>
                <a:ea typeface="OptimalTitleCircle"/>
              </a:rPr>
              <a:t>服务模式与用户体验</a:t>
            </a:r>
            <a:endParaRPr lang="zh-CN" altLang="en-US" sz="3200" b="0" i="0" u="none" strike="noStrike">
              <a:solidFill>
                <a:schemeClr val="tx1">
                  <a:alpha val="100000"/>
                </a:schemeClr>
              </a:solidFill>
              <a:latin typeface="OptimalTitleCircle"/>
              <a:ea typeface="OptimalTitleCircle"/>
            </a:endParaRPr>
          </a:p>
        </p:txBody>
      </p:sp>
    </p:spTree>
    <p:custDataLst>
      <p:tags r:id="rId2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装饰1-[1]【1】"/>
          <p:cNvSpPr/>
          <p:nvPr>
            <p:custDataLst>
              <p:tags r:id="rId1"/>
            </p:custDataLst>
          </p:nvPr>
        </p:nvSpPr>
        <p:spPr>
          <a:xfrm flipH="1">
            <a:off x="5562350" y="-14061"/>
            <a:ext cx="4517118" cy="6891111"/>
          </a:xfrm>
          <a:custGeom>
            <a:avLst/>
            <a:gdLst/>
            <a:ahLst/>
            <a:cxnLst/>
            <a:rect l="l" t="t" r="r" b="b"/>
            <a:pathLst>
              <a:path w="4517118" h="6891111">
                <a:moveTo>
                  <a:pt x="0" y="4534"/>
                </a:moveTo>
                <a:lnTo>
                  <a:pt x="2596696" y="0"/>
                </a:lnTo>
                <a:lnTo>
                  <a:pt x="4517117" y="6872059"/>
                </a:lnTo>
                <a:lnTo>
                  <a:pt x="1924050" y="6891109"/>
                </a:lnTo>
                <a:lnTo>
                  <a:pt x="0" y="4534"/>
                </a:lnTo>
                <a:close/>
              </a:path>
            </a:pathLst>
          </a:custGeom>
          <a:solidFill>
            <a:schemeClr val="accent1">
              <a:alpha val="19999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装饰2-[2]【1】"/>
          <p:cNvSpPr/>
          <p:nvPr>
            <p:custDataLst>
              <p:tags r:id="rId2"/>
            </p:custDataLst>
          </p:nvPr>
        </p:nvSpPr>
        <p:spPr>
          <a:xfrm flipH="1">
            <a:off x="8557532" y="-9526"/>
            <a:ext cx="4726668" cy="6867525"/>
          </a:xfrm>
          <a:custGeom>
            <a:avLst/>
            <a:gdLst/>
            <a:ahLst/>
            <a:cxnLst/>
            <a:rect l="l" t="t" r="r" b="b"/>
            <a:pathLst>
              <a:path w="4726668" h="6867525">
                <a:moveTo>
                  <a:pt x="0" y="0"/>
                </a:moveTo>
                <a:lnTo>
                  <a:pt x="2825296" y="4991"/>
                </a:lnTo>
                <a:lnTo>
                  <a:pt x="4726667" y="6867525"/>
                </a:lnTo>
                <a:lnTo>
                  <a:pt x="9525" y="68675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子标题1-[1]【1】"/>
          <p:cNvSpPr txBox="1"/>
          <p:nvPr>
            <p:custDataLst>
              <p:tags r:id="rId3"/>
            </p:custDataLst>
          </p:nvPr>
        </p:nvSpPr>
        <p:spPr>
          <a:xfrm>
            <a:off x="1544602" y="1410780"/>
            <a:ext cx="4096443" cy="409377"/>
          </a:xfrm>
          <a:prstGeom prst="rect">
            <a:avLst/>
          </a:prstGeom>
        </p:spPr>
        <p:txBody>
          <a:bodyPr spcFirstLastPara="0" wrap="square" lIns="0" tIns="0" rIns="0" bIns="0" rtlCol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600" b="1" i="0" u="none" strike="noStrike">
                <a:solidFill>
                  <a:schemeClr val="tx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与招商地产的合作伙伴关系</a:t>
            </a:r>
            <a:endParaRPr lang="zh-CN" altLang="en-US" sz="1600" b="1" i="0" u="none" strike="noStrike">
              <a:solidFill>
                <a:schemeClr val="tx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5" name="子内容1-[1]【1】"/>
          <p:cNvSpPr txBox="1"/>
          <p:nvPr>
            <p:custDataLst>
              <p:tags r:id="rId4"/>
            </p:custDataLst>
          </p:nvPr>
        </p:nvSpPr>
        <p:spPr>
          <a:xfrm>
            <a:off x="1544603" y="1793394"/>
            <a:ext cx="4096443" cy="1250955"/>
          </a:xfrm>
          <a:prstGeom prst="rect">
            <a:avLst/>
          </a:prstGeom>
        </p:spPr>
        <p:txBody>
          <a:bodyPr spcFirstLastPara="0" wrap="square" lIns="0" tIns="0" rIns="0" bIns="0" rtlCol="0" anchor="t">
            <a:noAutofit/>
          </a:bodyPr>
          <a:lstStyle/>
          <a:p>
            <a:pPr indent="0" algn="l" fontAlgn="auto">
              <a:lnSpc>
                <a:spcPct val="150000"/>
              </a:lnSpc>
            </a:pPr>
            <a:r>
              <a:rPr lang="zh-CN" altLang="en-US" sz="1400" b="0" i="0" u="none" strike="noStrike">
                <a:solidFill>
                  <a:schemeClr val="bg2">
                    <a:alpha val="100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与招商地产建立紧密合作，共同在社区中打造便捷的健康服务站点——健康小屋，通过整合地产资源与健康管理优势，创新提供集慢病筛查、健康咨询，中医诊疗等多功能一体的便民服务，提升居民健康水平与社区生活质量。
</a:t>
            </a:r>
            <a:endParaRPr lang="zh-CN" altLang="en-US" sz="1400" b="0" i="0" u="none" strike="noStrike">
              <a:solidFill>
                <a:schemeClr val="bg2">
                  <a:alpha val="100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cxnSp>
        <p:nvCxnSpPr>
          <p:cNvPr id="6" name="装饰1-子标题1-[1]【1】"/>
          <p:cNvCxnSpPr/>
          <p:nvPr>
            <p:custDataLst>
              <p:tags r:id="rId5"/>
            </p:custDataLst>
          </p:nvPr>
        </p:nvCxnSpPr>
        <p:spPr>
          <a:xfrm flipH="1">
            <a:off x="5870227" y="1947260"/>
            <a:ext cx="0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icon1-[1]【1】"/>
          <p:cNvSpPr/>
          <p:nvPr>
            <p:custDataLst>
              <p:tags r:id="rId6"/>
            </p:custDataLst>
          </p:nvPr>
        </p:nvSpPr>
        <p:spPr>
          <a:xfrm flipH="1">
            <a:off x="6129363" y="1491198"/>
            <a:ext cx="292100" cy="2921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76200" y="76200"/>
                </a:moveTo>
                <a:lnTo>
                  <a:pt x="76200" y="38100"/>
                </a:lnTo>
                <a:cubicBezTo>
                  <a:pt x="76200" y="27579"/>
                  <a:pt x="84729" y="19050"/>
                  <a:pt x="95250" y="19050"/>
                </a:cubicBezTo>
                <a:lnTo>
                  <a:pt x="133350" y="19050"/>
                </a:lnTo>
                <a:cubicBezTo>
                  <a:pt x="143871" y="19050"/>
                  <a:pt x="152400" y="27579"/>
                  <a:pt x="152400" y="38100"/>
                </a:cubicBezTo>
                <a:lnTo>
                  <a:pt x="152400" y="76200"/>
                </a:lnTo>
                <a:lnTo>
                  <a:pt x="190500" y="76200"/>
                </a:lnTo>
                <a:cubicBezTo>
                  <a:pt x="201021" y="76200"/>
                  <a:pt x="209550" y="84729"/>
                  <a:pt x="209550" y="95250"/>
                </a:cubicBezTo>
                <a:lnTo>
                  <a:pt x="209550" y="133350"/>
                </a:lnTo>
                <a:cubicBezTo>
                  <a:pt x="209550" y="143871"/>
                  <a:pt x="201021" y="152400"/>
                  <a:pt x="190500" y="152400"/>
                </a:cubicBezTo>
                <a:lnTo>
                  <a:pt x="152400" y="152400"/>
                </a:lnTo>
                <a:lnTo>
                  <a:pt x="152400" y="190500"/>
                </a:lnTo>
                <a:cubicBezTo>
                  <a:pt x="152400" y="201021"/>
                  <a:pt x="143871" y="209550"/>
                  <a:pt x="133350" y="209550"/>
                </a:cubicBezTo>
                <a:lnTo>
                  <a:pt x="95250" y="209550"/>
                </a:lnTo>
                <a:cubicBezTo>
                  <a:pt x="84729" y="209550"/>
                  <a:pt x="76200" y="201021"/>
                  <a:pt x="76200" y="190500"/>
                </a:cubicBezTo>
                <a:lnTo>
                  <a:pt x="76200" y="152400"/>
                </a:lnTo>
                <a:lnTo>
                  <a:pt x="38100" y="152400"/>
                </a:lnTo>
                <a:cubicBezTo>
                  <a:pt x="27579" y="152400"/>
                  <a:pt x="19050" y="143871"/>
                  <a:pt x="19050" y="133350"/>
                </a:cubicBezTo>
                <a:lnTo>
                  <a:pt x="19050" y="95250"/>
                </a:lnTo>
                <a:cubicBezTo>
                  <a:pt x="19050" y="84729"/>
                  <a:pt x="27579" y="76200"/>
                  <a:pt x="38100" y="76200"/>
                </a:cubicBezTo>
                <a:lnTo>
                  <a:pt x="76200" y="76200"/>
                </a:lnTo>
                <a:close/>
                <a:moveTo>
                  <a:pt x="95250" y="38100"/>
                </a:moveTo>
                <a:lnTo>
                  <a:pt x="95250" y="85725"/>
                </a:lnTo>
                <a:cubicBezTo>
                  <a:pt x="95250" y="90986"/>
                  <a:pt x="90986" y="95250"/>
                  <a:pt x="85725" y="95250"/>
                </a:cubicBezTo>
                <a:lnTo>
                  <a:pt x="38100" y="95250"/>
                </a:lnTo>
                <a:lnTo>
                  <a:pt x="38100" y="133350"/>
                </a:lnTo>
                <a:lnTo>
                  <a:pt x="85725" y="133350"/>
                </a:lnTo>
                <a:cubicBezTo>
                  <a:pt x="90986" y="133350"/>
                  <a:pt x="95250" y="137614"/>
                  <a:pt x="95250" y="142875"/>
                </a:cubicBezTo>
                <a:lnTo>
                  <a:pt x="95250" y="190500"/>
                </a:lnTo>
                <a:lnTo>
                  <a:pt x="133350" y="190500"/>
                </a:lnTo>
                <a:lnTo>
                  <a:pt x="133350" y="142875"/>
                </a:lnTo>
                <a:cubicBezTo>
                  <a:pt x="133350" y="137614"/>
                  <a:pt x="137614" y="133350"/>
                  <a:pt x="142875" y="133350"/>
                </a:cubicBezTo>
                <a:lnTo>
                  <a:pt x="190500" y="133350"/>
                </a:lnTo>
                <a:lnTo>
                  <a:pt x="190500" y="95250"/>
                </a:lnTo>
                <a:lnTo>
                  <a:pt x="142875" y="95250"/>
                </a:lnTo>
                <a:cubicBezTo>
                  <a:pt x="137614" y="95250"/>
                  <a:pt x="133350" y="90986"/>
                  <a:pt x="133350" y="85725"/>
                </a:cubicBezTo>
                <a:lnTo>
                  <a:pt x="133350" y="38100"/>
                </a:lnTo>
                <a:lnTo>
                  <a:pt x="95250" y="38100"/>
                </a:ln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子标题2-[2]【1】"/>
          <p:cNvSpPr txBox="1"/>
          <p:nvPr>
            <p:custDataLst>
              <p:tags r:id="rId7"/>
            </p:custDataLst>
          </p:nvPr>
        </p:nvSpPr>
        <p:spPr>
          <a:xfrm>
            <a:off x="1139607" y="3775565"/>
            <a:ext cx="4096443" cy="409377"/>
          </a:xfrm>
          <a:prstGeom prst="rect">
            <a:avLst/>
          </a:prstGeom>
        </p:spPr>
        <p:txBody>
          <a:bodyPr spcFirstLastPara="0" wrap="square" lIns="0" tIns="0" rIns="0" bIns="0" rtlCol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600" b="1" i="0" u="none" strike="noStrike">
                <a:solidFill>
                  <a:schemeClr val="tx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健康小屋的日常运营</a:t>
            </a:r>
            <a:endParaRPr lang="zh-CN" altLang="en-US" sz="1600" b="1" i="0" u="none" strike="noStrike">
              <a:solidFill>
                <a:schemeClr val="tx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9" name="子内容2-[2]【1】"/>
          <p:cNvSpPr txBox="1"/>
          <p:nvPr>
            <p:custDataLst>
              <p:tags r:id="rId8"/>
            </p:custDataLst>
          </p:nvPr>
        </p:nvSpPr>
        <p:spPr>
          <a:xfrm>
            <a:off x="1128449" y="4185505"/>
            <a:ext cx="4096443" cy="1250955"/>
          </a:xfrm>
          <a:prstGeom prst="rect">
            <a:avLst/>
          </a:prstGeom>
        </p:spPr>
        <p:txBody>
          <a:bodyPr spcFirstLastPara="0" wrap="square" lIns="0" tIns="0" rIns="0" bIns="0" rtlCol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400" b="0" i="0" u="none" strike="noStrike">
                <a:solidFill>
                  <a:schemeClr val="bg2">
                    <a:alpha val="100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健康小屋每日定时开放，由资深医护人员亲自操作，为居民提供专业的健康检测服务。检测结果即时反馈，并无缝对接预约系统，确保便捷高效的就医流程，全程实现无接触化操作，保障居民健康无忧。
</a:t>
            </a:r>
            <a:endParaRPr lang="zh-CN" altLang="en-US" sz="1400" b="0" i="0" u="none" strike="noStrike">
              <a:solidFill>
                <a:schemeClr val="bg2">
                  <a:alpha val="100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cxnSp>
        <p:nvCxnSpPr>
          <p:cNvPr id="10" name="装饰2-子标题2-[2]【1】"/>
          <p:cNvCxnSpPr/>
          <p:nvPr>
            <p:custDataLst>
              <p:tags r:id="rId9"/>
            </p:custDataLst>
          </p:nvPr>
        </p:nvCxnSpPr>
        <p:spPr>
          <a:xfrm flipH="1">
            <a:off x="5459992" y="3486659"/>
            <a:ext cx="0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con2-[2]【1】"/>
          <p:cNvSpPr/>
          <p:nvPr>
            <p:custDataLst>
              <p:tags r:id="rId10"/>
            </p:custDataLst>
          </p:nvPr>
        </p:nvSpPr>
        <p:spPr>
          <a:xfrm flipH="1">
            <a:off x="5731828" y="3057722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4876800" h="4876800">
                <a:moveTo>
                  <a:pt x="3940067" y="438166"/>
                </a:moveTo>
                <a:cubicBezTo>
                  <a:pt x="3927630" y="357902"/>
                  <a:pt x="3858360" y="298803"/>
                  <a:pt x="3777139" y="299161"/>
                </a:cubicBezTo>
                <a:lnTo>
                  <a:pt x="3470420" y="299161"/>
                </a:lnTo>
                <a:cubicBezTo>
                  <a:pt x="3391626" y="299303"/>
                  <a:pt x="3323876" y="355021"/>
                  <a:pt x="3308524" y="432306"/>
                </a:cubicBezTo>
                <a:lnTo>
                  <a:pt x="3290581" y="523584"/>
                </a:lnTo>
                <a:cubicBezTo>
                  <a:pt x="3274216" y="608337"/>
                  <a:pt x="3325687" y="691448"/>
                  <a:pt x="3408853" y="714561"/>
                </a:cubicBezTo>
                <a:lnTo>
                  <a:pt x="3481462" y="734453"/>
                </a:lnTo>
                <a:cubicBezTo>
                  <a:pt x="3508181" y="741871"/>
                  <a:pt x="3524032" y="769327"/>
                  <a:pt x="3517096" y="796175"/>
                </a:cubicBezTo>
                <a:lnTo>
                  <a:pt x="3417494" y="1176538"/>
                </a:lnTo>
                <a:cubicBezTo>
                  <a:pt x="3412798" y="1193983"/>
                  <a:pt x="3399263" y="1207667"/>
                  <a:pt x="3381870" y="1212554"/>
                </a:cubicBezTo>
                <a:cubicBezTo>
                  <a:pt x="3286192" y="1240966"/>
                  <a:pt x="3180798" y="1289842"/>
                  <a:pt x="3068606" y="1357819"/>
                </a:cubicBezTo>
                <a:cubicBezTo>
                  <a:pt x="2988501" y="1406316"/>
                  <a:pt x="2892628" y="1421624"/>
                  <a:pt x="2801404" y="1400482"/>
                </a:cubicBezTo>
                <a:cubicBezTo>
                  <a:pt x="2682287" y="1373798"/>
                  <a:pt x="2560459" y="1361129"/>
                  <a:pt x="2438400" y="1362733"/>
                </a:cubicBezTo>
                <a:cubicBezTo>
                  <a:pt x="2316341" y="1361167"/>
                  <a:pt x="2194516" y="1373835"/>
                  <a:pt x="2075390" y="1400480"/>
                </a:cubicBezTo>
                <a:cubicBezTo>
                  <a:pt x="1984169" y="1421624"/>
                  <a:pt x="1888297" y="1406316"/>
                  <a:pt x="1808196" y="1357817"/>
                </a:cubicBezTo>
                <a:cubicBezTo>
                  <a:pt x="1696008" y="1289840"/>
                  <a:pt x="1590610" y="1240964"/>
                  <a:pt x="1494932" y="1212552"/>
                </a:cubicBezTo>
                <a:cubicBezTo>
                  <a:pt x="1477535" y="1207668"/>
                  <a:pt x="1463998" y="1193981"/>
                  <a:pt x="1459308" y="1176531"/>
                </a:cubicBezTo>
                <a:lnTo>
                  <a:pt x="1359703" y="796173"/>
                </a:lnTo>
                <a:cubicBezTo>
                  <a:pt x="1352763" y="769324"/>
                  <a:pt x="1368616" y="741865"/>
                  <a:pt x="1395338" y="734451"/>
                </a:cubicBezTo>
                <a:lnTo>
                  <a:pt x="1467939" y="714559"/>
                </a:lnTo>
                <a:cubicBezTo>
                  <a:pt x="1551100" y="691443"/>
                  <a:pt x="1602571" y="608340"/>
                  <a:pt x="1586219" y="523589"/>
                </a:cubicBezTo>
                <a:lnTo>
                  <a:pt x="1568267" y="432306"/>
                </a:lnTo>
                <a:cubicBezTo>
                  <a:pt x="1552925" y="355019"/>
                  <a:pt x="1485175" y="299298"/>
                  <a:pt x="1406380" y="299161"/>
                </a:cubicBezTo>
                <a:lnTo>
                  <a:pt x="1099661" y="299161"/>
                </a:lnTo>
                <a:cubicBezTo>
                  <a:pt x="1018441" y="298803"/>
                  <a:pt x="949172" y="357900"/>
                  <a:pt x="936733" y="438162"/>
                </a:cubicBezTo>
                <a:cubicBezTo>
                  <a:pt x="908521" y="616016"/>
                  <a:pt x="864629" y="972929"/>
                  <a:pt x="887500" y="1365017"/>
                </a:cubicBezTo>
                <a:cubicBezTo>
                  <a:pt x="895531" y="1509025"/>
                  <a:pt x="976314" y="1639040"/>
                  <a:pt x="1101867" y="1710028"/>
                </a:cubicBezTo>
                <a:lnTo>
                  <a:pt x="1693971" y="2046026"/>
                </a:lnTo>
                <a:cubicBezTo>
                  <a:pt x="1748865" y="2077147"/>
                  <a:pt x="1784796" y="2133423"/>
                  <a:pt x="1789928" y="2196316"/>
                </a:cubicBezTo>
                <a:lnTo>
                  <a:pt x="1811796" y="2463034"/>
                </a:lnTo>
                <a:cubicBezTo>
                  <a:pt x="1819396" y="2554770"/>
                  <a:pt x="1809230" y="2647112"/>
                  <a:pt x="1781854" y="2734998"/>
                </a:cubicBezTo>
                <a:lnTo>
                  <a:pt x="1241812" y="4474222"/>
                </a:lnTo>
                <a:cubicBezTo>
                  <a:pt x="1223375" y="4533596"/>
                  <a:pt x="1234257" y="4598198"/>
                  <a:pt x="1271128" y="4648256"/>
                </a:cubicBezTo>
                <a:cubicBezTo>
                  <a:pt x="1307998" y="4698312"/>
                  <a:pt x="1366468" y="4727864"/>
                  <a:pt x="1428638" y="4727864"/>
                </a:cubicBezTo>
                <a:lnTo>
                  <a:pt x="1869281" y="4727864"/>
                </a:lnTo>
                <a:cubicBezTo>
                  <a:pt x="1988380" y="4727494"/>
                  <a:pt x="2091003" y="4643898"/>
                  <a:pt x="2115452" y="4527335"/>
                </a:cubicBezTo>
                <a:lnTo>
                  <a:pt x="2410690" y="3097728"/>
                </a:lnTo>
                <a:cubicBezTo>
                  <a:pt x="2412896" y="3083354"/>
                  <a:pt x="2425625" y="3072982"/>
                  <a:pt x="2440149" y="3073725"/>
                </a:cubicBezTo>
                <a:lnTo>
                  <a:pt x="2440186" y="3073725"/>
                </a:lnTo>
                <a:cubicBezTo>
                  <a:pt x="2454722" y="3072998"/>
                  <a:pt x="2467446" y="3083398"/>
                  <a:pt x="2469626" y="3097788"/>
                </a:cubicBezTo>
                <a:lnTo>
                  <a:pt x="2761583" y="4526814"/>
                </a:lnTo>
                <a:cubicBezTo>
                  <a:pt x="2785794" y="4643644"/>
                  <a:pt x="2888553" y="4727530"/>
                  <a:pt x="3007865" y="4727864"/>
                </a:cubicBezTo>
                <a:lnTo>
                  <a:pt x="3448164" y="4727864"/>
                </a:lnTo>
                <a:cubicBezTo>
                  <a:pt x="3510334" y="4727864"/>
                  <a:pt x="3568804" y="4698312"/>
                  <a:pt x="3605674" y="4648256"/>
                </a:cubicBezTo>
                <a:cubicBezTo>
                  <a:pt x="3642545" y="4598198"/>
                  <a:pt x="3653427" y="4533596"/>
                  <a:pt x="3634990" y="4474222"/>
                </a:cubicBezTo>
                <a:lnTo>
                  <a:pt x="3094946" y="2734998"/>
                </a:lnTo>
                <a:cubicBezTo>
                  <a:pt x="3067570" y="2647112"/>
                  <a:pt x="3057404" y="2554770"/>
                  <a:pt x="3065004" y="2463034"/>
                </a:cubicBezTo>
                <a:lnTo>
                  <a:pt x="3086873" y="2196315"/>
                </a:lnTo>
                <a:cubicBezTo>
                  <a:pt x="3092005" y="2133422"/>
                  <a:pt x="3127936" y="2077147"/>
                  <a:pt x="3182829" y="2046026"/>
                </a:cubicBezTo>
                <a:lnTo>
                  <a:pt x="3774933" y="1710028"/>
                </a:lnTo>
                <a:cubicBezTo>
                  <a:pt x="3900485" y="1639042"/>
                  <a:pt x="3981268" y="1509028"/>
                  <a:pt x="3989301" y="1365022"/>
                </a:cubicBezTo>
                <a:cubicBezTo>
                  <a:pt x="4012174" y="972929"/>
                  <a:pt x="3968279" y="616016"/>
                  <a:pt x="3940067" y="438166"/>
                </a:cubicBezTo>
                <a:close/>
                <a:moveTo>
                  <a:pt x="3875187" y="1358366"/>
                </a:moveTo>
                <a:cubicBezTo>
                  <a:pt x="3869335" y="1463643"/>
                  <a:pt x="3810299" y="1558702"/>
                  <a:pt x="3718527" y="1610620"/>
                </a:cubicBezTo>
                <a:lnTo>
                  <a:pt x="3126423" y="1946618"/>
                </a:lnTo>
                <a:cubicBezTo>
                  <a:pt x="3038628" y="1996386"/>
                  <a:pt x="2981164" y="2086390"/>
                  <a:pt x="2972963" y="2186976"/>
                </a:cubicBezTo>
                <a:lnTo>
                  <a:pt x="2951094" y="2453694"/>
                </a:lnTo>
                <a:cubicBezTo>
                  <a:pt x="2942279" y="2560014"/>
                  <a:pt x="2954057" y="2667036"/>
                  <a:pt x="2985781" y="2768894"/>
                </a:cubicBezTo>
                <a:lnTo>
                  <a:pt x="3525822" y="4508118"/>
                </a:lnTo>
                <a:cubicBezTo>
                  <a:pt x="3533488" y="4532800"/>
                  <a:pt x="3528965" y="4559655"/>
                  <a:pt x="3513638" y="4580464"/>
                </a:cubicBezTo>
                <a:cubicBezTo>
                  <a:pt x="3498312" y="4601274"/>
                  <a:pt x="3474006" y="4613559"/>
                  <a:pt x="3448162" y="4613560"/>
                </a:cubicBezTo>
                <a:lnTo>
                  <a:pt x="3007863" y="4613560"/>
                </a:lnTo>
                <a:cubicBezTo>
                  <a:pt x="2942804" y="4613378"/>
                  <a:pt x="2886772" y="4567633"/>
                  <a:pt x="2873574" y="4503926"/>
                </a:cubicBezTo>
                <a:lnTo>
                  <a:pt x="2581619" y="3074913"/>
                </a:lnTo>
                <a:lnTo>
                  <a:pt x="2581619" y="3074918"/>
                </a:lnTo>
                <a:cubicBezTo>
                  <a:pt x="2568984" y="3007109"/>
                  <a:pt x="2509272" y="2958309"/>
                  <a:pt x="2440305" y="2959427"/>
                </a:cubicBezTo>
                <a:lnTo>
                  <a:pt x="2440137" y="2959427"/>
                </a:lnTo>
                <a:cubicBezTo>
                  <a:pt x="2371237" y="2958244"/>
                  <a:pt x="2311518" y="3006898"/>
                  <a:pt x="2298751" y="3074615"/>
                </a:cubicBezTo>
                <a:lnTo>
                  <a:pt x="2003513" y="4504222"/>
                </a:lnTo>
                <a:cubicBezTo>
                  <a:pt x="1990180" y="4567782"/>
                  <a:pt x="1934222" y="4613365"/>
                  <a:pt x="1869279" y="4613569"/>
                </a:cubicBezTo>
                <a:lnTo>
                  <a:pt x="1428638" y="4613569"/>
                </a:lnTo>
                <a:cubicBezTo>
                  <a:pt x="1402794" y="4613568"/>
                  <a:pt x="1378488" y="4601283"/>
                  <a:pt x="1363162" y="4580474"/>
                </a:cubicBezTo>
                <a:cubicBezTo>
                  <a:pt x="1347835" y="4559664"/>
                  <a:pt x="1343313" y="4532808"/>
                  <a:pt x="1350978" y="4508127"/>
                </a:cubicBezTo>
                <a:lnTo>
                  <a:pt x="1891019" y="2768903"/>
                </a:lnTo>
                <a:cubicBezTo>
                  <a:pt x="1922744" y="2667045"/>
                  <a:pt x="1934521" y="2560023"/>
                  <a:pt x="1925706" y="2453704"/>
                </a:cubicBezTo>
                <a:lnTo>
                  <a:pt x="1903837" y="2186986"/>
                </a:lnTo>
                <a:cubicBezTo>
                  <a:pt x="1895636" y="2086400"/>
                  <a:pt x="1838172" y="1996396"/>
                  <a:pt x="1750377" y="1946628"/>
                </a:cubicBezTo>
                <a:lnTo>
                  <a:pt x="1158273" y="1610620"/>
                </a:lnTo>
                <a:cubicBezTo>
                  <a:pt x="1066499" y="1558701"/>
                  <a:pt x="1007464" y="1463639"/>
                  <a:pt x="1001614" y="1358360"/>
                </a:cubicBezTo>
                <a:cubicBezTo>
                  <a:pt x="979354" y="977012"/>
                  <a:pt x="1022142" y="629359"/>
                  <a:pt x="1049620" y="456062"/>
                </a:cubicBezTo>
                <a:cubicBezTo>
                  <a:pt x="1053463" y="431437"/>
                  <a:pt x="1074738" y="413325"/>
                  <a:pt x="1099661" y="413461"/>
                </a:cubicBezTo>
                <a:lnTo>
                  <a:pt x="1406378" y="413461"/>
                </a:lnTo>
                <a:cubicBezTo>
                  <a:pt x="1430585" y="413504"/>
                  <a:pt x="1451399" y="430621"/>
                  <a:pt x="1456114" y="454365"/>
                </a:cubicBezTo>
                <a:lnTo>
                  <a:pt x="1474066" y="545648"/>
                </a:lnTo>
                <a:cubicBezTo>
                  <a:pt x="1479091" y="571688"/>
                  <a:pt x="1463276" y="597221"/>
                  <a:pt x="1437724" y="604322"/>
                </a:cubicBezTo>
                <a:lnTo>
                  <a:pt x="1365133" y="624214"/>
                </a:lnTo>
                <a:cubicBezTo>
                  <a:pt x="1278158" y="648362"/>
                  <a:pt x="1226555" y="737728"/>
                  <a:pt x="1249119" y="825127"/>
                </a:cubicBezTo>
                <a:lnTo>
                  <a:pt x="1348722" y="1205480"/>
                </a:lnTo>
                <a:cubicBezTo>
                  <a:pt x="1351943" y="1217657"/>
                  <a:pt x="1356578" y="1229414"/>
                  <a:pt x="1362533" y="1240513"/>
                </a:cubicBezTo>
                <a:cubicBezTo>
                  <a:pt x="1345839" y="1278196"/>
                  <a:pt x="1337602" y="1319078"/>
                  <a:pt x="1338400" y="1360286"/>
                </a:cubicBezTo>
                <a:cubicBezTo>
                  <a:pt x="1338510" y="1392536"/>
                  <a:pt x="1364682" y="1418622"/>
                  <a:pt x="1396932" y="1418625"/>
                </a:cubicBezTo>
                <a:lnTo>
                  <a:pt x="1397122" y="1418625"/>
                </a:lnTo>
                <a:cubicBezTo>
                  <a:pt x="1412648" y="1418578"/>
                  <a:pt x="1427519" y="1412363"/>
                  <a:pt x="1438461" y="1401348"/>
                </a:cubicBezTo>
                <a:cubicBezTo>
                  <a:pt x="1449403" y="1390334"/>
                  <a:pt x="1455519" y="1375422"/>
                  <a:pt x="1455463" y="1359896"/>
                </a:cubicBezTo>
                <a:cubicBezTo>
                  <a:pt x="1455376" y="1346853"/>
                  <a:pt x="1456596" y="1333834"/>
                  <a:pt x="1459104" y="1321034"/>
                </a:cubicBezTo>
                <a:cubicBezTo>
                  <a:pt x="1460202" y="1321384"/>
                  <a:pt x="1461266" y="1321796"/>
                  <a:pt x="1462374" y="1322122"/>
                </a:cubicBezTo>
                <a:cubicBezTo>
                  <a:pt x="1547485" y="1347395"/>
                  <a:pt x="1646576" y="1393541"/>
                  <a:pt x="1748952" y="1455568"/>
                </a:cubicBezTo>
                <a:cubicBezTo>
                  <a:pt x="1854373" y="1519483"/>
                  <a:pt x="1980583" y="1539710"/>
                  <a:pt x="2100698" y="1511941"/>
                </a:cubicBezTo>
                <a:cubicBezTo>
                  <a:pt x="2211408" y="1487170"/>
                  <a:pt x="2324638" y="1475453"/>
                  <a:pt x="2438074" y="1477031"/>
                </a:cubicBezTo>
                <a:lnTo>
                  <a:pt x="2438696" y="1476660"/>
                </a:lnTo>
                <a:lnTo>
                  <a:pt x="2438706" y="1477031"/>
                </a:lnTo>
                <a:cubicBezTo>
                  <a:pt x="2552137" y="1475482"/>
                  <a:pt x="2665360" y="1487199"/>
                  <a:pt x="2776071" y="1511941"/>
                </a:cubicBezTo>
                <a:cubicBezTo>
                  <a:pt x="2896190" y="1539701"/>
                  <a:pt x="3022400" y="1519474"/>
                  <a:pt x="3127829" y="1455568"/>
                </a:cubicBezTo>
                <a:cubicBezTo>
                  <a:pt x="3230204" y="1393539"/>
                  <a:pt x="3329296" y="1347393"/>
                  <a:pt x="3414398" y="1322116"/>
                </a:cubicBezTo>
                <a:cubicBezTo>
                  <a:pt x="3421163" y="1320101"/>
                  <a:pt x="3427793" y="1317658"/>
                  <a:pt x="3434248" y="1314801"/>
                </a:cubicBezTo>
                <a:cubicBezTo>
                  <a:pt x="3437670" y="1329583"/>
                  <a:pt x="3439302" y="1344724"/>
                  <a:pt x="3439106" y="1359896"/>
                </a:cubicBezTo>
                <a:cubicBezTo>
                  <a:pt x="3439056" y="1375437"/>
                  <a:pt x="3445188" y="1390360"/>
                  <a:pt x="3456150" y="1401376"/>
                </a:cubicBezTo>
                <a:cubicBezTo>
                  <a:pt x="3467112" y="1412392"/>
                  <a:pt x="3482004" y="1418598"/>
                  <a:pt x="3497545" y="1418625"/>
                </a:cubicBezTo>
                <a:lnTo>
                  <a:pt x="3497640" y="1418625"/>
                </a:lnTo>
                <a:cubicBezTo>
                  <a:pt x="3529890" y="1418624"/>
                  <a:pt x="3556064" y="1392536"/>
                  <a:pt x="3556171" y="1360286"/>
                </a:cubicBezTo>
                <a:cubicBezTo>
                  <a:pt x="3557452" y="1312055"/>
                  <a:pt x="3545890" y="1264350"/>
                  <a:pt x="3522669" y="1222058"/>
                </a:cubicBezTo>
                <a:cubicBezTo>
                  <a:pt x="3524770" y="1216635"/>
                  <a:pt x="3526574" y="1211102"/>
                  <a:pt x="3528074" y="1205484"/>
                </a:cubicBezTo>
                <a:lnTo>
                  <a:pt x="3627677" y="825126"/>
                </a:lnTo>
                <a:cubicBezTo>
                  <a:pt x="3650243" y="737726"/>
                  <a:pt x="3598638" y="648359"/>
                  <a:pt x="3511662" y="624213"/>
                </a:cubicBezTo>
                <a:lnTo>
                  <a:pt x="3439062" y="604321"/>
                </a:lnTo>
                <a:cubicBezTo>
                  <a:pt x="3413510" y="597221"/>
                  <a:pt x="3397698" y="571685"/>
                  <a:pt x="3402730" y="545647"/>
                </a:cubicBezTo>
                <a:lnTo>
                  <a:pt x="3420672" y="454369"/>
                </a:lnTo>
                <a:cubicBezTo>
                  <a:pt x="3425390" y="430623"/>
                  <a:pt x="3446208" y="413504"/>
                  <a:pt x="3470418" y="413460"/>
                </a:cubicBezTo>
                <a:lnTo>
                  <a:pt x="3777139" y="413460"/>
                </a:lnTo>
                <a:cubicBezTo>
                  <a:pt x="3802065" y="413323"/>
                  <a:pt x="3823342" y="431439"/>
                  <a:pt x="3827182" y="456067"/>
                </a:cubicBezTo>
                <a:cubicBezTo>
                  <a:pt x="3854658" y="629360"/>
                  <a:pt x="3897446" y="977013"/>
                  <a:pt x="3875187" y="1358366"/>
                </a:cubicBezTo>
                <a:close/>
              </a:path>
              <a:path w="4876800" h="4876800">
                <a:moveTo>
                  <a:pt x="2444511" y="1283626"/>
                </a:moveTo>
                <a:cubicBezTo>
                  <a:pt x="2696952" y="1283626"/>
                  <a:pt x="2902334" y="1088773"/>
                  <a:pt x="2902334" y="849267"/>
                </a:cubicBezTo>
                <a:quadBezTo>
                  <a:pt x="2696952" y="414909"/>
                  <a:pt x="2444511" y="414909"/>
                </a:quadBezTo>
                <a:quadBezTo>
                  <a:pt x="1986688" y="609763"/>
                  <a:pt x="1986688" y="849269"/>
                </a:quadBezTo>
                <a:quadBezTo>
                  <a:pt x="2192071" y="1283626"/>
                  <a:pt x="2444511" y="1283626"/>
                </a:quadBezTo>
                <a:close/>
                <a:moveTo>
                  <a:pt x="2444511" y="529207"/>
                </a:moveTo>
                <a:cubicBezTo>
                  <a:pt x="2633932" y="529207"/>
                  <a:pt x="2788034" y="672785"/>
                  <a:pt x="2788034" y="849267"/>
                </a:cubicBezTo>
                <a:quadBezTo>
                  <a:pt x="2633932" y="1169326"/>
                  <a:pt x="2444511" y="1169326"/>
                </a:quadBezTo>
                <a:quadBezTo>
                  <a:pt x="2100988" y="1025749"/>
                  <a:pt x="2100988" y="849267"/>
                </a:quadBezTo>
                <a:quadBezTo>
                  <a:pt x="2255090" y="529209"/>
                  <a:pt x="2444511" y="529209"/>
                </a:quadBezTo>
                <a:close/>
              </a:path>
              <a:path w="4876800" h="4876800">
                <a:moveTo>
                  <a:pt x="2444516" y="1096470"/>
                </a:moveTo>
                <a:cubicBezTo>
                  <a:pt x="2548751" y="1096470"/>
                  <a:pt x="2589004" y="1033377"/>
                  <a:pt x="2604544" y="984652"/>
                </a:cubicBezTo>
                <a:cubicBezTo>
                  <a:pt x="2608719" y="971711"/>
                  <a:pt x="2606457" y="957554"/>
                  <a:pt x="2598459" y="946558"/>
                </a:cubicBezTo>
                <a:cubicBezTo>
                  <a:pt x="2590460" y="935562"/>
                  <a:pt x="2577688" y="929051"/>
                  <a:pt x="2564090" y="929038"/>
                </a:cubicBezTo>
                <a:lnTo>
                  <a:pt x="2324937" y="929038"/>
                </a:lnTo>
                <a:cubicBezTo>
                  <a:pt x="2311340" y="929051"/>
                  <a:pt x="2298568" y="935563"/>
                  <a:pt x="2290569" y="946559"/>
                </a:cubicBezTo>
                <a:cubicBezTo>
                  <a:pt x="2282570" y="957555"/>
                  <a:pt x="2280309" y="971711"/>
                  <a:pt x="2284484" y="984652"/>
                </a:cubicBezTo>
                <a:cubicBezTo>
                  <a:pt x="2300028" y="1033378"/>
                  <a:pt x="2340275" y="1096470"/>
                  <a:pt x="2444516" y="1096470"/>
                </a:cubicBezTo>
                <a:close/>
              </a:path>
              <a:path w="4876800" h="4876800">
                <a:moveTo>
                  <a:pt x="2878708" y="349704"/>
                </a:moveTo>
                <a:cubicBezTo>
                  <a:pt x="2925624" y="366559"/>
                  <a:pt x="2962558" y="403493"/>
                  <a:pt x="2979413" y="450409"/>
                </a:cubicBezTo>
                <a:cubicBezTo>
                  <a:pt x="2985583" y="465655"/>
                  <a:pt x="3000385" y="475633"/>
                  <a:pt x="3016832" y="475633"/>
                </a:cubicBezTo>
                <a:cubicBezTo>
                  <a:pt x="3033279" y="475633"/>
                  <a:pt x="3048081" y="465655"/>
                  <a:pt x="3054251" y="450409"/>
                </a:cubicBezTo>
                <a:cubicBezTo>
                  <a:pt x="3071109" y="403494"/>
                  <a:pt x="3108041" y="366562"/>
                  <a:pt x="3154956" y="349704"/>
                </a:cubicBezTo>
                <a:cubicBezTo>
                  <a:pt x="3170204" y="343536"/>
                  <a:pt x="3180184" y="328733"/>
                  <a:pt x="3180184" y="312286"/>
                </a:cubicBezTo>
                <a:cubicBezTo>
                  <a:pt x="3180184" y="295838"/>
                  <a:pt x="3170204" y="281035"/>
                  <a:pt x="3154956" y="274867"/>
                </a:cubicBezTo>
                <a:cubicBezTo>
                  <a:pt x="3108041" y="258009"/>
                  <a:pt x="3071109" y="221077"/>
                  <a:pt x="3054251" y="174162"/>
                </a:cubicBezTo>
                <a:cubicBezTo>
                  <a:pt x="3048081" y="158917"/>
                  <a:pt x="3033279" y="148939"/>
                  <a:pt x="3016832" y="148939"/>
                </a:cubicBezTo>
                <a:cubicBezTo>
                  <a:pt x="3000386" y="148939"/>
                  <a:pt x="2985584" y="158917"/>
                  <a:pt x="2979414" y="174162"/>
                </a:cubicBezTo>
                <a:cubicBezTo>
                  <a:pt x="2962558" y="221078"/>
                  <a:pt x="2925625" y="258012"/>
                  <a:pt x="2878708" y="274867"/>
                </a:cubicBezTo>
                <a:cubicBezTo>
                  <a:pt x="2863463" y="281037"/>
                  <a:pt x="2853485" y="295839"/>
                  <a:pt x="2853485" y="312286"/>
                </a:cubicBezTo>
                <a:cubicBezTo>
                  <a:pt x="2853485" y="328732"/>
                  <a:pt x="2863463" y="343534"/>
                  <a:pt x="2878708" y="349704"/>
                </a:cubicBezTo>
                <a:close/>
              </a:path>
              <a:path w="4876800" h="4876800">
                <a:moveTo>
                  <a:pt x="2657364" y="1684211"/>
                </a:moveTo>
                <a:cubicBezTo>
                  <a:pt x="2553626" y="1684211"/>
                  <a:pt x="2485420" y="1789509"/>
                  <a:pt x="2458060" y="1841506"/>
                </a:cubicBezTo>
                <a:cubicBezTo>
                  <a:pt x="2455503" y="1846394"/>
                  <a:pt x="2450408" y="1849420"/>
                  <a:pt x="2444892" y="1849327"/>
                </a:cubicBezTo>
                <a:cubicBezTo>
                  <a:pt x="2439377" y="1849234"/>
                  <a:pt x="2434386" y="1846037"/>
                  <a:pt x="2431996" y="1841066"/>
                </a:cubicBezTo>
                <a:cubicBezTo>
                  <a:pt x="2406602" y="1788917"/>
                  <a:pt x="2341889" y="1684211"/>
                  <a:pt x="2231664" y="1684211"/>
                </a:cubicBezTo>
                <a:cubicBezTo>
                  <a:pt x="2114206" y="1684211"/>
                  <a:pt x="2018984" y="1776324"/>
                  <a:pt x="2018984" y="1889951"/>
                </a:cubicBezTo>
                <a:cubicBezTo>
                  <a:pt x="2018998" y="1902757"/>
                  <a:pt x="2020243" y="1915532"/>
                  <a:pt x="2022699" y="1928101"/>
                </a:cubicBezTo>
                <a:lnTo>
                  <a:pt x="2022644" y="1928122"/>
                </a:lnTo>
                <a:cubicBezTo>
                  <a:pt x="2022745" y="1928625"/>
                  <a:pt x="2023977" y="1934218"/>
                  <a:pt x="2024523" y="1936504"/>
                </a:cubicBezTo>
                <a:cubicBezTo>
                  <a:pt x="2067120" y="2118641"/>
                  <a:pt x="2277898" y="2283500"/>
                  <a:pt x="2383700" y="2356366"/>
                </a:cubicBezTo>
                <a:cubicBezTo>
                  <a:pt x="2420312" y="2381620"/>
                  <a:pt x="2468722" y="2381620"/>
                  <a:pt x="2505334" y="2356366"/>
                </a:cubicBezTo>
                <a:cubicBezTo>
                  <a:pt x="2611142" y="2283500"/>
                  <a:pt x="2821920" y="2118640"/>
                  <a:pt x="2864512" y="1936504"/>
                </a:cubicBezTo>
                <a:cubicBezTo>
                  <a:pt x="2865061" y="1934218"/>
                  <a:pt x="2866294" y="1928628"/>
                  <a:pt x="2866396" y="1928122"/>
                </a:cubicBezTo>
                <a:lnTo>
                  <a:pt x="2866339" y="1928101"/>
                </a:lnTo>
                <a:cubicBezTo>
                  <a:pt x="2868791" y="1915532"/>
                  <a:pt x="2870032" y="1902757"/>
                  <a:pt x="2870046" y="1889951"/>
                </a:cubicBezTo>
                <a:cubicBezTo>
                  <a:pt x="2870039" y="1776326"/>
                  <a:pt x="2774823" y="1684211"/>
                  <a:pt x="2657364" y="1684211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装饰3-子标题3-[3]【1】"/>
          <p:cNvCxnSpPr/>
          <p:nvPr>
            <p:custDataLst>
              <p:tags r:id="rId11"/>
            </p:custDataLst>
          </p:nvPr>
        </p:nvCxnSpPr>
        <p:spPr>
          <a:xfrm flipH="1">
            <a:off x="4970816" y="5163356"/>
            <a:ext cx="0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子标题3-[3]【1】"/>
          <p:cNvSpPr txBox="1"/>
          <p:nvPr>
            <p:custDataLst>
              <p:tags r:id="rId12"/>
            </p:custDataLst>
          </p:nvPr>
        </p:nvSpPr>
        <p:spPr>
          <a:xfrm>
            <a:off x="688649" y="4711102"/>
            <a:ext cx="4096443" cy="409377"/>
          </a:xfrm>
          <a:prstGeom prst="rect">
            <a:avLst/>
          </a:prstGeom>
        </p:spPr>
        <p:txBody>
          <a:bodyPr spcFirstLastPara="0" wrap="square" lIns="0" tIns="0" rIns="0" bIns="0" rtlCol="0" anchor="ctr">
            <a:normAutofit/>
          </a:bodyPr>
          <a:lstStyle/>
          <a:p>
            <a:pPr algn="l">
              <a:lnSpc>
                <a:spcPct val="110000"/>
              </a:lnSpc>
            </a:pPr>
            <a:endParaRPr lang="zh-CN" altLang="en-US" sz="1600" b="1" i="0" u="none" strike="noStrike">
              <a:solidFill>
                <a:schemeClr val="tx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4" name="子内容3-[3]【1】"/>
          <p:cNvSpPr txBox="1"/>
          <p:nvPr>
            <p:custDataLst>
              <p:tags r:id="rId13"/>
            </p:custDataLst>
          </p:nvPr>
        </p:nvSpPr>
        <p:spPr>
          <a:xfrm>
            <a:off x="688650" y="5097991"/>
            <a:ext cx="4096443" cy="1250955"/>
          </a:xfrm>
          <a:prstGeom prst="rect">
            <a:avLst/>
          </a:prstGeom>
        </p:spPr>
        <p:txBody>
          <a:bodyPr spcFirstLastPara="0" wrap="square" lIns="0" tIns="0" rIns="0" bIns="0" rtlCol="0" anchor="t">
            <a:normAutofit/>
          </a:bodyPr>
          <a:lstStyle/>
          <a:p>
            <a:pPr algn="l">
              <a:lnSpc>
                <a:spcPct val="120000"/>
              </a:lnSpc>
            </a:pPr>
            <a:endParaRPr lang="zh-CN" altLang="en-US" sz="1200" b="0" i="0" u="none" strike="noStrike">
              <a:solidFill>
                <a:schemeClr val="bg2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5" name="icon3-[3]【1】"/>
          <p:cNvSpPr/>
          <p:nvPr>
            <p:custDataLst>
              <p:tags r:id="rId14"/>
            </p:custDataLst>
          </p:nvPr>
        </p:nvSpPr>
        <p:spPr>
          <a:xfrm flipH="1">
            <a:off x="5236302" y="4724028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666750" h="666750">
                <a:moveTo>
                  <a:pt x="-6038290" y="7174790"/>
                </a:moveTo>
                <a:cubicBezTo>
                  <a:pt x="-6101150" y="7143438"/>
                  <a:pt x="-6207892" y="7044006"/>
                  <a:pt x="-6275554" y="6953778"/>
                </a:cubicBezTo>
                <a:lnTo>
                  <a:pt x="-6279231" y="6948874"/>
                </a:lnTo>
                <a:lnTo>
                  <a:pt x="-6232472" y="6948874"/>
                </a:lnTo>
                <a:cubicBezTo>
                  <a:pt x="-6200769" y="6948874"/>
                  <a:pt x="-6184082" y="6948388"/>
                  <a:pt x="-6180648" y="6947355"/>
                </a:cubicBezTo>
                <a:cubicBezTo>
                  <a:pt x="-6171549" y="6944629"/>
                  <a:pt x="-6166284" y="6938612"/>
                  <a:pt x="-6156016" y="6919205"/>
                </a:cubicBezTo>
                <a:cubicBezTo>
                  <a:pt x="-6137192" y="6883630"/>
                  <a:pt x="-6134596" y="6878986"/>
                  <a:pt x="-6134223" y="6880244"/>
                </a:cubicBezTo>
                <a:cubicBezTo>
                  <a:pt x="-6134016" y="6880948"/>
                  <a:pt x="-6129974" y="6921210"/>
                  <a:pt x="-6125244" y="6969721"/>
                </a:cubicBezTo>
                <a:cubicBezTo>
                  <a:pt x="-6116926" y="7055006"/>
                  <a:pt x="-6116526" y="7058135"/>
                  <a:pt x="-6113132" y="7064370"/>
                </a:cubicBezTo>
                <a:cubicBezTo>
                  <a:pt x="-6107219" y="7075234"/>
                  <a:pt x="-6099088" y="7079896"/>
                  <a:pt x="-6085956" y="7079952"/>
                </a:cubicBezTo>
                <a:cubicBezTo>
                  <a:pt x="-6076277" y="7079952"/>
                  <a:pt x="-6069166" y="7076699"/>
                  <a:pt x="-6062941" y="7069292"/>
                </a:cubicBezTo>
                <a:cubicBezTo>
                  <a:pt x="-6060526" y="7066420"/>
                  <a:pt x="-6045602" y="7038758"/>
                  <a:pt x="-6029778" y="7007826"/>
                </a:cubicBezTo>
                <a:lnTo>
                  <a:pt x="-6001004" y="6951584"/>
                </a:lnTo>
                <a:lnTo>
                  <a:pt x="-5902263" y="6951212"/>
                </a:lnTo>
                <a:cubicBezTo>
                  <a:pt x="-5803942" y="6950840"/>
                  <a:pt x="-5803498" y="6950822"/>
                  <a:pt x="-5798290" y="6948016"/>
                </a:cubicBezTo>
                <a:cubicBezTo>
                  <a:pt x="-5787048" y="6941949"/>
                  <a:pt x="-5781374" y="6932583"/>
                  <a:pt x="-5781380" y="6920103"/>
                </a:cubicBezTo>
                <a:cubicBezTo>
                  <a:pt x="-5847103" y="6882003"/>
                  <a:pt x="-5794450" y="6913684"/>
                  <a:pt x="-5804438" y="6901886"/>
                </a:cubicBezTo>
                <a:lnTo>
                  <a:pt x="-39058" y="49678"/>
                </a:lnTo>
                <a:lnTo>
                  <a:pt x="-40052" y="44765"/>
                </a:lnTo>
                <a:cubicBezTo>
                  <a:pt x="-40598" y="42062"/>
                  <a:pt x="-44592" y="3069"/>
                  <a:pt x="-48927" y="-41888"/>
                </a:cubicBezTo>
                <a:cubicBezTo>
                  <a:pt x="-53262" y="-86845"/>
                  <a:pt x="-57363" y="-125700"/>
                  <a:pt x="-58039" y="-128234"/>
                </a:cubicBezTo>
                <a:cubicBezTo>
                  <a:pt x="-61516" y="-141247"/>
                  <a:pt x="-73553" y="-149817"/>
                  <a:pt x="-88204" y="-149707"/>
                </a:cubicBezTo>
                <a:cubicBezTo>
                  <a:pt x="-98188" y="-149612"/>
                  <a:pt x="-106756" y="-145521"/>
                  <a:pt x="-111885" y="-138343"/>
                </a:cubicBezTo>
                <a:cubicBezTo>
                  <a:pt x="-113550" y="-136012"/>
                  <a:pt x="-130262" y="-104676"/>
                  <a:pt x="-149022" y="-68706"/>
                </a:cubicBezTo>
                <a:lnTo>
                  <a:pt x="-183131" y="-3307"/>
                </a:lnTo>
                <a:lnTo>
                  <a:pt x="-238069" y="-2964"/>
                </a:lnTo>
                <a:lnTo>
                  <a:pt x="-293008" y="-2621"/>
                </a:lnTo>
                <a:lnTo>
                  <a:pt x="-300922" y="-18656"/>
                </a:lnTo>
                <a:cubicBezTo>
                  <a:pt x="-320573" y="-58474"/>
                  <a:pt x="-328492" y="-91138"/>
                  <a:pt x="-327001" y="-126240"/>
                </a:cubicBezTo>
                <a:cubicBezTo>
                  <a:pt x="-325818" y="-154111"/>
                  <a:pt x="-320392" y="-173984"/>
                  <a:pt x="-307539" y="-197517"/>
                </a:cubicBezTo>
                <a:cubicBezTo>
                  <a:pt x="-296984" y="-216843"/>
                  <a:pt x="-278343" y="-239007"/>
                  <a:pt x="-262840" y="-250662"/>
                </a:cubicBezTo>
                <a:cubicBezTo>
                  <a:pt x="-245854" y="-263432"/>
                  <a:pt x="-223291" y="-272056"/>
                  <a:pt x="-199535" y="-274858"/>
                </a:cubicBezTo>
                <a:cubicBezTo>
                  <a:pt x="-179463" y="-277225"/>
                  <a:pt x="-155658" y="-274010"/>
                  <a:pt x="-129299" y="-265367"/>
                </a:cubicBezTo>
                <a:cubicBezTo>
                  <a:pt x="-117723" y="-261573"/>
                  <a:pt x="-89151" y="-247200"/>
                  <a:pt x="-75678" y="-238395"/>
                </a:cubicBezTo>
                <a:cubicBezTo>
                  <a:pt x="-52340" y="-223143"/>
                  <a:pt x="-21527" y="-195882"/>
                  <a:pt x="-995" y="-172321"/>
                </a:cubicBezTo>
                <a:lnTo>
                  <a:pt x="6716" y="-163472"/>
                </a:lnTo>
                <a:lnTo>
                  <a:pt x="15670" y="-175280"/>
                </a:lnTo>
                <a:cubicBezTo>
                  <a:pt x="33623" y="-198956"/>
                  <a:pt x="61275" y="-223929"/>
                  <a:pt x="87605" y="-240248"/>
                </a:cubicBezTo>
                <a:cubicBezTo>
                  <a:pt x="137072" y="-270906"/>
                  <a:pt x="192931" y="-281007"/>
                  <a:pt x="236865" y="-267237"/>
                </a:cubicBezTo>
                <a:cubicBezTo>
                  <a:pt x="272580" y="-256043"/>
                  <a:pt x="301391" y="-229191"/>
                  <a:pt x="322409" y="-187507"/>
                </a:cubicBezTo>
                <a:cubicBezTo>
                  <a:pt x="343348" y="-145982"/>
                  <a:pt x="345212" y="-93614"/>
                  <a:pt x="327543" y="-43295"/>
                </a:cubicBezTo>
                <a:cubicBezTo>
                  <a:pt x="317384" y="-14366"/>
                  <a:pt x="304701" y="10611"/>
                  <a:pt x="284989" y="40505"/>
                </a:cubicBezTo>
                <a:cubicBezTo>
                  <a:pt x="260620" y="77462"/>
                  <a:pt x="238551" y="103819"/>
                  <a:pt x="198420" y="143891"/>
                </a:cubicBezTo>
                <a:cubicBezTo>
                  <a:pt x="147775" y="194462"/>
                  <a:pt x="93551" y="238225"/>
                  <a:pt x="41374" y="270639"/>
                </a:cubicBezTo>
                <a:cubicBezTo>
                  <a:pt x="26079" y="280141"/>
                  <a:pt x="4775" y="291629"/>
                  <a:pt x="2495" y="291603"/>
                </a:cubicBezTo>
                <a:cubicBezTo>
                  <a:pt x="1940" y="291603"/>
                  <a:pt x="-4700" y="288508"/>
                  <a:pt x="-12259" y="284738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标题"/>
          <p:cNvSpPr txBox="1"/>
          <p:nvPr>
            <p:custDataLst>
              <p:tags r:id="rId15"/>
            </p:custDataLst>
          </p:nvPr>
        </p:nvSpPr>
        <p:spPr>
          <a:xfrm>
            <a:off x="336884" y="196145"/>
            <a:ext cx="6213313" cy="720348"/>
          </a:xfrm>
          <a:prstGeom prst="rect">
            <a:avLst/>
          </a:prstGeom>
        </p:spPr>
        <p:txBody>
          <a:bodyPr spcFirstLastPara="0" wrap="square" lIns="51435" tIns="34290" rIns="51435" bIns="34290" rtlCol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3200" b="0" i="0" u="none" strike="noStrike">
                <a:solidFill>
                  <a:schemeClr val="tx1">
                    <a:alpha val="100000"/>
                  </a:schemeClr>
                </a:solidFill>
                <a:latin typeface="OptimalTitleCircle"/>
                <a:ea typeface="OptimalTitleCircle"/>
              </a:rPr>
              <a:t>健康小屋的运营与管理</a:t>
            </a:r>
            <a:endParaRPr lang="zh-CN" altLang="en-US" sz="3200" b="0" i="0" u="none" strike="noStrike">
              <a:solidFill>
                <a:schemeClr val="tx1">
                  <a:alpha val="100000"/>
                </a:schemeClr>
              </a:solidFill>
              <a:latin typeface="OptimalTitleCircle"/>
              <a:ea typeface="OptimalTitleCircle"/>
            </a:endParaRPr>
          </a:p>
        </p:txBody>
      </p:sp>
      <p:pic>
        <p:nvPicPr>
          <p:cNvPr id="17" name="图片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rcRect t="11887" b="11887"/>
          <a:stretch>
            <a:fillRect/>
          </a:stretch>
        </p:blipFill>
        <p:spPr>
          <a:xfrm>
            <a:off x="6018868" y="-5608"/>
            <a:ext cx="4516024" cy="6863608"/>
          </a:xfrm>
          <a:custGeom>
            <a:avLst/>
            <a:gdLst/>
            <a:ahLst/>
            <a:cxnLst/>
            <a:rect l="l" t="t" r="r" b="b"/>
            <a:pathLst>
              <a:path w="4516024" h="6863608">
                <a:moveTo>
                  <a:pt x="1892284" y="26175"/>
                </a:moveTo>
                <a:cubicBezTo>
                  <a:pt x="1878464" y="50787"/>
                  <a:pt x="1781804" y="392182"/>
                  <a:pt x="1376782" y="1846774"/>
                </a:cubicBezTo>
                <a:cubicBezTo>
                  <a:pt x="1284208" y="2179244"/>
                  <a:pt x="1133465" y="2718997"/>
                  <a:pt x="1041787" y="3046228"/>
                </a:cubicBezTo>
                <a:cubicBezTo>
                  <a:pt x="231277" y="5939485"/>
                  <a:pt x="0" y="6782228"/>
                  <a:pt x="0" y="6842436"/>
                </a:cubicBezTo>
                <a:lnTo>
                  <a:pt x="0" y="6863610"/>
                </a:lnTo>
                <a:lnTo>
                  <a:pt x="2604440" y="6849256"/>
                </a:lnTo>
                <a:lnTo>
                  <a:pt x="2625395" y="6773104"/>
                </a:lnTo>
                <a:cubicBezTo>
                  <a:pt x="2636920" y="6731222"/>
                  <a:pt x="2755935" y="6304988"/>
                  <a:pt x="2889875" y="5825919"/>
                </a:cubicBezTo>
                <a:cubicBezTo>
                  <a:pt x="3023816" y="5346849"/>
                  <a:pt x="3204105" y="4700006"/>
                  <a:pt x="3290516" y="4388472"/>
                </a:cubicBezTo>
                <a:cubicBezTo>
                  <a:pt x="3376927" y="4076948"/>
                  <a:pt x="3475463" y="3723542"/>
                  <a:pt x="3509496" y="3603117"/>
                </a:cubicBezTo>
                <a:cubicBezTo>
                  <a:pt x="3609956" y="3247596"/>
                  <a:pt x="3757927" y="2719330"/>
                  <a:pt x="4034790" y="1727787"/>
                </a:cubicBezTo>
                <a:cubicBezTo>
                  <a:pt x="4178065" y="1214685"/>
                  <a:pt x="4344952" y="625545"/>
                  <a:pt x="4405656" y="418576"/>
                </a:cubicBezTo>
                <a:cubicBezTo>
                  <a:pt x="4466358" y="211617"/>
                  <a:pt x="4516022" y="32766"/>
                  <a:pt x="4516022" y="21136"/>
                </a:cubicBezTo>
                <a:lnTo>
                  <a:pt x="4516022" y="0"/>
                </a:lnTo>
                <a:lnTo>
                  <a:pt x="1906972" y="0"/>
                </a:lnTo>
                <a:close/>
              </a:path>
            </a:pathLst>
          </a:custGeom>
        </p:spPr>
      </p:pic>
    </p:spTree>
    <p:custDataLst>
      <p:tags r:id="rId18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等腰三角形 23"/>
          <p:cNvSpPr/>
          <p:nvPr>
            <p:custDataLst>
              <p:tags r:id="rId1"/>
            </p:custDataLst>
          </p:nvPr>
        </p:nvSpPr>
        <p:spPr>
          <a:xfrm rot="16507170">
            <a:off x="9598794" y="3121785"/>
            <a:ext cx="2456710" cy="1244679"/>
          </a:xfrm>
          <a:custGeom>
            <a:avLst/>
            <a:gdLst/>
            <a:ahLst/>
            <a:cxnLst/>
            <a:rect l="l" t="t" r="r" b="b"/>
            <a:pathLst>
              <a:path w="2456710" h="1244679">
                <a:moveTo>
                  <a:pt x="0" y="1244680"/>
                </a:moveTo>
                <a:lnTo>
                  <a:pt x="1228353" y="0"/>
                </a:lnTo>
                <a:lnTo>
                  <a:pt x="2456707" y="1244680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任意多边形: 形状 27"/>
          <p:cNvSpPr/>
          <p:nvPr>
            <p:custDataLst>
              <p:tags r:id="rId2"/>
            </p:custDataLst>
          </p:nvPr>
        </p:nvSpPr>
        <p:spPr>
          <a:xfrm rot="16507170">
            <a:off x="7056166" y="-853133"/>
            <a:ext cx="4023105" cy="5222414"/>
          </a:xfrm>
          <a:custGeom>
            <a:avLst/>
            <a:gdLst/>
            <a:ahLst/>
            <a:cxnLst/>
            <a:rect l="l" t="t" r="r" b="b"/>
            <a:pathLst>
              <a:path w="4023105" h="5222414">
                <a:moveTo>
                  <a:pt x="3555225" y="0"/>
                </a:moveTo>
                <a:lnTo>
                  <a:pt x="4023103" y="5222414"/>
                </a:lnTo>
                <a:lnTo>
                  <a:pt x="0" y="3602469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25"/>
          <p:cNvSpPr/>
          <p:nvPr>
            <p:custDataLst>
              <p:tags r:id="rId3"/>
            </p:custDataLst>
          </p:nvPr>
        </p:nvSpPr>
        <p:spPr>
          <a:xfrm rot="16507170">
            <a:off x="7100455" y="2428068"/>
            <a:ext cx="4165745" cy="4986720"/>
          </a:xfrm>
          <a:custGeom>
            <a:avLst/>
            <a:gdLst/>
            <a:ahLst/>
            <a:cxnLst/>
            <a:rect l="l" t="t" r="r" b="b"/>
            <a:pathLst>
              <a:path w="4165745" h="4986720">
                <a:moveTo>
                  <a:pt x="4165749" y="3409378"/>
                </a:moveTo>
                <a:lnTo>
                  <a:pt x="361931" y="4986718"/>
                </a:lnTo>
                <a:lnTo>
                  <a:pt x="0" y="946937"/>
                </a:lnTo>
                <a:lnTo>
                  <a:pt x="798081" y="0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2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l="30437" r="17126"/>
          <a:stretch>
            <a:fillRect/>
          </a:stretch>
        </p:blipFill>
        <p:spPr>
          <a:xfrm>
            <a:off x="8595904" y="0"/>
            <a:ext cx="3596096" cy="6858000"/>
          </a:xfrm>
          <a:custGeom>
            <a:avLst/>
            <a:gdLst/>
            <a:ahLst/>
            <a:cxnLst/>
            <a:rect l="l" t="t" r="r" b="b"/>
            <a:pathLst>
              <a:path w="3596096" h="6858000">
                <a:moveTo>
                  <a:pt x="1799015" y="0"/>
                </a:moveTo>
                <a:lnTo>
                  <a:pt x="3596097" y="0"/>
                </a:lnTo>
                <a:lnTo>
                  <a:pt x="3596097" y="2236298"/>
                </a:lnTo>
                <a:lnTo>
                  <a:pt x="2004412" y="3549472"/>
                </a:lnTo>
                <a:lnTo>
                  <a:pt x="2296201" y="3903259"/>
                </a:lnTo>
                <a:lnTo>
                  <a:pt x="3596097" y="5478828"/>
                </a:lnTo>
                <a:lnTo>
                  <a:pt x="3596097" y="6858000"/>
                </a:lnTo>
                <a:lnTo>
                  <a:pt x="2888152" y="6858000"/>
                </a:lnTo>
                <a:lnTo>
                  <a:pt x="1198007" y="4809306"/>
                </a:lnTo>
                <a:lnTo>
                  <a:pt x="0" y="3357324"/>
                </a:lnTo>
                <a:lnTo>
                  <a:pt x="2718473" y="1114511"/>
                </a:lnTo>
                <a:close/>
              </a:path>
            </a:pathLst>
          </a:cu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5"/>
          <a:srcRect r="59993" b="68001"/>
          <a:stretch>
            <a:fillRect/>
          </a:stretch>
        </p:blipFill>
        <p:spPr>
          <a:xfrm>
            <a:off x="8360302" y="1"/>
            <a:ext cx="2743666" cy="2194391"/>
          </a:xfrm>
          <a:custGeom>
            <a:avLst/>
            <a:gdLst/>
            <a:ahLst/>
            <a:cxnLst/>
            <a:rect l="l" t="t" r="r" b="b"/>
            <a:pathLst>
              <a:path w="2743666" h="2194391">
                <a:moveTo>
                  <a:pt x="0" y="0"/>
                </a:moveTo>
                <a:lnTo>
                  <a:pt x="1680924" y="0"/>
                </a:lnTo>
                <a:lnTo>
                  <a:pt x="2743667" y="1288294"/>
                </a:lnTo>
                <a:lnTo>
                  <a:pt x="1645253" y="2194388"/>
                </a:lnTo>
                <a:lnTo>
                  <a:pt x="0" y="199949"/>
                </a:lnTo>
                <a:close/>
              </a:path>
            </a:pathLst>
          </a:custGeom>
        </p:spPr>
      </p:pic>
      <p:pic>
        <p:nvPicPr>
          <p:cNvPr id="7" name="图片 22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5"/>
          <a:srcRect l="1610" t="34794" r="44338"/>
          <a:stretch>
            <a:fillRect/>
          </a:stretch>
        </p:blipFill>
        <p:spPr>
          <a:xfrm>
            <a:off x="8485224" y="2386196"/>
            <a:ext cx="3706776" cy="4471805"/>
          </a:xfrm>
          <a:custGeom>
            <a:avLst/>
            <a:gdLst/>
            <a:ahLst/>
            <a:cxnLst/>
            <a:rect l="l" t="t" r="r" b="b"/>
            <a:pathLst>
              <a:path w="3706776" h="4471805">
                <a:moveTo>
                  <a:pt x="3525041" y="0"/>
                </a:moveTo>
                <a:lnTo>
                  <a:pt x="3706778" y="220342"/>
                </a:lnTo>
                <a:lnTo>
                  <a:pt x="3706778" y="2290391"/>
                </a:lnTo>
                <a:lnTo>
                  <a:pt x="2004412" y="3694795"/>
                </a:lnTo>
                <a:lnTo>
                  <a:pt x="2645416" y="4471806"/>
                </a:lnTo>
                <a:lnTo>
                  <a:pt x="799443" y="4471806"/>
                </a:lnTo>
                <a:lnTo>
                  <a:pt x="0" y="3502809"/>
                </a:lnTo>
                <a:lnTo>
                  <a:pt x="2718473" y="1259996"/>
                </a:lnTo>
                <a:lnTo>
                  <a:pt x="2426684" y="906209"/>
                </a:lnTo>
                <a:close/>
              </a:path>
            </a:pathLst>
          </a:custGeom>
        </p:spPr>
      </p:pic>
      <p:sp>
        <p:nvSpPr>
          <p:cNvPr id="8" name="序号"/>
          <p:cNvSpPr txBox="1"/>
          <p:nvPr>
            <p:custDataLst>
              <p:tags r:id="rId8"/>
            </p:custDataLst>
          </p:nvPr>
        </p:nvSpPr>
        <p:spPr>
          <a:xfrm>
            <a:off x="708194" y="1086145"/>
            <a:ext cx="1904999" cy="1259734"/>
          </a:xfrm>
          <a:prstGeom prst="rect">
            <a:avLst/>
          </a:prstGeom>
        </p:spPr>
        <p:txBody>
          <a:bodyPr spcFirstLastPara="0" wrap="square" lIns="51435" tIns="34290" rIns="51435" bIns="3429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7200" b="1" i="0" u="none" strike="noStrike">
                <a:solidFill>
                  <a:schemeClr val="accent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05</a:t>
            </a:r>
            <a:endParaRPr lang="zh-CN" altLang="en-US" sz="7200" b="1" i="0" u="none" strike="noStrike">
              <a:solidFill>
                <a:schemeClr val="accent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9" name="标题"/>
          <p:cNvSpPr txBox="1"/>
          <p:nvPr>
            <p:custDataLst>
              <p:tags r:id="rId9"/>
            </p:custDataLst>
          </p:nvPr>
        </p:nvSpPr>
        <p:spPr>
          <a:xfrm>
            <a:off x="888533" y="2900501"/>
            <a:ext cx="7252697" cy="1881505"/>
          </a:xfrm>
          <a:prstGeom prst="rect">
            <a:avLst/>
          </a:prstGeom>
        </p:spPr>
        <p:txBody>
          <a:bodyPr spcFirstLastPara="0" wrap="square" lIns="51435" tIns="34290" rIns="51435" bIns="34290" rtlCol="0" anchor="b">
            <a:norm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6000" b="0" i="0" u="none" strike="noStrike">
                <a:solidFill>
                  <a:schemeClr val="tx1">
                    <a:alpha val="100000"/>
                  </a:schemeClr>
                </a:solidFill>
                <a:latin typeface="OptimalTitleCircle"/>
                <a:ea typeface="OptimalTitleCircle"/>
              </a:rPr>
              <a:t>智慧养老解决方案</a:t>
            </a:r>
            <a:endParaRPr lang="zh-CN" altLang="en-US" sz="6000" b="0" i="0" u="none" strike="noStrike">
              <a:solidFill>
                <a:schemeClr val="tx1">
                  <a:alpha val="100000"/>
                </a:schemeClr>
              </a:solidFill>
              <a:latin typeface="OptimalTitleCircle"/>
              <a:ea typeface="OptimalTitleCircle"/>
            </a:endParaRPr>
          </a:p>
        </p:txBody>
      </p:sp>
      <p:sp>
        <p:nvSpPr>
          <p:cNvPr id="10" name="副标题"/>
          <p:cNvSpPr txBox="1"/>
          <p:nvPr>
            <p:custDataLst>
              <p:tags r:id="rId10"/>
            </p:custDataLst>
          </p:nvPr>
        </p:nvSpPr>
        <p:spPr>
          <a:xfrm>
            <a:off x="888534" y="4850586"/>
            <a:ext cx="5800154" cy="748030"/>
          </a:xfrm>
          <a:prstGeom prst="rect">
            <a:avLst/>
          </a:prstGeom>
        </p:spPr>
        <p:txBody>
          <a:bodyPr spcFirstLastPara="0" wrap="square" lIns="38576" tIns="34290" rIns="38576" bIns="34290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chemeClr val="bg2">
                    <a:alpha val="100000"/>
                  </a:schemeClr>
                </a:solidFill>
                <a:latin typeface="OptimalTitleCircle"/>
                <a:ea typeface="OptimalTitleCircle"/>
              </a:rPr>
              <a:t>Smart Elderly Care Solution</a:t>
            </a:r>
            <a:endParaRPr lang="zh-CN" altLang="en-US" sz="1400" b="0" i="0" u="none" strike="noStrike">
              <a:solidFill>
                <a:schemeClr val="bg2">
                  <a:alpha val="100000"/>
                </a:schemeClr>
              </a:solidFill>
              <a:latin typeface="OptimalTitleCircle"/>
              <a:ea typeface="OptimalTitleCircle"/>
            </a:endParaRPr>
          </a:p>
        </p:txBody>
      </p:sp>
      <p:sp>
        <p:nvSpPr>
          <p:cNvPr id="11" name="箭头: V 形 8"/>
          <p:cNvSpPr/>
          <p:nvPr>
            <p:custDataLst>
              <p:tags r:id="rId11"/>
            </p:custDataLst>
          </p:nvPr>
        </p:nvSpPr>
        <p:spPr>
          <a:xfrm>
            <a:off x="942508" y="2346146"/>
            <a:ext cx="251863" cy="250825"/>
          </a:xfrm>
          <a:custGeom>
            <a:avLst/>
            <a:gdLst/>
            <a:ahLst/>
            <a:cxnLst/>
            <a:rect l="l" t="t" r="r" b="b"/>
            <a:pathLst>
              <a:path w="251863" h="250825">
                <a:moveTo>
                  <a:pt x="0" y="0"/>
                </a:moveTo>
                <a:lnTo>
                  <a:pt x="135407" y="0"/>
                </a:lnTo>
                <a:lnTo>
                  <a:pt x="251860" y="125416"/>
                </a:lnTo>
                <a:lnTo>
                  <a:pt x="135407" y="250822"/>
                </a:lnTo>
                <a:lnTo>
                  <a:pt x="0" y="250822"/>
                </a:lnTo>
                <a:lnTo>
                  <a:pt x="116453" y="125416"/>
                </a:ln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箭头: V 形 16"/>
          <p:cNvSpPr/>
          <p:nvPr>
            <p:custDataLst>
              <p:tags r:id="rId12"/>
            </p:custDataLst>
          </p:nvPr>
        </p:nvSpPr>
        <p:spPr>
          <a:xfrm>
            <a:off x="1149316" y="2346146"/>
            <a:ext cx="251863" cy="250825"/>
          </a:xfrm>
          <a:custGeom>
            <a:avLst/>
            <a:gdLst/>
            <a:ahLst/>
            <a:cxnLst/>
            <a:rect l="l" t="t" r="r" b="b"/>
            <a:pathLst>
              <a:path w="251863" h="250825">
                <a:moveTo>
                  <a:pt x="0" y="0"/>
                </a:moveTo>
                <a:lnTo>
                  <a:pt x="135407" y="0"/>
                </a:lnTo>
                <a:lnTo>
                  <a:pt x="251860" y="125416"/>
                </a:lnTo>
                <a:lnTo>
                  <a:pt x="135407" y="250822"/>
                </a:lnTo>
                <a:lnTo>
                  <a:pt x="0" y="250822"/>
                </a:lnTo>
                <a:lnTo>
                  <a:pt x="116453" y="125416"/>
                </a:ln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箭头: V 形 17"/>
          <p:cNvSpPr/>
          <p:nvPr>
            <p:custDataLst>
              <p:tags r:id="rId13"/>
            </p:custDataLst>
          </p:nvPr>
        </p:nvSpPr>
        <p:spPr>
          <a:xfrm>
            <a:off x="1356124" y="2346146"/>
            <a:ext cx="251863" cy="250825"/>
          </a:xfrm>
          <a:custGeom>
            <a:avLst/>
            <a:gdLst/>
            <a:ahLst/>
            <a:cxnLst/>
            <a:rect l="l" t="t" r="r" b="b"/>
            <a:pathLst>
              <a:path w="251863" h="250825">
                <a:moveTo>
                  <a:pt x="0" y="0"/>
                </a:moveTo>
                <a:lnTo>
                  <a:pt x="135407" y="0"/>
                </a:lnTo>
                <a:lnTo>
                  <a:pt x="251860" y="125416"/>
                </a:lnTo>
                <a:lnTo>
                  <a:pt x="135407" y="250822"/>
                </a:lnTo>
                <a:lnTo>
                  <a:pt x="0" y="250822"/>
                </a:lnTo>
                <a:lnTo>
                  <a:pt x="116453" y="125416"/>
                </a:ln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4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"/>
          <p:cNvSpPr/>
          <p:nvPr>
            <p:custDataLst>
              <p:tags r:id="rId1"/>
            </p:custDataLst>
          </p:nvPr>
        </p:nvSpPr>
        <p:spPr>
          <a:xfrm>
            <a:off x="1" y="3287211"/>
            <a:ext cx="3854370" cy="3570790"/>
          </a:xfrm>
          <a:custGeom>
            <a:avLst/>
            <a:gdLst/>
            <a:ahLst/>
            <a:cxnLst/>
            <a:rect l="l" t="t" r="r" b="b"/>
            <a:pathLst>
              <a:path w="3854370" h="3570790">
                <a:moveTo>
                  <a:pt x="0" y="0"/>
                </a:moveTo>
                <a:lnTo>
                  <a:pt x="3854368" y="0"/>
                </a:lnTo>
                <a:lnTo>
                  <a:pt x="3854368" y="3570789"/>
                </a:lnTo>
                <a:lnTo>
                  <a:pt x="0" y="3570789"/>
                </a:lnTo>
                <a:close/>
              </a:path>
            </a:pathLst>
          </a:custGeom>
          <a:gradFill rotWithShape="1">
            <a:gsLst>
              <a:gs pos="0">
                <a:schemeClr val="accent1">
                  <a:alpha val="0"/>
                </a:schemeClr>
              </a:gs>
              <a:gs pos="34000">
                <a:schemeClr val="accent1">
                  <a:alpha val="9000"/>
                </a:schemeClr>
              </a:gs>
              <a:gs pos="100000">
                <a:schemeClr val="accent1">
                  <a:alpha val="57000"/>
                </a:schemeClr>
              </a:gs>
            </a:gsLst>
            <a:path path="circle"/>
          </a:gra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内容"/>
          <p:cNvSpPr txBox="1"/>
          <p:nvPr>
            <p:custDataLst>
              <p:tags r:id="rId2"/>
            </p:custDataLst>
          </p:nvPr>
        </p:nvSpPr>
        <p:spPr>
          <a:xfrm>
            <a:off x="5897245" y="1223645"/>
            <a:ext cx="5822950" cy="5008245"/>
          </a:xfrm>
          <a:prstGeom prst="rect">
            <a:avLst/>
          </a:prstGeom>
        </p:spPr>
        <p:txBody>
          <a:bodyPr spcFirstLastPara="1" wrap="square" lIns="34284" tIns="22850" rIns="34284" bIns="22850" rtlCol="0" anchor="t">
            <a:normAutofit fontScale="70000"/>
          </a:bodyPr>
          <a:lstStyle/>
          <a:p>
            <a:pPr indent="0" algn="just" fontAlgn="auto">
              <a:lnSpc>
                <a:spcPct val="150000"/>
              </a:lnSpc>
            </a:pPr>
            <a:r>
              <a:rPr lang="zh-CN" altLang="en-US" sz="1750" b="1" i="0" u="none" strike="noStrike">
                <a:solidFill>
                  <a:srgbClr val="239081">
                    <a:alpha val="100000"/>
                  </a:srgbClr>
                </a:solidFill>
                <a:latin typeface="幼圆" panose="02010509060101010101" charset="-122"/>
                <a:ea typeface="幼圆" panose="02010509060101010101" charset="-122"/>
              </a:rPr>
              <a:t>1.智能化养老工具提供</a:t>
            </a:r>
            <a:endParaRPr lang="zh-CN" altLang="en-US" sz="1750" b="1" i="0" u="none" strike="noStrike">
              <a:solidFill>
                <a:srgbClr val="239081">
                  <a:alpha val="100000"/>
                </a:srgbClr>
              </a:solidFill>
              <a:latin typeface="幼圆" panose="02010509060101010101" charset="-122"/>
              <a:ea typeface="幼圆" panose="02010509060101010101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en-US" sz="1750" b="0" i="0" u="none" strike="noStrike">
                <a:solidFill>
                  <a:schemeClr val="bg2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我们为养老机构精心打造智能化管理系统，涵盖便捷的物资管理流程、高效的巡检系统以确保安全无忧，并配备智能监测设备，实时关注老人生活状态，通过数据分析与自动化操作，极大提升养老服务质量与效率，为老人营造更加舒适、安全、贴心的养老环境。
</a:t>
            </a:r>
            <a:endParaRPr lang="zh-CN" altLang="en-US" sz="1750" b="0" i="0" u="none" strike="noStrike">
              <a:solidFill>
                <a:schemeClr val="bg2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  <a:p>
            <a:pPr indent="0" algn="just" fontAlgn="auto">
              <a:lnSpc>
                <a:spcPct val="150000"/>
              </a:lnSpc>
              <a:spcBef>
                <a:spcPts val="1300"/>
              </a:spcBef>
            </a:pPr>
            <a:r>
              <a:rPr lang="zh-CN" altLang="en-US" sz="1750" b="1" i="0" u="none" strike="noStrike">
                <a:solidFill>
                  <a:srgbClr val="239081">
                    <a:alpha val="100000"/>
                  </a:srgbClr>
                </a:solidFill>
                <a:latin typeface="幼圆" panose="02010509060101010101" charset="-122"/>
                <a:ea typeface="幼圆" panose="02010509060101010101" charset="-122"/>
              </a:rPr>
              <a:t>2.线上线下相结合的养老服务</a:t>
            </a:r>
            <a:endParaRPr lang="zh-CN" altLang="en-US" sz="1750" b="1" i="0" u="none" strike="noStrike">
              <a:solidFill>
                <a:srgbClr val="239081">
                  <a:alpha val="100000"/>
                </a:srgbClr>
              </a:solidFill>
              <a:latin typeface="幼圆" panose="02010509060101010101" charset="-122"/>
              <a:ea typeface="幼圆" panose="02010509060101010101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en-US" sz="1750" b="0" i="0" u="none" strike="noStrike">
                <a:solidFill>
                  <a:schemeClr val="bg2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线上通过智能化系统提供个性化、便捷的养老服务，如视频关怀、智能护理指导；线下则在养老机构内精心布局，打造丰富的老年人活动中心，组织多彩活动与亲子互动，全方位满足老年人的精神文化需求，促进他们社交、娱乐与身心健康的融合，构建幸福、和谐的养老环境。
</a:t>
            </a:r>
            <a:endParaRPr lang="zh-CN" altLang="en-US" sz="1750" b="0" i="0" u="none" strike="noStrike">
              <a:solidFill>
                <a:schemeClr val="bg2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  <a:p>
            <a:pPr indent="0" algn="just" fontAlgn="auto">
              <a:lnSpc>
                <a:spcPct val="150000"/>
              </a:lnSpc>
              <a:spcBef>
                <a:spcPts val="1300"/>
              </a:spcBef>
            </a:pPr>
            <a:r>
              <a:rPr lang="zh-CN" altLang="en-US" sz="1750" b="1" i="0" u="none" strike="noStrike">
                <a:solidFill>
                  <a:srgbClr val="239081">
                    <a:alpha val="100000"/>
                  </a:srgbClr>
                </a:solidFill>
                <a:latin typeface="幼圆" panose="02010509060101010101" charset="-122"/>
                <a:ea typeface="幼圆" panose="02010509060101010101" charset="-122"/>
              </a:rPr>
              <a:t>3.大数据与人工智能在养老中的应用</a:t>
            </a:r>
            <a:endParaRPr lang="zh-CN" altLang="en-US" sz="1750" b="1" i="0" u="none" strike="noStrike">
              <a:solidFill>
                <a:srgbClr val="239081">
                  <a:alpha val="100000"/>
                </a:srgbClr>
              </a:solidFill>
              <a:latin typeface="幼圆" panose="02010509060101010101" charset="-122"/>
              <a:ea typeface="幼圆" panose="02010509060101010101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en-US" sz="1750" b="0" i="0" u="none" strike="noStrike">
                <a:solidFill>
                  <a:schemeClr val="bg2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运用先进的大数据与AI技术，深入分析用户历史行为与偏好，精准预测并个性化定制服务内容，实现养老体验的极致个性化与智能化，让每一位老年用户都能享受到量身定制、高效便捷的智能化养老服务。</a:t>
            </a:r>
            <a:r>
              <a:rPr lang="zh-CN" altLang="en-US" sz="1300" b="0" i="0" u="none" strike="noStrike">
                <a:solidFill>
                  <a:schemeClr val="bg2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
</a:t>
            </a:r>
            <a:endParaRPr lang="zh-CN" altLang="en-US" sz="1300" b="0" i="0" u="none" strike="noStrike">
              <a:solidFill>
                <a:schemeClr val="bg2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4" name="标题"/>
          <p:cNvSpPr txBox="1"/>
          <p:nvPr>
            <p:custDataLst>
              <p:tags r:id="rId3"/>
            </p:custDataLst>
          </p:nvPr>
        </p:nvSpPr>
        <p:spPr>
          <a:xfrm>
            <a:off x="5838617" y="-105144"/>
            <a:ext cx="5603631" cy="1295771"/>
          </a:xfrm>
          <a:prstGeom prst="rect">
            <a:avLst/>
          </a:prstGeom>
        </p:spPr>
        <p:txBody>
          <a:bodyPr spcFirstLastPara="0" wrap="square" lIns="51435" tIns="34290" rIns="51435" bIns="34290" rtlCol="0" anchor="b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3200" b="0" i="0" u="none" strike="noStrike">
                <a:solidFill>
                  <a:schemeClr val="tx1">
                    <a:alpha val="100000"/>
                  </a:schemeClr>
                </a:solidFill>
                <a:latin typeface="OptimalTitleCircle"/>
                <a:ea typeface="OptimalTitleCircle"/>
              </a:rPr>
              <a:t>服务内容与技术创新</a:t>
            </a:r>
            <a:endParaRPr lang="zh-CN" altLang="en-US" sz="3200" b="0" i="0" u="none" strike="noStrike">
              <a:solidFill>
                <a:schemeClr val="tx1">
                  <a:alpha val="100000"/>
                </a:schemeClr>
              </a:solidFill>
              <a:latin typeface="OptimalTitleCircle"/>
              <a:ea typeface="OptimalTitleCircle"/>
            </a:endParaRPr>
          </a:p>
        </p:txBody>
      </p:sp>
      <p:pic>
        <p:nvPicPr>
          <p:cNvPr id="5" name="图片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l="20993" r="20993"/>
          <a:stretch>
            <a:fillRect/>
          </a:stretch>
        </p:blipFill>
        <p:spPr>
          <a:xfrm>
            <a:off x="820668" y="798653"/>
            <a:ext cx="4538410" cy="5208607"/>
          </a:xfrm>
          <a:custGeom>
            <a:avLst/>
            <a:gdLst/>
            <a:ahLst/>
            <a:cxnLst/>
            <a:rect l="l" t="t" r="r" b="b"/>
            <a:pathLst>
              <a:path w="4538410" h="5208608">
                <a:moveTo>
                  <a:pt x="0" y="92497"/>
                </a:moveTo>
                <a:cubicBezTo>
                  <a:pt x="0" y="41447"/>
                  <a:pt x="41447" y="0"/>
                  <a:pt x="92497" y="0"/>
                </a:cubicBezTo>
                <a:lnTo>
                  <a:pt x="4445918" y="0"/>
                </a:lnTo>
                <a:cubicBezTo>
                  <a:pt x="4496999" y="6"/>
                  <a:pt x="4538405" y="41416"/>
                  <a:pt x="4538405" y="92497"/>
                </a:cubicBezTo>
                <a:lnTo>
                  <a:pt x="4538405" y="5116116"/>
                </a:lnTo>
                <a:cubicBezTo>
                  <a:pt x="4538400" y="5167194"/>
                  <a:pt x="4496996" y="5208598"/>
                  <a:pt x="4445918" y="5208604"/>
                </a:cubicBezTo>
                <a:lnTo>
                  <a:pt x="92497" y="5208604"/>
                </a:lnTo>
                <a:cubicBezTo>
                  <a:pt x="41416" y="5208604"/>
                  <a:pt x="5" y="5167197"/>
                  <a:pt x="0" y="5116116"/>
                </a:cubicBezTo>
                <a:close/>
              </a:path>
            </a:pathLst>
          </a:custGeom>
        </p:spPr>
      </p:pic>
    </p:spTree>
    <p:custDataLst>
      <p:tags r:id="rId6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装饰2-[2]【1】"/>
          <p:cNvSpPr/>
          <p:nvPr>
            <p:custDataLst>
              <p:tags r:id="rId1"/>
            </p:custDataLst>
          </p:nvPr>
        </p:nvSpPr>
        <p:spPr>
          <a:xfrm rot="16200000">
            <a:off x="1154205" y="2741846"/>
            <a:ext cx="2212713" cy="2212713"/>
          </a:xfrm>
          <a:custGeom>
            <a:avLst/>
            <a:gdLst/>
            <a:ahLst/>
            <a:cxnLst/>
            <a:rect l="l" t="t" r="r" b="b"/>
            <a:pathLst>
              <a:path w="2212713" h="2212713">
                <a:moveTo>
                  <a:pt x="48" y="1095918"/>
                </a:moveTo>
                <a:cubicBezTo>
                  <a:pt x="5721" y="486905"/>
                  <a:pt x="502544" y="-2995"/>
                  <a:pt x="1111577" y="-122"/>
                </a:cubicBezTo>
                <a:cubicBezTo>
                  <a:pt x="1720609" y="2751"/>
                  <a:pt x="2212788" y="497318"/>
                  <a:pt x="2212714" y="1106357"/>
                </a:cubicBezTo>
              </a:path>
            </a:pathLst>
          </a:custGeom>
          <a:ln w="254000">
            <a:gradFill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5400000"/>
            </a:gradFill>
            <a:prstDash val="solid"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装饰3-[3]【1】"/>
          <p:cNvSpPr/>
          <p:nvPr>
            <p:custDataLst>
              <p:tags r:id="rId2"/>
            </p:custDataLst>
          </p:nvPr>
        </p:nvSpPr>
        <p:spPr>
          <a:xfrm>
            <a:off x="1096410" y="2684052"/>
            <a:ext cx="2328303" cy="2328302"/>
          </a:xfrm>
          <a:custGeom>
            <a:avLst/>
            <a:gdLst/>
            <a:ahLst/>
            <a:cxnLst/>
            <a:rect l="l" t="t" r="r" b="b"/>
            <a:pathLst>
              <a:path w="2328303" h="2328302">
                <a:moveTo>
                  <a:pt x="0" y="1164155"/>
                </a:moveTo>
                <a:cubicBezTo>
                  <a:pt x="0" y="521640"/>
                  <a:pt x="521640" y="0"/>
                  <a:pt x="1164155" y="0"/>
                </a:cubicBezTo>
                <a:cubicBezTo>
                  <a:pt x="1807096" y="6"/>
                  <a:pt x="2328300" y="521214"/>
                  <a:pt x="2328300" y="1164155"/>
                </a:cubicBezTo>
                <a:cubicBezTo>
                  <a:pt x="2328294" y="1807092"/>
                  <a:pt x="1807092" y="2328294"/>
                  <a:pt x="1164155" y="2328300"/>
                </a:cubicBezTo>
                <a:cubicBezTo>
                  <a:pt x="521214" y="2328300"/>
                  <a:pt x="6" y="1807096"/>
                  <a:pt x="0" y="1164155"/>
                </a:cubicBezTo>
                <a:close/>
              </a:path>
            </a:pathLst>
          </a:custGeom>
          <a:gradFill rotWithShape="1">
            <a:gsLst>
              <a:gs pos="0">
                <a:schemeClr val="accent1">
                  <a:lumMod val="19999"/>
                  <a:lumOff val="80000"/>
                </a:schemeClr>
              </a:gs>
              <a:gs pos="100000">
                <a:schemeClr val="bg1"/>
              </a:gs>
            </a:gsLst>
            <a:lin ang="2700000"/>
          </a:gradFill>
          <a:effectLst>
            <a:outerShdw blurRad="50800" dist="38100" dir="5400000" algn="t">
              <a:schemeClr val="accent1">
                <a:lumMod val="50000"/>
                <a:lumOff val="0"/>
                <a:alpha val="25000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con1-[1]【1】"/>
          <p:cNvSpPr/>
          <p:nvPr>
            <p:custDataLst>
              <p:tags r:id="rId3"/>
            </p:custDataLst>
          </p:nvPr>
        </p:nvSpPr>
        <p:spPr>
          <a:xfrm>
            <a:off x="1861645" y="3449867"/>
            <a:ext cx="787400" cy="7874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03425" y="78315"/>
                </a:moveTo>
                <a:lnTo>
                  <a:pt x="211455" y="50340"/>
                </a:lnTo>
                <a:cubicBezTo>
                  <a:pt x="219624" y="49763"/>
                  <a:pt x="225992" y="43030"/>
                  <a:pt x="226114" y="34842"/>
                </a:cubicBezTo>
                <a:cubicBezTo>
                  <a:pt x="225896" y="26105"/>
                  <a:pt x="218751" y="19136"/>
                  <a:pt x="210012" y="19136"/>
                </a:cubicBezTo>
                <a:cubicBezTo>
                  <a:pt x="201273" y="19136"/>
                  <a:pt x="194128" y="26105"/>
                  <a:pt x="193910" y="34842"/>
                </a:cubicBezTo>
                <a:cubicBezTo>
                  <a:pt x="193950" y="40364"/>
                  <a:pt x="196930" y="45446"/>
                  <a:pt x="201730" y="48177"/>
                </a:cubicBezTo>
                <a:lnTo>
                  <a:pt x="193834" y="75628"/>
                </a:lnTo>
                <a:cubicBezTo>
                  <a:pt x="180239" y="72281"/>
                  <a:pt x="166296" y="70555"/>
                  <a:pt x="152295" y="70485"/>
                </a:cubicBezTo>
                <a:lnTo>
                  <a:pt x="148771" y="72009"/>
                </a:lnTo>
                <a:lnTo>
                  <a:pt x="148771" y="284617"/>
                </a:lnTo>
                <a:lnTo>
                  <a:pt x="152295" y="285750"/>
                </a:lnTo>
                <a:cubicBezTo>
                  <a:pt x="173536" y="285750"/>
                  <a:pt x="266471" y="223685"/>
                  <a:pt x="266700" y="157077"/>
                </a:cubicBezTo>
                <a:cubicBezTo>
                  <a:pt x="266700" y="109357"/>
                  <a:pt x="233896" y="87935"/>
                  <a:pt x="203425" y="78315"/>
                </a:cubicBezTo>
                <a:close/>
              </a:path>
              <a:path w="304800" h="304800">
                <a:moveTo>
                  <a:pt x="181051" y="215265"/>
                </a:moveTo>
                <a:cubicBezTo>
                  <a:pt x="162954" y="187262"/>
                  <a:pt x="170574" y="122082"/>
                  <a:pt x="217942" y="112766"/>
                </a:cubicBezTo>
                <a:cubicBezTo>
                  <a:pt x="233796" y="111057"/>
                  <a:pt x="248343" y="121703"/>
                  <a:pt x="251508" y="137331"/>
                </a:cubicBezTo>
                <a:cubicBezTo>
                  <a:pt x="263328" y="176212"/>
                  <a:pt x="193748" y="230629"/>
                  <a:pt x="181051" y="215265"/>
                </a:cubicBezTo>
                <a:close/>
              </a:path>
              <a:path w="304800" h="304800">
                <a:moveTo>
                  <a:pt x="209474" y="155258"/>
                </a:moveTo>
                <a:cubicBezTo>
                  <a:pt x="201702" y="155519"/>
                  <a:pt x="195587" y="161986"/>
                  <a:pt x="195762" y="169760"/>
                </a:cubicBezTo>
                <a:cubicBezTo>
                  <a:pt x="195936" y="177534"/>
                  <a:pt x="202334" y="183721"/>
                  <a:pt x="210110" y="183633"/>
                </a:cubicBezTo>
                <a:cubicBezTo>
                  <a:pt x="217886" y="183545"/>
                  <a:pt x="224143" y="177216"/>
                  <a:pt x="224142" y="169440"/>
                </a:cubicBezTo>
                <a:cubicBezTo>
                  <a:pt x="223996" y="161479"/>
                  <a:pt x="217436" y="155136"/>
                  <a:pt x="209474" y="155258"/>
                </a:cubicBezTo>
                <a:close/>
              </a:path>
              <a:path w="304800" h="304800">
                <a:moveTo>
                  <a:pt x="213855" y="168345"/>
                </a:moveTo>
                <a:cubicBezTo>
                  <a:pt x="211895" y="168277"/>
                  <a:pt x="210355" y="166644"/>
                  <a:pt x="210400" y="164684"/>
                </a:cubicBezTo>
                <a:cubicBezTo>
                  <a:pt x="210445" y="162723"/>
                  <a:pt x="212059" y="161164"/>
                  <a:pt x="214020" y="161185"/>
                </a:cubicBezTo>
                <a:cubicBezTo>
                  <a:pt x="215980" y="161207"/>
                  <a:pt x="217559" y="162802"/>
                  <a:pt x="217561" y="164763"/>
                </a:cubicBezTo>
                <a:cubicBezTo>
                  <a:pt x="217519" y="166771"/>
                  <a:pt x="215863" y="168367"/>
                  <a:pt x="213855" y="168335"/>
                </a:cubicBezTo>
                <a:close/>
              </a:path>
              <a:path w="304800" h="304800">
                <a:moveTo>
                  <a:pt x="110585" y="76276"/>
                </a:moveTo>
                <a:lnTo>
                  <a:pt x="102746" y="47749"/>
                </a:lnTo>
                <a:cubicBezTo>
                  <a:pt x="107357" y="44978"/>
                  <a:pt x="110188" y="40002"/>
                  <a:pt x="110214" y="34623"/>
                </a:cubicBezTo>
                <a:cubicBezTo>
                  <a:pt x="109996" y="25886"/>
                  <a:pt x="102851" y="18917"/>
                  <a:pt x="94112" y="18917"/>
                </a:cubicBezTo>
                <a:cubicBezTo>
                  <a:pt x="85373" y="18917"/>
                  <a:pt x="78228" y="25886"/>
                  <a:pt x="78010" y="34623"/>
                </a:cubicBezTo>
                <a:cubicBezTo>
                  <a:pt x="78156" y="43336"/>
                  <a:pt x="85317" y="50293"/>
                  <a:pt x="94031" y="50187"/>
                </a:cubicBezTo>
                <a:lnTo>
                  <a:pt x="101889" y="78762"/>
                </a:lnTo>
                <a:cubicBezTo>
                  <a:pt x="71295" y="88583"/>
                  <a:pt x="38100" y="110090"/>
                  <a:pt x="38100" y="157077"/>
                </a:cubicBezTo>
                <a:cubicBezTo>
                  <a:pt x="38776" y="225000"/>
                  <a:pt x="131054" y="285750"/>
                  <a:pt x="152295" y="285750"/>
                </a:cubicBezTo>
                <a:lnTo>
                  <a:pt x="152295" y="70485"/>
                </a:lnTo>
                <a:cubicBezTo>
                  <a:pt x="138214" y="70790"/>
                  <a:pt x="124216" y="72733"/>
                  <a:pt x="110585" y="76276"/>
                </a:cubicBezTo>
                <a:close/>
              </a:path>
              <a:path w="304800" h="304800">
                <a:moveTo>
                  <a:pt x="126778" y="215265"/>
                </a:moveTo>
                <a:cubicBezTo>
                  <a:pt x="114081" y="230657"/>
                  <a:pt x="44491" y="176212"/>
                  <a:pt x="56293" y="137331"/>
                </a:cubicBezTo>
                <a:cubicBezTo>
                  <a:pt x="59460" y="121679"/>
                  <a:pt x="74042" y="111025"/>
                  <a:pt x="89916" y="112766"/>
                </a:cubicBezTo>
                <a:cubicBezTo>
                  <a:pt x="137274" y="122082"/>
                  <a:pt x="144932" y="187262"/>
                  <a:pt x="126806" y="215294"/>
                </a:cubicBezTo>
                <a:close/>
              </a:path>
              <a:path w="304800" h="304800">
                <a:moveTo>
                  <a:pt x="97441" y="155686"/>
                </a:moveTo>
                <a:cubicBezTo>
                  <a:pt x="89669" y="155947"/>
                  <a:pt x="83554" y="162413"/>
                  <a:pt x="83729" y="170188"/>
                </a:cubicBezTo>
                <a:cubicBezTo>
                  <a:pt x="83903" y="177962"/>
                  <a:pt x="90301" y="184148"/>
                  <a:pt x="98076" y="184061"/>
                </a:cubicBezTo>
                <a:cubicBezTo>
                  <a:pt x="105852" y="183974"/>
                  <a:pt x="112110" y="177645"/>
                  <a:pt x="112109" y="169869"/>
                </a:cubicBezTo>
                <a:cubicBezTo>
                  <a:pt x="111963" y="161907"/>
                  <a:pt x="105403" y="155564"/>
                  <a:pt x="97441" y="155686"/>
                </a:cubicBezTo>
                <a:close/>
              </a:path>
              <a:path w="304800" h="304800">
                <a:moveTo>
                  <a:pt x="93059" y="168773"/>
                </a:moveTo>
                <a:cubicBezTo>
                  <a:pt x="91099" y="168705"/>
                  <a:pt x="89558" y="167073"/>
                  <a:pt x="89603" y="165112"/>
                </a:cubicBezTo>
                <a:cubicBezTo>
                  <a:pt x="89648" y="163151"/>
                  <a:pt x="91262" y="161592"/>
                  <a:pt x="93223" y="161613"/>
                </a:cubicBezTo>
                <a:cubicBezTo>
                  <a:pt x="95184" y="161635"/>
                  <a:pt x="96763" y="163231"/>
                  <a:pt x="96764" y="165192"/>
                </a:cubicBezTo>
                <a:cubicBezTo>
                  <a:pt x="96732" y="167201"/>
                  <a:pt x="95078" y="168804"/>
                  <a:pt x="93069" y="168773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装饰4-【1】"/>
          <p:cNvSpPr/>
          <p:nvPr>
            <p:custDataLst>
              <p:tags r:id="rId4"/>
            </p:custDataLst>
          </p:nvPr>
        </p:nvSpPr>
        <p:spPr>
          <a:xfrm>
            <a:off x="1178976" y="2766617"/>
            <a:ext cx="2163172" cy="2163171"/>
          </a:xfrm>
          <a:custGeom>
            <a:avLst/>
            <a:gdLst/>
            <a:ahLst/>
            <a:cxnLst/>
            <a:rect l="l" t="t" r="r" b="b"/>
            <a:pathLst>
              <a:path w="2163172" h="2163171">
                <a:moveTo>
                  <a:pt x="0" y="1081583"/>
                </a:moveTo>
                <a:cubicBezTo>
                  <a:pt x="0" y="484641"/>
                  <a:pt x="484641" y="0"/>
                  <a:pt x="1081583" y="0"/>
                </a:cubicBezTo>
                <a:cubicBezTo>
                  <a:pt x="1368438" y="-2"/>
                  <a:pt x="1643545" y="113949"/>
                  <a:pt x="1846384" y="316785"/>
                </a:cubicBezTo>
                <a:cubicBezTo>
                  <a:pt x="2049222" y="519622"/>
                  <a:pt x="2163175" y="794728"/>
                  <a:pt x="2163175" y="1081583"/>
                </a:cubicBezTo>
                <a:cubicBezTo>
                  <a:pt x="2163178" y="1368440"/>
                  <a:pt x="2049225" y="1643548"/>
                  <a:pt x="1846387" y="1846387"/>
                </a:cubicBezTo>
                <a:cubicBezTo>
                  <a:pt x="1643548" y="2049225"/>
                  <a:pt x="1368440" y="2163178"/>
                  <a:pt x="1081583" y="2163175"/>
                </a:cubicBezTo>
                <a:cubicBezTo>
                  <a:pt x="794728" y="2163175"/>
                  <a:pt x="519622" y="2049222"/>
                  <a:pt x="316785" y="1846384"/>
                </a:cubicBezTo>
                <a:cubicBezTo>
                  <a:pt x="113949" y="1643545"/>
                  <a:pt x="-2" y="1368438"/>
                  <a:pt x="0" y="1081583"/>
                </a:cubicBezTo>
                <a:close/>
              </a:path>
            </a:pathLst>
          </a:custGeom>
          <a:ln w="1270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装饰1-[1]【1】"/>
          <p:cNvSpPr/>
          <p:nvPr>
            <p:custDataLst>
              <p:tags r:id="rId5"/>
            </p:custDataLst>
          </p:nvPr>
        </p:nvSpPr>
        <p:spPr>
          <a:xfrm rot="5400000">
            <a:off x="291413" y="1879054"/>
            <a:ext cx="3938298" cy="3938299"/>
          </a:xfrm>
          <a:custGeom>
            <a:avLst/>
            <a:gdLst/>
            <a:ahLst/>
            <a:cxnLst/>
            <a:rect l="l" t="t" r="r" b="b"/>
            <a:pathLst>
              <a:path w="3938298" h="3938299">
                <a:moveTo>
                  <a:pt x="29" y="1980000"/>
                </a:moveTo>
                <a:cubicBezTo>
                  <a:pt x="-3796" y="1275247"/>
                  <a:pt x="369311" y="622184"/>
                  <a:pt x="978366" y="267580"/>
                </a:cubicBezTo>
                <a:cubicBezTo>
                  <a:pt x="1587420" y="-87024"/>
                  <a:pt x="2339547" y="-89096"/>
                  <a:pt x="2950546" y="262147"/>
                </a:cubicBezTo>
                <a:cubicBezTo>
                  <a:pt x="3561544" y="613390"/>
                  <a:pt x="3938244" y="1264388"/>
                  <a:pt x="3938302" y="1969151"/>
                </a:cubicBezTo>
                <a:lnTo>
                  <a:pt x="3421437" y="1969151"/>
                </a:lnTo>
                <a:cubicBezTo>
                  <a:pt x="3421224" y="1449488"/>
                  <a:pt x="3143364" y="969543"/>
                  <a:pt x="2692811" y="710600"/>
                </a:cubicBezTo>
                <a:cubicBezTo>
                  <a:pt x="2242258" y="451657"/>
                  <a:pt x="1687685" y="453185"/>
                  <a:pt x="1238565" y="714606"/>
                </a:cubicBezTo>
                <a:cubicBezTo>
                  <a:pt x="789446" y="976027"/>
                  <a:pt x="514234" y="1457496"/>
                  <a:pt x="516884" y="1977152"/>
                </a:cubicBezTo>
                <a:close/>
              </a:path>
            </a:pathLst>
          </a:custGeom>
          <a:ln w="6350">
            <a:solidFill>
              <a:schemeClr val="bg1">
                <a:lumMod val="86000"/>
                <a:lumOff val="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装饰1-子标题1-[1]【1】"/>
          <p:cNvSpPr/>
          <p:nvPr>
            <p:custDataLst>
              <p:tags r:id="rId6"/>
            </p:custDataLst>
          </p:nvPr>
        </p:nvSpPr>
        <p:spPr>
          <a:xfrm flipV="1">
            <a:off x="2542212" y="1918617"/>
            <a:ext cx="823575" cy="823575"/>
          </a:xfrm>
          <a:custGeom>
            <a:avLst/>
            <a:gdLst/>
            <a:ahLst/>
            <a:cxnLst/>
            <a:rect l="l" t="t" r="r" b="b"/>
            <a:pathLst>
              <a:path w="823575" h="823575">
                <a:moveTo>
                  <a:pt x="0" y="411785"/>
                </a:moveTo>
                <a:cubicBezTo>
                  <a:pt x="0" y="184362"/>
                  <a:pt x="184362" y="0"/>
                  <a:pt x="411785" y="0"/>
                </a:cubicBezTo>
                <a:cubicBezTo>
                  <a:pt x="520999" y="-2"/>
                  <a:pt x="625740" y="43381"/>
                  <a:pt x="702967" y="120606"/>
                </a:cubicBezTo>
                <a:cubicBezTo>
                  <a:pt x="780193" y="197831"/>
                  <a:pt x="823579" y="302571"/>
                  <a:pt x="823579" y="411785"/>
                </a:cubicBezTo>
                <a:cubicBezTo>
                  <a:pt x="823581" y="521000"/>
                  <a:pt x="780197" y="625743"/>
                  <a:pt x="702970" y="702970"/>
                </a:cubicBezTo>
                <a:cubicBezTo>
                  <a:pt x="625743" y="780197"/>
                  <a:pt x="521000" y="823581"/>
                  <a:pt x="411785" y="823579"/>
                </a:cubicBezTo>
                <a:cubicBezTo>
                  <a:pt x="302571" y="823579"/>
                  <a:pt x="197831" y="780193"/>
                  <a:pt x="120606" y="702967"/>
                </a:cubicBezTo>
                <a:cubicBezTo>
                  <a:pt x="43381" y="625740"/>
                  <a:pt x="-2" y="520999"/>
                  <a:pt x="0" y="411785"/>
                </a:cubicBezTo>
                <a:close/>
              </a:path>
            </a:pathLst>
          </a:custGeom>
          <a:gradFill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2700000"/>
          </a:gradFill>
          <a:effectLst>
            <a:outerShdw blurRad="50800" dist="38100" dir="5400000" algn="t">
              <a:schemeClr val="accent1">
                <a:lumMod val="50000"/>
                <a:lumOff val="0"/>
                <a:alpha val="25000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装饰2-子标题2-[2]【1】"/>
          <p:cNvSpPr/>
          <p:nvPr>
            <p:custDataLst>
              <p:tags r:id="rId7"/>
            </p:custDataLst>
          </p:nvPr>
        </p:nvSpPr>
        <p:spPr>
          <a:xfrm flipV="1">
            <a:off x="3590774" y="3458348"/>
            <a:ext cx="823575" cy="823575"/>
          </a:xfrm>
          <a:custGeom>
            <a:avLst/>
            <a:gdLst/>
            <a:ahLst/>
            <a:cxnLst/>
            <a:rect l="l" t="t" r="r" b="b"/>
            <a:pathLst>
              <a:path w="823575" h="823575">
                <a:moveTo>
                  <a:pt x="0" y="411785"/>
                </a:moveTo>
                <a:cubicBezTo>
                  <a:pt x="0" y="184362"/>
                  <a:pt x="184362" y="0"/>
                  <a:pt x="411785" y="0"/>
                </a:cubicBezTo>
                <a:cubicBezTo>
                  <a:pt x="520999" y="-2"/>
                  <a:pt x="625740" y="43381"/>
                  <a:pt x="702967" y="120606"/>
                </a:cubicBezTo>
                <a:cubicBezTo>
                  <a:pt x="780193" y="197831"/>
                  <a:pt x="823579" y="302571"/>
                  <a:pt x="823579" y="411785"/>
                </a:cubicBezTo>
                <a:cubicBezTo>
                  <a:pt x="823581" y="521000"/>
                  <a:pt x="780197" y="625743"/>
                  <a:pt x="702970" y="702970"/>
                </a:cubicBezTo>
                <a:cubicBezTo>
                  <a:pt x="625743" y="780197"/>
                  <a:pt x="521000" y="823581"/>
                  <a:pt x="411785" y="823579"/>
                </a:cubicBezTo>
                <a:cubicBezTo>
                  <a:pt x="302571" y="823579"/>
                  <a:pt x="197831" y="780193"/>
                  <a:pt x="120606" y="702967"/>
                </a:cubicBezTo>
                <a:cubicBezTo>
                  <a:pt x="43381" y="625740"/>
                  <a:pt x="-2" y="520999"/>
                  <a:pt x="0" y="411785"/>
                </a:cubicBezTo>
                <a:close/>
              </a:path>
            </a:pathLst>
          </a:custGeom>
          <a:gradFill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2700000"/>
          </a:gradFill>
          <a:effectLst>
            <a:outerShdw blurRad="50800" dist="38100" dir="5400000" algn="t">
              <a:schemeClr val="accent1">
                <a:lumMod val="50000"/>
                <a:lumOff val="0"/>
                <a:alpha val="25000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装饰3-子标题3-[3]【1】"/>
          <p:cNvSpPr/>
          <p:nvPr>
            <p:custDataLst>
              <p:tags r:id="rId8"/>
            </p:custDataLst>
          </p:nvPr>
        </p:nvSpPr>
        <p:spPr>
          <a:xfrm flipV="1">
            <a:off x="2558725" y="4998078"/>
            <a:ext cx="823575" cy="823575"/>
          </a:xfrm>
          <a:custGeom>
            <a:avLst/>
            <a:gdLst/>
            <a:ahLst/>
            <a:cxnLst/>
            <a:rect l="l" t="t" r="r" b="b"/>
            <a:pathLst>
              <a:path w="823575" h="823575">
                <a:moveTo>
                  <a:pt x="0" y="411785"/>
                </a:moveTo>
                <a:cubicBezTo>
                  <a:pt x="0" y="184362"/>
                  <a:pt x="184362" y="0"/>
                  <a:pt x="411785" y="0"/>
                </a:cubicBezTo>
                <a:cubicBezTo>
                  <a:pt x="520999" y="-2"/>
                  <a:pt x="625740" y="43381"/>
                  <a:pt x="702967" y="120606"/>
                </a:cubicBezTo>
                <a:cubicBezTo>
                  <a:pt x="780193" y="197831"/>
                  <a:pt x="823579" y="302571"/>
                  <a:pt x="823579" y="411785"/>
                </a:cubicBezTo>
                <a:cubicBezTo>
                  <a:pt x="823581" y="521000"/>
                  <a:pt x="780197" y="625743"/>
                  <a:pt x="702970" y="702970"/>
                </a:cubicBezTo>
                <a:cubicBezTo>
                  <a:pt x="625743" y="780197"/>
                  <a:pt x="521000" y="823581"/>
                  <a:pt x="411785" y="823579"/>
                </a:cubicBezTo>
                <a:cubicBezTo>
                  <a:pt x="302571" y="823579"/>
                  <a:pt x="197831" y="780193"/>
                  <a:pt x="120606" y="702967"/>
                </a:cubicBezTo>
                <a:cubicBezTo>
                  <a:pt x="43381" y="625740"/>
                  <a:pt x="-2" y="520999"/>
                  <a:pt x="0" y="411785"/>
                </a:cubicBezTo>
                <a:close/>
              </a:path>
            </a:pathLst>
          </a:custGeom>
          <a:gradFill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2700000"/>
          </a:gradFill>
          <a:effectLst>
            <a:outerShdw blurRad="50800" dist="38100" dir="5400000" algn="t">
              <a:schemeClr val="accent1">
                <a:lumMod val="50000"/>
                <a:lumOff val="0"/>
                <a:alpha val="25000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序号1-[1]【1】"/>
          <p:cNvSpPr txBox="1"/>
          <p:nvPr>
            <p:custDataLst>
              <p:tags r:id="rId9"/>
            </p:custDataLst>
          </p:nvPr>
        </p:nvSpPr>
        <p:spPr>
          <a:xfrm>
            <a:off x="2430909" y="1991892"/>
            <a:ext cx="1046181" cy="677024"/>
          </a:xfrm>
          <a:prstGeom prst="rect">
            <a:avLst/>
          </a:prstGeom>
        </p:spPr>
        <p:txBody>
          <a:bodyPr spcFirstLastPara="0"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2600" b="1" i="0" u="none" strike="noStrike">
                <a:solidFill>
                  <a:schemeClr val="bg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01</a:t>
            </a:r>
            <a:endParaRPr lang="zh-CN" altLang="en-US" sz="2600" b="1" i="0" u="none" strike="noStrike">
              <a:solidFill>
                <a:schemeClr val="bg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1" name="序号2-[2]【1】"/>
          <p:cNvSpPr txBox="1"/>
          <p:nvPr>
            <p:custDataLst>
              <p:tags r:id="rId10"/>
            </p:custDataLst>
          </p:nvPr>
        </p:nvSpPr>
        <p:spPr>
          <a:xfrm>
            <a:off x="3479471" y="3531624"/>
            <a:ext cx="1046181" cy="677024"/>
          </a:xfrm>
          <a:prstGeom prst="rect">
            <a:avLst/>
          </a:prstGeom>
        </p:spPr>
        <p:txBody>
          <a:bodyPr spcFirstLastPara="0"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2600" b="1" i="0" u="none" strike="noStrike">
                <a:solidFill>
                  <a:schemeClr val="bg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02</a:t>
            </a:r>
            <a:endParaRPr lang="zh-CN" altLang="en-US" sz="2600" b="1" i="0" u="none" strike="noStrike">
              <a:solidFill>
                <a:schemeClr val="bg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2" name="序号3-[3]【1】"/>
          <p:cNvSpPr txBox="1"/>
          <p:nvPr>
            <p:custDataLst>
              <p:tags r:id="rId11"/>
            </p:custDataLst>
          </p:nvPr>
        </p:nvSpPr>
        <p:spPr>
          <a:xfrm>
            <a:off x="2447422" y="5071354"/>
            <a:ext cx="1046181" cy="677024"/>
          </a:xfrm>
          <a:prstGeom prst="rect">
            <a:avLst/>
          </a:prstGeom>
        </p:spPr>
        <p:txBody>
          <a:bodyPr spcFirstLastPara="0"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2600" b="1" i="0" u="none" strike="noStrike">
                <a:solidFill>
                  <a:schemeClr val="bg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03</a:t>
            </a:r>
            <a:endParaRPr lang="zh-CN" altLang="en-US" sz="2600" b="1" i="0" u="none" strike="noStrike">
              <a:solidFill>
                <a:schemeClr val="bg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3" name="子标题1-[1]【1】"/>
          <p:cNvSpPr txBox="1"/>
          <p:nvPr>
            <p:custDataLst>
              <p:tags r:id="rId12"/>
            </p:custDataLst>
          </p:nvPr>
        </p:nvSpPr>
        <p:spPr>
          <a:xfrm>
            <a:off x="4271010" y="1358900"/>
            <a:ext cx="6579870" cy="487045"/>
          </a:xfrm>
          <a:prstGeom prst="rect">
            <a:avLst/>
          </a:prstGeom>
        </p:spPr>
        <p:txBody>
          <a:bodyPr spcFirstLastPara="0" wrap="square" lIns="0" tIns="0" rIns="0" bIns="0" rtlCol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600" b="1" i="0" u="none" strike="noStrike">
                <a:solidFill>
                  <a:schemeClr val="tx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构建可穿戴设备平台</a:t>
            </a:r>
            <a:endParaRPr lang="zh-CN" altLang="en-US" sz="1600" b="1" i="0" u="none" strike="noStrike">
              <a:solidFill>
                <a:schemeClr val="tx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4" name="子内容1-[1]【1】"/>
          <p:cNvSpPr txBox="1"/>
          <p:nvPr>
            <p:custDataLst>
              <p:tags r:id="rId13"/>
            </p:custDataLst>
          </p:nvPr>
        </p:nvSpPr>
        <p:spPr>
          <a:xfrm>
            <a:off x="4229100" y="1746250"/>
            <a:ext cx="7470775" cy="1085215"/>
          </a:xfrm>
          <a:prstGeom prst="rect">
            <a:avLst/>
          </a:prstGeom>
        </p:spPr>
        <p:txBody>
          <a:bodyPr spcFirstLastPara="0" wrap="square" lIns="0" tIns="0" rIns="0" bIns="0" rtlCol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400" b="0" i="0" u="none" strike="noStrike">
                <a:solidFill>
                  <a:schemeClr val="bg2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构建集便捷与智能于一身的可穿戴设备平台，该平台能够实时、精准地监测老年人的各项生理指标，如心率、血压、体温等，并同步记录生活轨迹数据，如日常活动、睡眠模式等，全方位守护其健康与安全，确保第一时间响应紧急状况，为老人提供贴心、高效的智能监护服务。
</a:t>
            </a:r>
            <a:endParaRPr lang="zh-CN" altLang="en-US" sz="1400" b="0" i="0" u="none" strike="noStrike">
              <a:solidFill>
                <a:schemeClr val="bg2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5" name="子标题2-[2]【1】"/>
          <p:cNvSpPr txBox="1"/>
          <p:nvPr>
            <p:custDataLst>
              <p:tags r:id="rId14"/>
            </p:custDataLst>
          </p:nvPr>
        </p:nvSpPr>
        <p:spPr>
          <a:xfrm>
            <a:off x="4869652" y="3134025"/>
            <a:ext cx="7030936" cy="487188"/>
          </a:xfrm>
          <a:prstGeom prst="rect">
            <a:avLst/>
          </a:prstGeom>
        </p:spPr>
        <p:txBody>
          <a:bodyPr spcFirstLastPara="0" wrap="square" lIns="0" tIns="0" rIns="0" bIns="0" rtlCol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600" b="1" i="0" u="none" strike="noStrike">
                <a:solidFill>
                  <a:schemeClr val="tx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远程监控与家庭护理培训</a:t>
            </a:r>
            <a:endParaRPr lang="zh-CN" altLang="en-US" sz="1600" b="1" i="0" u="none" strike="noStrike">
              <a:solidFill>
                <a:schemeClr val="tx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6" name="子内容2-[2]【1】"/>
          <p:cNvSpPr txBox="1"/>
          <p:nvPr>
            <p:custDataLst>
              <p:tags r:id="rId15"/>
            </p:custDataLst>
          </p:nvPr>
        </p:nvSpPr>
        <p:spPr>
          <a:xfrm>
            <a:off x="4869652" y="3521302"/>
            <a:ext cx="7175421" cy="1084943"/>
          </a:xfrm>
          <a:prstGeom prst="rect">
            <a:avLst/>
          </a:prstGeom>
        </p:spPr>
        <p:txBody>
          <a:bodyPr spcFirstLastPara="0" wrap="square" lIns="0" tIns="0" rIns="0" bIns="0" rtlCol="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400" b="0" i="0" u="none" strike="noStrike">
                <a:solidFill>
                  <a:schemeClr val="bg2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通过先进的远程监控系统，实时监测老年人的生活状况，确保家庭护理能够迅速响应任何异常情况。同时，为护理人员提供详尽的家庭护理培训，涵盖护理技巧、健康监测与紧急应对措施，力求全方位提升家庭护理的质量与效率。
</a:t>
            </a:r>
            <a:endParaRPr lang="zh-CN" altLang="en-US" sz="1400" b="0" i="0" u="none" strike="noStrike">
              <a:solidFill>
                <a:schemeClr val="bg2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7" name="子标题3-[3]【1】"/>
          <p:cNvSpPr txBox="1"/>
          <p:nvPr>
            <p:custDataLst>
              <p:tags r:id="rId16"/>
            </p:custDataLst>
          </p:nvPr>
        </p:nvSpPr>
        <p:spPr>
          <a:xfrm>
            <a:off x="3837603" y="4909149"/>
            <a:ext cx="7013734" cy="487188"/>
          </a:xfrm>
          <a:prstGeom prst="rect">
            <a:avLst/>
          </a:prstGeom>
        </p:spPr>
        <p:txBody>
          <a:bodyPr spcFirstLastPara="0" wrap="square" lIns="0" tIns="0" rIns="0" bIns="0" rtlCol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600" b="1" i="0" u="none" strike="noStrike">
                <a:solidFill>
                  <a:schemeClr val="tx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社区与机构协同合作</a:t>
            </a:r>
            <a:endParaRPr lang="zh-CN" altLang="en-US" sz="1600" b="1" i="0" u="none" strike="noStrike">
              <a:solidFill>
                <a:schemeClr val="tx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8" name="子内容3-[3]【1】"/>
          <p:cNvSpPr txBox="1"/>
          <p:nvPr>
            <p:custDataLst>
              <p:tags r:id="rId17"/>
            </p:custDataLst>
          </p:nvPr>
        </p:nvSpPr>
        <p:spPr>
          <a:xfrm>
            <a:off x="3837603" y="5296426"/>
            <a:ext cx="7175421" cy="1084943"/>
          </a:xfrm>
          <a:prstGeom prst="rect">
            <a:avLst/>
          </a:prstGeom>
        </p:spPr>
        <p:txBody>
          <a:bodyPr spcFirstLastPara="0" wrap="square" lIns="0" tIns="0" rIns="0" bIns="0" rtlCol="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400" b="0" i="0" u="none" strike="noStrike">
                <a:solidFill>
                  <a:schemeClr val="bg2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构建高效的社区与养老机构间协同机制，依托智能化手段实时共享服务对象的精准需求与动态数据，确保服务流程的连续性与无缝衔接，从而显著提升社会养老服务的效率与质量，为服务对象提供更加个性化、便捷化的体验。
</a:t>
            </a:r>
            <a:endParaRPr lang="zh-CN" altLang="en-US" sz="1400" b="0" i="0" u="none" strike="noStrike">
              <a:solidFill>
                <a:schemeClr val="bg2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9" name="标题"/>
          <p:cNvSpPr txBox="1"/>
          <p:nvPr>
            <p:custDataLst>
              <p:tags r:id="rId18"/>
            </p:custDataLst>
          </p:nvPr>
        </p:nvSpPr>
        <p:spPr>
          <a:xfrm>
            <a:off x="336884" y="196145"/>
            <a:ext cx="11058507" cy="720348"/>
          </a:xfrm>
          <a:prstGeom prst="rect">
            <a:avLst/>
          </a:prstGeom>
        </p:spPr>
        <p:txBody>
          <a:bodyPr spcFirstLastPara="0" wrap="square" lIns="51435" tIns="34290" rIns="51435" bIns="34290" rtlCol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3200" b="0" i="0" u="none" strike="noStrike">
                <a:solidFill>
                  <a:schemeClr val="tx1">
                    <a:alpha val="100000"/>
                  </a:schemeClr>
                </a:solidFill>
                <a:latin typeface="OptimalTitleCircle"/>
                <a:ea typeface="OptimalTitleCircle"/>
              </a:rPr>
              <a:t>养老生态环境构建</a:t>
            </a:r>
            <a:endParaRPr lang="zh-CN" altLang="en-US" sz="3200" b="0" i="0" u="none" strike="noStrike">
              <a:solidFill>
                <a:schemeClr val="tx1">
                  <a:alpha val="100000"/>
                </a:schemeClr>
              </a:solidFill>
              <a:latin typeface="OptimalTitleCircle"/>
              <a:ea typeface="OptimalTitleCircle"/>
            </a:endParaRPr>
          </a:p>
        </p:txBody>
      </p:sp>
    </p:spTree>
    <p:custDataLst>
      <p:tags r:id="rId19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41"/>
          <p:cNvSpPr/>
          <p:nvPr>
            <p:custDataLst>
              <p:tags r:id="rId1"/>
            </p:custDataLst>
          </p:nvPr>
        </p:nvSpPr>
        <p:spPr>
          <a:xfrm flipH="1"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gradFill rotWithShape="1">
            <a:gsLst>
              <a:gs pos="2300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10800000"/>
          </a:gra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等腰三角形 23"/>
          <p:cNvSpPr/>
          <p:nvPr>
            <p:custDataLst>
              <p:tags r:id="rId2"/>
            </p:custDataLst>
          </p:nvPr>
        </p:nvSpPr>
        <p:spPr>
          <a:xfrm rot="5092829" flipH="1">
            <a:off x="1279496" y="3121785"/>
            <a:ext cx="2456710" cy="1244679"/>
          </a:xfrm>
          <a:custGeom>
            <a:avLst/>
            <a:gdLst/>
            <a:ahLst/>
            <a:cxnLst/>
            <a:rect l="l" t="t" r="r" b="b"/>
            <a:pathLst>
              <a:path w="2456710" h="1244679">
                <a:moveTo>
                  <a:pt x="0" y="1244680"/>
                </a:moveTo>
                <a:lnTo>
                  <a:pt x="1228353" y="0"/>
                </a:lnTo>
                <a:lnTo>
                  <a:pt x="2456707" y="1244680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27"/>
          <p:cNvSpPr/>
          <p:nvPr>
            <p:custDataLst>
              <p:tags r:id="rId3"/>
            </p:custDataLst>
          </p:nvPr>
        </p:nvSpPr>
        <p:spPr>
          <a:xfrm rot="5092829" flipH="1">
            <a:off x="2255729" y="-853133"/>
            <a:ext cx="4023105" cy="5222414"/>
          </a:xfrm>
          <a:custGeom>
            <a:avLst/>
            <a:gdLst/>
            <a:ahLst/>
            <a:cxnLst/>
            <a:rect l="l" t="t" r="r" b="b"/>
            <a:pathLst>
              <a:path w="4023105" h="5222414">
                <a:moveTo>
                  <a:pt x="3555225" y="0"/>
                </a:moveTo>
                <a:lnTo>
                  <a:pt x="4023103" y="5222414"/>
                </a:lnTo>
                <a:lnTo>
                  <a:pt x="0" y="3602469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25"/>
          <p:cNvSpPr/>
          <p:nvPr>
            <p:custDataLst>
              <p:tags r:id="rId4"/>
            </p:custDataLst>
          </p:nvPr>
        </p:nvSpPr>
        <p:spPr>
          <a:xfrm rot="5092829" flipH="1">
            <a:off x="2068800" y="2428068"/>
            <a:ext cx="4165745" cy="4986720"/>
          </a:xfrm>
          <a:custGeom>
            <a:avLst/>
            <a:gdLst/>
            <a:ahLst/>
            <a:cxnLst/>
            <a:rect l="l" t="t" r="r" b="b"/>
            <a:pathLst>
              <a:path w="4165745" h="4986720">
                <a:moveTo>
                  <a:pt x="4165749" y="3409378"/>
                </a:moveTo>
                <a:lnTo>
                  <a:pt x="361931" y="4986718"/>
                </a:lnTo>
                <a:lnTo>
                  <a:pt x="0" y="946937"/>
                </a:lnTo>
                <a:lnTo>
                  <a:pt x="798081" y="0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"/>
          <p:cNvSpPr txBox="1"/>
          <p:nvPr>
            <p:custDataLst>
              <p:tags r:id="rId5"/>
            </p:custDataLst>
          </p:nvPr>
        </p:nvSpPr>
        <p:spPr>
          <a:xfrm>
            <a:off x="5769963" y="1701976"/>
            <a:ext cx="5917165" cy="2205414"/>
          </a:xfrm>
          <a:prstGeom prst="rect">
            <a:avLst/>
          </a:prstGeom>
        </p:spPr>
        <p:txBody>
          <a:bodyPr spcFirstLastPara="0" wrap="square" lIns="0" tIns="0" rIns="0" bIns="0" rtlCol="0" anchor="b">
            <a:normAutofit/>
          </a:bodyPr>
          <a:lstStyle/>
          <a:p>
            <a:pPr algn="r">
              <a:lnSpc>
                <a:spcPct val="100000"/>
              </a:lnSpc>
            </a:pPr>
            <a:r>
              <a:rPr lang="zh-CN" altLang="en-US" sz="6600" b="0" i="0" u="none" strike="noStrike">
                <a:solidFill>
                  <a:schemeClr val="bg1">
                    <a:alpha val="100000"/>
                  </a:schemeClr>
                </a:solidFill>
                <a:latin typeface="OptimalTitleCircle"/>
                <a:ea typeface="OptimalTitleCircle"/>
              </a:rPr>
              <a:t>谢谢观看</a:t>
            </a:r>
            <a:endParaRPr lang="zh-CN" altLang="en-US" sz="6600" b="0" i="0" u="none" strike="noStrike">
              <a:solidFill>
                <a:schemeClr val="bg1">
                  <a:alpha val="100000"/>
                </a:schemeClr>
              </a:solidFill>
              <a:latin typeface="OptimalTitleCircle"/>
              <a:ea typeface="OptimalTitleCircle"/>
            </a:endParaRPr>
          </a:p>
        </p:txBody>
      </p:sp>
      <p:sp>
        <p:nvSpPr>
          <p:cNvPr id="7" name="副标题-翻译"/>
          <p:cNvSpPr txBox="1"/>
          <p:nvPr>
            <p:custDataLst>
              <p:tags r:id="rId6"/>
            </p:custDataLst>
          </p:nvPr>
        </p:nvSpPr>
        <p:spPr>
          <a:xfrm>
            <a:off x="6390610" y="817206"/>
            <a:ext cx="5296518" cy="363177"/>
          </a:xfrm>
          <a:prstGeom prst="rect">
            <a:avLst/>
          </a:prstGeom>
        </p:spPr>
        <p:txBody>
          <a:bodyPr spcFirstLastPara="0" wrap="square" lIns="0" tIns="0" rIns="0" bIns="0" rtlCol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lang="zh-CN" altLang="en-US" sz="1600" b="0" i="0" u="none" strike="noStrike">
                <a:solidFill>
                  <a:schemeClr val="bg1">
                    <a:alpha val="100000"/>
                  </a:schemeClr>
                </a:solidFill>
                <a:latin typeface="OptimalTitleCircle"/>
                <a:ea typeface="OptimalTitleCircle"/>
              </a:rPr>
              <a:t>Thanks for watching</a:t>
            </a:r>
            <a:endParaRPr lang="zh-CN" altLang="en-US" sz="1600" b="0" i="0" u="none" strike="noStrike">
              <a:solidFill>
                <a:schemeClr val="bg1">
                  <a:alpha val="100000"/>
                </a:schemeClr>
              </a:solidFill>
              <a:latin typeface="OptimalTitleCircle"/>
              <a:ea typeface="OptimalTitleCircle"/>
            </a:endParaRPr>
          </a:p>
        </p:txBody>
      </p:sp>
      <p:cxnSp>
        <p:nvCxnSpPr>
          <p:cNvPr id="8" name="直接连接符 11"/>
          <p:cNvCxnSpPr/>
          <p:nvPr>
            <p:custDataLst>
              <p:tags r:id="rId7"/>
            </p:custDataLst>
          </p:nvPr>
        </p:nvCxnSpPr>
        <p:spPr>
          <a:xfrm>
            <a:off x="6432920" y="1337772"/>
            <a:ext cx="5486400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汇报人"/>
          <p:cNvSpPr txBox="1"/>
          <p:nvPr>
            <p:custDataLst>
              <p:tags r:id="rId8"/>
            </p:custDataLst>
          </p:nvPr>
        </p:nvSpPr>
        <p:spPr>
          <a:xfrm>
            <a:off x="7036545" y="5055159"/>
            <a:ext cx="4179816" cy="443540"/>
          </a:xfrm>
          <a:prstGeom prst="rect">
            <a:avLst/>
          </a:prstGeom>
        </p:spPr>
        <p:txBody>
          <a:bodyPr spcFirstLastPara="0" wrap="square" lIns="0" tIns="0" rIns="0" bIns="0" rtlCol="0" anchor="ctr">
            <a:normAutofit/>
          </a:bodyPr>
          <a:lstStyle/>
          <a:p>
            <a:pPr algn="r">
              <a:lnSpc>
                <a:spcPct val="110000"/>
              </a:lnSpc>
            </a:pPr>
            <a:r>
              <a:rPr lang="zh-CN" altLang="en-US" sz="1600" b="0" i="0" u="none" strike="noStrike">
                <a:solidFill>
                  <a:schemeClr val="bg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沈洁</a:t>
            </a:r>
            <a:endParaRPr lang="zh-CN" altLang="en-US" sz="1600" b="0" i="0" u="none" strike="noStrike">
              <a:solidFill>
                <a:schemeClr val="bg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0" name="日期"/>
          <p:cNvSpPr txBox="1"/>
          <p:nvPr>
            <p:custDataLst>
              <p:tags r:id="rId9"/>
            </p:custDataLst>
          </p:nvPr>
        </p:nvSpPr>
        <p:spPr>
          <a:xfrm>
            <a:off x="7036545" y="5584914"/>
            <a:ext cx="4179816" cy="455881"/>
          </a:xfrm>
          <a:prstGeom prst="rect">
            <a:avLst/>
          </a:prstGeom>
        </p:spPr>
        <p:txBody>
          <a:bodyPr spcFirstLastPara="0" wrap="square" lIns="0" tIns="0" rIns="0" bIns="0" rtlCol="0" anchor="ctr">
            <a:normAutofit/>
          </a:bodyPr>
          <a:lstStyle/>
          <a:p>
            <a:pPr algn="r">
              <a:lnSpc>
                <a:spcPct val="110000"/>
              </a:lnSpc>
            </a:pPr>
            <a:r>
              <a:rPr lang="zh-CN" altLang="en-US" sz="1600" b="0" i="0" u="none" strike="noStrike">
                <a:solidFill>
                  <a:schemeClr val="bg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2026.03.03</a:t>
            </a:r>
            <a:endParaRPr lang="zh-CN" altLang="en-US" sz="1600" b="0" i="0" u="none" strike="noStrike">
              <a:solidFill>
                <a:schemeClr val="bg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1" name="矩形: 圆角 14"/>
          <p:cNvSpPr/>
          <p:nvPr>
            <p:custDataLst>
              <p:tags r:id="rId10"/>
            </p:custDataLst>
          </p:nvPr>
        </p:nvSpPr>
        <p:spPr>
          <a:xfrm>
            <a:off x="11405633" y="5188762"/>
            <a:ext cx="85302" cy="206814"/>
          </a:xfrm>
          <a:custGeom>
            <a:avLst/>
            <a:gdLst/>
            <a:ahLst/>
            <a:cxnLst/>
            <a:rect l="l" t="t" r="r" b="b"/>
            <a:pathLst>
              <a:path w="85302" h="206814">
                <a:moveTo>
                  <a:pt x="0" y="14221"/>
                </a:moveTo>
                <a:cubicBezTo>
                  <a:pt x="0" y="6372"/>
                  <a:pt x="6372" y="0"/>
                  <a:pt x="14221" y="0"/>
                </a:cubicBezTo>
                <a:lnTo>
                  <a:pt x="71085" y="0"/>
                </a:lnTo>
                <a:cubicBezTo>
                  <a:pt x="78934" y="0"/>
                  <a:pt x="85306" y="6372"/>
                  <a:pt x="85306" y="14221"/>
                </a:cubicBezTo>
                <a:lnTo>
                  <a:pt x="85306" y="192596"/>
                </a:lnTo>
                <a:cubicBezTo>
                  <a:pt x="85305" y="200450"/>
                  <a:pt x="78939" y="206816"/>
                  <a:pt x="71085" y="206816"/>
                </a:cubicBezTo>
                <a:lnTo>
                  <a:pt x="14221" y="206816"/>
                </a:lnTo>
                <a:cubicBezTo>
                  <a:pt x="6367" y="206816"/>
                  <a:pt x="1" y="200450"/>
                  <a:pt x="0" y="192596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5"/>
          <p:cNvSpPr/>
          <p:nvPr>
            <p:custDataLst>
              <p:tags r:id="rId11"/>
            </p:custDataLst>
          </p:nvPr>
        </p:nvSpPr>
        <p:spPr>
          <a:xfrm>
            <a:off x="11405633" y="5701827"/>
            <a:ext cx="85302" cy="206814"/>
          </a:xfrm>
          <a:custGeom>
            <a:avLst/>
            <a:gdLst/>
            <a:ahLst/>
            <a:cxnLst/>
            <a:rect l="l" t="t" r="r" b="b"/>
            <a:pathLst>
              <a:path w="85302" h="206814">
                <a:moveTo>
                  <a:pt x="0" y="14221"/>
                </a:moveTo>
                <a:cubicBezTo>
                  <a:pt x="0" y="6372"/>
                  <a:pt x="6372" y="0"/>
                  <a:pt x="14221" y="0"/>
                </a:cubicBezTo>
                <a:lnTo>
                  <a:pt x="71085" y="0"/>
                </a:lnTo>
                <a:cubicBezTo>
                  <a:pt x="78934" y="0"/>
                  <a:pt x="85306" y="6372"/>
                  <a:pt x="85306" y="14221"/>
                </a:cubicBezTo>
                <a:lnTo>
                  <a:pt x="85306" y="192596"/>
                </a:lnTo>
                <a:cubicBezTo>
                  <a:pt x="85305" y="200450"/>
                  <a:pt x="78939" y="206816"/>
                  <a:pt x="71085" y="206816"/>
                </a:cubicBezTo>
                <a:lnTo>
                  <a:pt x="14221" y="206816"/>
                </a:lnTo>
                <a:cubicBezTo>
                  <a:pt x="6367" y="206816"/>
                  <a:pt x="1" y="200450"/>
                  <a:pt x="0" y="192596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40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rcRect l="30437" r="533"/>
          <a:stretch>
            <a:fillRect/>
          </a:stretch>
        </p:blipFill>
        <p:spPr>
          <a:xfrm flipH="1">
            <a:off x="5135" y="0"/>
            <a:ext cx="4733960" cy="6858000"/>
          </a:xfrm>
          <a:custGeom>
            <a:avLst/>
            <a:gdLst/>
            <a:ahLst/>
            <a:cxnLst/>
            <a:rect l="l" t="t" r="r" b="b"/>
            <a:pathLst>
              <a:path w="4733960" h="6858000">
                <a:moveTo>
                  <a:pt x="1799015" y="0"/>
                </a:moveTo>
                <a:lnTo>
                  <a:pt x="3644846" y="0"/>
                </a:lnTo>
                <a:lnTo>
                  <a:pt x="3816839" y="208464"/>
                </a:lnTo>
                <a:lnTo>
                  <a:pt x="3818620" y="206835"/>
                </a:lnTo>
                <a:lnTo>
                  <a:pt x="4724676" y="1305201"/>
                </a:lnTo>
                <a:lnTo>
                  <a:pt x="2004412" y="3549472"/>
                </a:lnTo>
                <a:lnTo>
                  <a:pt x="2296201" y="3903259"/>
                </a:lnTo>
                <a:lnTo>
                  <a:pt x="4733964" y="6858000"/>
                </a:lnTo>
                <a:lnTo>
                  <a:pt x="2888152" y="6858000"/>
                </a:lnTo>
                <a:lnTo>
                  <a:pt x="1198007" y="4809306"/>
                </a:lnTo>
                <a:lnTo>
                  <a:pt x="0" y="3357324"/>
                </a:lnTo>
                <a:lnTo>
                  <a:pt x="2718473" y="1114511"/>
                </a:lnTo>
                <a:close/>
              </a:path>
            </a:pathLst>
          </a:custGeom>
        </p:spPr>
      </p:pic>
      <p:pic>
        <p:nvPicPr>
          <p:cNvPr id="14" name="图片 4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3"/>
          <a:srcRect r="59993" b="68001"/>
          <a:stretch>
            <a:fillRect/>
          </a:stretch>
        </p:blipFill>
        <p:spPr>
          <a:xfrm flipH="1">
            <a:off x="2231032" y="1"/>
            <a:ext cx="2743666" cy="2194391"/>
          </a:xfrm>
          <a:custGeom>
            <a:avLst/>
            <a:gdLst/>
            <a:ahLst/>
            <a:cxnLst/>
            <a:rect l="l" t="t" r="r" b="b"/>
            <a:pathLst>
              <a:path w="2743666" h="2194391">
                <a:moveTo>
                  <a:pt x="0" y="0"/>
                </a:moveTo>
                <a:lnTo>
                  <a:pt x="1680924" y="0"/>
                </a:lnTo>
                <a:lnTo>
                  <a:pt x="2743667" y="1288294"/>
                </a:lnTo>
                <a:lnTo>
                  <a:pt x="1645253" y="2194388"/>
                </a:lnTo>
                <a:lnTo>
                  <a:pt x="0" y="199949"/>
                </a:lnTo>
                <a:close/>
              </a:path>
            </a:pathLst>
          </a:custGeom>
        </p:spPr>
      </p:pic>
      <p:pic>
        <p:nvPicPr>
          <p:cNvPr id="15" name="图片 6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3"/>
          <a:srcRect l="1610" t="34794" r="29493"/>
          <a:stretch>
            <a:fillRect/>
          </a:stretch>
        </p:blipFill>
        <p:spPr>
          <a:xfrm flipH="1">
            <a:off x="124941" y="2386196"/>
            <a:ext cx="4724834" cy="4471805"/>
          </a:xfrm>
          <a:custGeom>
            <a:avLst/>
            <a:gdLst/>
            <a:ahLst/>
            <a:cxnLst/>
            <a:rect l="l" t="t" r="r" b="b"/>
            <a:pathLst>
              <a:path w="4724834" h="4471805">
                <a:moveTo>
                  <a:pt x="3525041" y="0"/>
                </a:moveTo>
                <a:lnTo>
                  <a:pt x="3816839" y="353787"/>
                </a:lnTo>
                <a:lnTo>
                  <a:pt x="3818782" y="352330"/>
                </a:lnTo>
                <a:lnTo>
                  <a:pt x="4724838" y="1450524"/>
                </a:lnTo>
                <a:lnTo>
                  <a:pt x="2004412" y="3694795"/>
                </a:lnTo>
                <a:lnTo>
                  <a:pt x="2645416" y="4471806"/>
                </a:lnTo>
                <a:lnTo>
                  <a:pt x="799443" y="4471806"/>
                </a:lnTo>
                <a:lnTo>
                  <a:pt x="0" y="3502809"/>
                </a:lnTo>
                <a:lnTo>
                  <a:pt x="2718473" y="1259996"/>
                </a:lnTo>
                <a:lnTo>
                  <a:pt x="2426684" y="906209"/>
                </a:lnTo>
                <a:close/>
              </a:path>
            </a:pathLst>
          </a:custGeom>
        </p:spPr>
      </p:pic>
      <p:sp>
        <p:nvSpPr>
          <p:cNvPr id="16" name="任意多边形: 形状 33"/>
          <p:cNvSpPr/>
          <p:nvPr>
            <p:custDataLst>
              <p:tags r:id="rId16"/>
            </p:custDataLst>
          </p:nvPr>
        </p:nvSpPr>
        <p:spPr>
          <a:xfrm rot="5092829" flipH="1">
            <a:off x="-586144" y="1997424"/>
            <a:ext cx="2116172" cy="1166941"/>
          </a:xfrm>
          <a:custGeom>
            <a:avLst/>
            <a:gdLst/>
            <a:ahLst/>
            <a:cxnLst/>
            <a:rect l="l" t="t" r="r" b="b"/>
            <a:pathLst>
              <a:path w="2116172" h="1166941">
                <a:moveTo>
                  <a:pt x="2116169" y="977351"/>
                </a:moveTo>
                <a:lnTo>
                  <a:pt x="0" y="1166936"/>
                </a:lnTo>
                <a:lnTo>
                  <a:pt x="1151639" y="0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: 形状 31"/>
          <p:cNvSpPr/>
          <p:nvPr>
            <p:custDataLst>
              <p:tags r:id="rId17"/>
            </p:custDataLst>
          </p:nvPr>
        </p:nvSpPr>
        <p:spPr>
          <a:xfrm rot="5092829" flipH="1">
            <a:off x="-663893" y="4529217"/>
            <a:ext cx="2404133" cy="1325736"/>
          </a:xfrm>
          <a:custGeom>
            <a:avLst/>
            <a:gdLst/>
            <a:ahLst/>
            <a:cxnLst/>
            <a:rect l="l" t="t" r="r" b="b"/>
            <a:pathLst>
              <a:path w="2404133" h="1325736">
                <a:moveTo>
                  <a:pt x="2404129" y="1110348"/>
                </a:moveTo>
                <a:lnTo>
                  <a:pt x="0" y="1325737"/>
                </a:lnTo>
                <a:lnTo>
                  <a:pt x="1308344" y="0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35"/>
          <p:cNvSpPr/>
          <p:nvPr>
            <p:custDataLst>
              <p:tags r:id="rId18"/>
            </p:custDataLst>
          </p:nvPr>
        </p:nvSpPr>
        <p:spPr>
          <a:xfrm rot="5092829" flipH="1">
            <a:off x="-93943" y="-16478"/>
            <a:ext cx="1011245" cy="946943"/>
          </a:xfrm>
          <a:custGeom>
            <a:avLst/>
            <a:gdLst/>
            <a:ahLst/>
            <a:cxnLst/>
            <a:rect l="l" t="t" r="r" b="b"/>
            <a:pathLst>
              <a:path w="1011245" h="946943">
                <a:moveTo>
                  <a:pt x="1011241" y="856345"/>
                </a:moveTo>
                <a:lnTo>
                  <a:pt x="0" y="946947"/>
                </a:lnTo>
                <a:lnTo>
                  <a:pt x="934526" y="0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9"/>
    </p:custDataLst>
  </p:cSld>
  <p:clrMapOvr>
    <a:masterClrMapping/>
  </p:clrMapOvr>
</p:sld>
</file>

<file path=ppt/tags/tag1.xml><?xml version="1.0" encoding="utf-8"?>
<p:tagLst xmlns:p="http://schemas.openxmlformats.org/presentationml/2006/main">
  <p:tag name="YOO_CHATSHAPE_TYPE" val="YOO_CHATSHAPE_DECORATION"/>
</p:tagLst>
</file>

<file path=ppt/tags/tag2.xml><?xml version="1.0" encoding="utf-8"?>
<p:tagLst xmlns:p="http://schemas.openxmlformats.org/presentationml/2006/main">
  <p:tag name="YOO_CHATSHAPE_TYPE" val="YOO_CHATSHAPE_DECORATION"/>
</p:tagLst>
</file>

<file path=ppt/tags/tag3.xml><?xml version="1.0" encoding="utf-8"?>
<p:tagLst xmlns:p="http://schemas.openxmlformats.org/presentationml/2006/main">
  <p:tag name="YOO_CHATSHAPE_TYPE" val="YOO_CHATSHAPE_DECORATION"/>
</p:tagLst>
</file>

<file path=ppt/tags/tag4.xml><?xml version="1.0" encoding="utf-8"?>
<p:tagLst xmlns:p="http://schemas.openxmlformats.org/presentationml/2006/main">
  <p:tag name="YOO_CHATSHAPE_TYPE" val="YOO_CHATSHAPE_DECORATION"/>
</p:tagLst>
</file>

<file path=ppt/tags/tag5.xml><?xml version="1.0" encoding="utf-8"?>
<p:tagLst xmlns:p="http://schemas.openxmlformats.org/presentationml/2006/main">
  <p:tag name="YOO_CHATSHAPE_TYPE" val="YOO_CHATSHAPE_TITLE"/>
</p:tagLst>
</file>

<file path=ppt/tags/tag6.xml><?xml version="1.0" encoding="utf-8"?>
<p:tagLst xmlns:p="http://schemas.openxmlformats.org/presentationml/2006/main">
  <p:tag name="YOO_CHATSHAPE_TYPE" val="YOO_CHATSHAPE_SUBTITLE"/>
  <p:tag name="TAG_CHATSHAPE_LINK" val="sp:翻译"/>
</p:tagLst>
</file>

<file path=ppt/tags/tag7.xml><?xml version="1.0" encoding="utf-8"?>
<p:tagLst xmlns:p="http://schemas.openxmlformats.org/presentationml/2006/main">
  <p:tag name="YOO_CHATSHAPE_TYPE" val="YOO_CHATSHAPE_DECORATION"/>
</p:tagLst>
</file>

<file path=ppt/tags/tag8.xml><?xml version="1.0" encoding="utf-8"?>
<p:tagLst xmlns:p="http://schemas.openxmlformats.org/presentationml/2006/main">
  <p:tag name="YOO_CHATSHAPE_TYPE" val="YOO_CHATSHAPE_AUTHOR"/>
</p:tagLst>
</file>

<file path=ppt/tags/tag9.xml><?xml version="1.0" encoding="utf-8"?>
<p:tagLst xmlns:p="http://schemas.openxmlformats.org/presentationml/2006/main">
  <p:tag name="YOO_CHATSHAPE_TYPE" val="YOO_CHATSHAPE_DATE"/>
</p:tagLst>
</file>

<file path=ppt/tags/tag10.xml><?xml version="1.0" encoding="utf-8"?>
<p:tagLst xmlns:p="http://schemas.openxmlformats.org/presentationml/2006/main">
  <p:tag name="YOO_CHATSHAPE_TYPE" val="YOO_CHATSHAPE_DECORATION"/>
</p:tagLst>
</file>

<file path=ppt/tags/tag11.xml><?xml version="1.0" encoding="utf-8"?>
<p:tagLst xmlns:p="http://schemas.openxmlformats.org/presentationml/2006/main">
  <p:tag name="YOO_CHATSHAPE_TYPE" val="YOO_CHATSHAPE_DECORATION"/>
</p:tagLst>
</file>

<file path=ppt/tags/tag12.xml><?xml version="1.0" encoding="utf-8"?>
<p:tagLst xmlns:p="http://schemas.openxmlformats.org/presentationml/2006/main">
  <p:tag name="YOO_CHATSHAPE_TYPE" val="YOO_CHATSHAPE_IMAGE"/>
  <p:tag name="TAG_CONTENT_SUBINDEX" val="40"/>
</p:tagLst>
</file>

<file path=ppt/tags/tag13.xml><?xml version="1.0" encoding="utf-8"?>
<p:tagLst xmlns:p="http://schemas.openxmlformats.org/presentationml/2006/main">
  <p:tag name="YOO_CHATSHAPE_TYPE" val="YOO_CHATSHAPE_IMAGE"/>
  <p:tag name="TAG_CONTENT_SUBINDEX" val="4"/>
</p:tagLst>
</file>

<file path=ppt/tags/tag14.xml><?xml version="1.0" encoding="utf-8"?>
<p:tagLst xmlns:p="http://schemas.openxmlformats.org/presentationml/2006/main">
  <p:tag name="YOO_CHATSHAPE_TYPE" val="YOO_CHATSHAPE_IMAGE"/>
  <p:tag name="TAG_CONTENT_SUBINDEX" val="6"/>
</p:tagLst>
</file>

<file path=ppt/tags/tag15.xml><?xml version="1.0" encoding="utf-8"?>
<p:tagLst xmlns:p="http://schemas.openxmlformats.org/presentationml/2006/main">
  <p:tag name="YOO_CHATSHAPE_TYPE" val="YOO_CHATSHAPE_DECORATION"/>
</p:tagLst>
</file>

<file path=ppt/tags/tag16.xml><?xml version="1.0" encoding="utf-8"?>
<p:tagLst xmlns:p="http://schemas.openxmlformats.org/presentationml/2006/main">
  <p:tag name="YOO_CHATSHAPE_TYPE" val="YOO_CHATSHAPE_DECORATION"/>
</p:tagLst>
</file>

<file path=ppt/tags/tag17.xml><?xml version="1.0" encoding="utf-8"?>
<p:tagLst xmlns:p="http://schemas.openxmlformats.org/presentationml/2006/main">
  <p:tag name="YOO_CHATSHAPE_TYPE" val="YOO_CHATSHAPE_DECORATION"/>
</p:tagLst>
</file>

<file path=ppt/tags/tag18.xml><?xml version="1.0" encoding="utf-8"?>
<p:tagLst xmlns:p="http://schemas.openxmlformats.org/presentationml/2006/main">
  <p:tag name="TAG_CHATPPT" val="ChatPPT"/>
  <p:tag name="YOO_CHATPAGE_TYPE" val="TAG_CHATPAGE_COVER"/>
</p:tagLst>
</file>

<file path=ppt/tags/tag19.xml><?xml version="1.0" encoding="utf-8"?>
<p:tagLst xmlns:p="http://schemas.openxmlformats.org/presentationml/2006/main">
  <p:tag name="YOO_CHATSHAPE_TYPE" val="YOO_CHATSHAPE_DECORATION"/>
</p:tagLst>
</file>

<file path=ppt/tags/tag20.xml><?xml version="1.0" encoding="utf-8"?>
<p:tagLst xmlns:p="http://schemas.openxmlformats.org/presentationml/2006/main">
  <p:tag name="YOO_CHATSHAPE_TYPE" val="YOO_CHATSHAPE_DECORATION"/>
</p:tagLst>
</file>

<file path=ppt/tags/tag21.xml><?xml version="1.0" encoding="utf-8"?>
<p:tagLst xmlns:p="http://schemas.openxmlformats.org/presentationml/2006/main">
  <p:tag name="YOO_CHATSHAPE_TYPE" val="YOO_CHATSHAPE_DECORATION"/>
</p:tagLst>
</file>

<file path=ppt/tags/tag22.xml><?xml version="1.0" encoding="utf-8"?>
<p:tagLst xmlns:p="http://schemas.openxmlformats.org/presentationml/2006/main">
  <p:tag name="YOO_CHATSHAPE_TYPE" val="YOO_CHATSHAPE_DECORATION"/>
</p:tagLst>
</file>

<file path=ppt/tags/tag23.xml><?xml version="1.0" encoding="utf-8"?>
<p:tagLst xmlns:p="http://schemas.openxmlformats.org/presentationml/2006/main">
  <p:tag name="YOO_CHATSHAPE_TYPE" val="YOO_CHATSHAPE_DECORATION"/>
</p:tagLst>
</file>

<file path=ppt/tags/tag24.xml><?xml version="1.0" encoding="utf-8"?>
<p:tagLst xmlns:p="http://schemas.openxmlformats.org/presentationml/2006/main">
  <p:tag name="YOO_CHATSHAPE_TYPE" val="YOO_CHATSHAPE_DECORATION"/>
</p:tagLst>
</file>

<file path=ppt/tags/tag25.xml><?xml version="1.0" encoding="utf-8"?>
<p:tagLst xmlns:p="http://schemas.openxmlformats.org/presentationml/2006/main">
  <p:tag name="YOO_CHATSHAPE_TYPE" val="YOO_CHATSHAPE_DECORATION"/>
</p:tagLst>
</file>

<file path=ppt/tags/tag26.xml><?xml version="1.0" encoding="utf-8"?>
<p:tagLst xmlns:p="http://schemas.openxmlformats.org/presentationml/2006/main">
  <p:tag name="YOO_CHATSHAPE_TYPE" val="YOO_CHATSHAPE_DECORATION"/>
</p:tagLst>
</file>

<file path=ppt/tags/tag27.xml><?xml version="1.0" encoding="utf-8"?>
<p:tagLst xmlns:p="http://schemas.openxmlformats.org/presentationml/2006/main">
  <p:tag name="YOO_CHATSHAPE_TYPE" val="YOO_CHATSHAPE_DECORATION"/>
</p:tagLst>
</file>

<file path=ppt/tags/tag28.xml><?xml version="1.0" encoding="utf-8"?>
<p:tagLst xmlns:p="http://schemas.openxmlformats.org/presentationml/2006/main">
  <p:tag name="YOO_CHATSHAPE_TYPE" val="YOO_CHATSHAPE_DECORATION"/>
</p:tagLst>
</file>

<file path=ppt/tags/tag29.xml><?xml version="1.0" encoding="utf-8"?>
<p:tagLst xmlns:p="http://schemas.openxmlformats.org/presentationml/2006/main">
  <p:tag name="YOO_CHATSHAPE_TYPE" val="YOO_CHATSHAPE_DECORATION"/>
</p:tagLst>
</file>

<file path=ppt/tags/tag30.xml><?xml version="1.0" encoding="utf-8"?>
<p:tagLst xmlns:p="http://schemas.openxmlformats.org/presentationml/2006/main">
  <p:tag name="YOO_CHATSHAPE_TYPE" val="YOO_CHATSHAPE_TITLE"/>
  <p:tag name="TAG_CONTENT_SUBINDEX" val="26"/>
</p:tagLst>
</file>

<file path=ppt/tags/tag31.xml><?xml version="1.0" encoding="utf-8"?>
<p:tagLst xmlns:p="http://schemas.openxmlformats.org/presentationml/2006/main">
  <p:tag name="TAG_CONTENT_SUBINDEX" val="27"/>
  <p:tag name="YOO_CHATSHAPE_TYPE" val="YOO_CHATSHAPE_DECORATION"/>
</p:tagLst>
</file>

<file path=ppt/tags/tag32.xml><?xml version="1.0" encoding="utf-8"?>
<p:tagLst xmlns:p="http://schemas.openxmlformats.org/presentationml/2006/main">
  <p:tag name="TAG_CONTENT_GROUPINDEX" val="2"/>
  <p:tag name="TAG_CONTENT_GROUPCOUNT" val="6"/>
  <p:tag name="TAG_CONTENT_DIAGRAM_INDEX" val="5ae743eeacc94d6a8c6ae30cb4b420ec"/>
  <p:tag name="TAG_CONTENT_SUBINDEX" val="2"/>
  <p:tag name="TAG_CHATSHAPE_LINK" val="sp:简述"/>
  <p:tag name="YOO_CHATSHAPE_TYPE" val="YOO_CHATPAGE_CATALOG_DETAIL"/>
  <p:tag name="KSO_WM_DIAGRAM_VIRTUALLY_FRAME" val="{&quot;height&quot;:363.9085826771653,&quot;left&quot;:3.046062992125985,&quot;top&quot;:92.14992125984251,&quot;width&quot;:517.9103937007874}"/>
</p:tagLst>
</file>

<file path=ppt/tags/tag33.xml><?xml version="1.0" encoding="utf-8"?>
<p:tagLst xmlns:p="http://schemas.openxmlformats.org/presentationml/2006/main">
  <p:tag name="TAG_CONTENT_GROUPINDEX" val="2"/>
  <p:tag name="TAG_CONTENT_GROUPCOUNT" val="6"/>
  <p:tag name="TAG_CONTENT_DIAGRAM_INDEX" val="5ae743eeacc94d6a8c6ae30cb4b420ec"/>
  <p:tag name="TAG_CONTENT_SUBINDEX" val="2"/>
  <p:tag name="YOO_CHATSHAPE_TYPE" val="YOO_CHATSHAPE_CATALOG"/>
  <p:tag name="KSO_WM_DIAGRAM_VIRTUALLY_FRAME" val="{&quot;height&quot;:363.9085826771653,&quot;left&quot;:3.046062992125985,&quot;top&quot;:92.14992125984251,&quot;width&quot;:517.9103937007874}"/>
</p:tagLst>
</file>

<file path=ppt/tags/tag34.xml><?xml version="1.0" encoding="utf-8"?>
<p:tagLst xmlns:p="http://schemas.openxmlformats.org/presentationml/2006/main">
  <p:tag name="TAG_CONTENT_GROUPINDEX" val="2"/>
  <p:tag name="TAG_CONTENT_GROUPCOUNT" val="6"/>
  <p:tag name="TAG_CONTENT_DIAGRAM_INDEX" val="5ae743eeacc94d6a8c6ae30cb4b420ec"/>
  <p:tag name="TAG_CONTENT_SUBINDEX" val="2"/>
  <p:tag name="YOO_CHATSHAPE_TYPE" val="YOO_CHATSHAPE_NUM"/>
  <p:tag name="KSO_WM_DIAGRAM_VIRTUALLY_FRAME" val="{&quot;height&quot;:363.9085826771653,&quot;left&quot;:3.046062992125985,&quot;top&quot;:92.14992125984251,&quot;width&quot;:517.9103937007874}"/>
</p:tagLst>
</file>

<file path=ppt/tags/tag35.xml><?xml version="1.0" encoding="utf-8"?>
<p:tagLst xmlns:p="http://schemas.openxmlformats.org/presentationml/2006/main">
  <p:tag name="TAG_CONTENT_GROUPINDEX" val="4"/>
  <p:tag name="TAG_CONTENT_GROUPCOUNT" val="6"/>
  <p:tag name="TAG_CONTENT_DIAGRAM_INDEX" val="5ae743eeacc94d6a8c6ae30cb4b420ec"/>
  <p:tag name="TAG_CONTENT_SUBINDEX" val="4"/>
  <p:tag name="TAG_CHATSHAPE_LINK" val="sp:简述"/>
  <p:tag name="YOO_CHATSHAPE_TYPE" val="YOO_CHATPAGE_CATALOG_DETAIL"/>
  <p:tag name="KSO_WM_DIAGRAM_VIRTUALLY_FRAME" val="{&quot;height&quot;:363.9085826771653,&quot;left&quot;:3.046062992125985,&quot;top&quot;:92.14992125984251,&quot;width&quot;:517.9103937007874}"/>
</p:tagLst>
</file>

<file path=ppt/tags/tag36.xml><?xml version="1.0" encoding="utf-8"?>
<p:tagLst xmlns:p="http://schemas.openxmlformats.org/presentationml/2006/main">
  <p:tag name="TAG_CONTENT_GROUPINDEX" val="4"/>
  <p:tag name="TAG_CONTENT_GROUPCOUNT" val="6"/>
  <p:tag name="TAG_CONTENT_DIAGRAM_INDEX" val="5ae743eeacc94d6a8c6ae30cb4b420ec"/>
  <p:tag name="TAG_CONTENT_SUBINDEX" val="4"/>
  <p:tag name="YOO_CHATSHAPE_TYPE" val="YOO_CHATSHAPE_CATALOG"/>
  <p:tag name="KSO_WM_DIAGRAM_VIRTUALLY_FRAME" val="{&quot;height&quot;:363.9085826771653,&quot;left&quot;:3.046062992125985,&quot;top&quot;:92.14992125984251,&quot;width&quot;:517.9103937007874}"/>
</p:tagLst>
</file>

<file path=ppt/tags/tag37.xml><?xml version="1.0" encoding="utf-8"?>
<p:tagLst xmlns:p="http://schemas.openxmlformats.org/presentationml/2006/main">
  <p:tag name="TAG_CONTENT_GROUPINDEX" val="4"/>
  <p:tag name="TAG_CONTENT_GROUPCOUNT" val="6"/>
  <p:tag name="TAG_CONTENT_DIAGRAM_INDEX" val="5ae743eeacc94d6a8c6ae30cb4b420ec"/>
  <p:tag name="TAG_CONTENT_SUBINDEX" val="4"/>
  <p:tag name="YOO_CHATSHAPE_TYPE" val="YOO_CHATSHAPE_NUM"/>
  <p:tag name="KSO_WM_DIAGRAM_VIRTUALLY_FRAME" val="{&quot;height&quot;:363.9085826771653,&quot;left&quot;:3.046062992125985,&quot;top&quot;:92.14992125984251,&quot;width&quot;:517.9103937007874}"/>
</p:tagLst>
</file>

<file path=ppt/tags/tag38.xml><?xml version="1.0" encoding="utf-8"?>
<p:tagLst xmlns:p="http://schemas.openxmlformats.org/presentationml/2006/main">
  <p:tag name="TAG_CONTENT_GROUPINDEX" val="1"/>
  <p:tag name="TAG_CONTENT_GROUPCOUNT" val="6"/>
  <p:tag name="TAG_CONTENT_DIAGRAM_INDEX" val="5ae743eeacc94d6a8c6ae30cb4b420ec"/>
  <p:tag name="TAG_CONTENT_SUBINDEX" val="1"/>
  <p:tag name="TAG_CHATSHAPE_LINK" val="sp:简述"/>
  <p:tag name="YOO_CHATSHAPE_TYPE" val="YOO_CHATPAGE_CATALOG_DETAIL"/>
  <p:tag name="KSO_WM_DIAGRAM_VIRTUALLY_FRAME" val="{&quot;height&quot;:363.9085826771653,&quot;left&quot;:3.046062992125985,&quot;top&quot;:92.14992125984251,&quot;width&quot;:517.9103937007874}"/>
</p:tagLst>
</file>

<file path=ppt/tags/tag39.xml><?xml version="1.0" encoding="utf-8"?>
<p:tagLst xmlns:p="http://schemas.openxmlformats.org/presentationml/2006/main">
  <p:tag name="TAG_CONTENT_GROUPINDEX" val="1"/>
  <p:tag name="TAG_CONTENT_GROUPCOUNT" val="6"/>
  <p:tag name="TAG_CONTENT_DIAGRAM_INDEX" val="5ae743eeacc94d6a8c6ae30cb4b420ec"/>
  <p:tag name="TAG_CONTENT_SUBINDEX" val="1"/>
  <p:tag name="YOO_CHATSHAPE_TYPE" val="YOO_CHATSHAPE_CATALOG"/>
  <p:tag name="KSO_WM_DIAGRAM_VIRTUALLY_FRAME" val="{&quot;height&quot;:363.9085826771653,&quot;left&quot;:3.046062992125985,&quot;top&quot;:92.14992125984251,&quot;width&quot;:517.9103937007874}"/>
</p:tagLst>
</file>

<file path=ppt/tags/tag40.xml><?xml version="1.0" encoding="utf-8"?>
<p:tagLst xmlns:p="http://schemas.openxmlformats.org/presentationml/2006/main">
  <p:tag name="TAG_CONTENT_GROUPINDEX" val="1"/>
  <p:tag name="TAG_CONTENT_GROUPCOUNT" val="6"/>
  <p:tag name="TAG_CONTENT_DIAGRAM_INDEX" val="5ae743eeacc94d6a8c6ae30cb4b420ec"/>
  <p:tag name="TAG_CONTENT_SUBINDEX" val="1"/>
  <p:tag name="YOO_CHATSHAPE_TYPE" val="YOO_CHATSHAPE_NUM"/>
  <p:tag name="KSO_WM_DIAGRAM_VIRTUALLY_FRAME" val="{&quot;height&quot;:363.9085826771653,&quot;left&quot;:3.046062992125985,&quot;top&quot;:92.14992125984251,&quot;width&quot;:517.9103937007874}"/>
</p:tagLst>
</file>

<file path=ppt/tags/tag41.xml><?xml version="1.0" encoding="utf-8"?>
<p:tagLst xmlns:p="http://schemas.openxmlformats.org/presentationml/2006/main">
  <p:tag name="TAG_CONTENT_GROUPINDEX" val="3"/>
  <p:tag name="TAG_CONTENT_GROUPCOUNT" val="6"/>
  <p:tag name="TAG_CONTENT_DIAGRAM_INDEX" val="5ae743eeacc94d6a8c6ae30cb4b420ec"/>
  <p:tag name="TAG_CONTENT_SUBINDEX" val="3"/>
  <p:tag name="TAG_CHATSHAPE_LINK" val="sp:简述"/>
  <p:tag name="YOO_CHATSHAPE_TYPE" val="YOO_CHATPAGE_CATALOG_DETAIL"/>
  <p:tag name="KSO_WM_DIAGRAM_VIRTUALLY_FRAME" val="{&quot;height&quot;:363.9085826771653,&quot;left&quot;:3.046062992125985,&quot;top&quot;:92.14992125984251,&quot;width&quot;:517.9103937007874}"/>
</p:tagLst>
</file>

<file path=ppt/tags/tag42.xml><?xml version="1.0" encoding="utf-8"?>
<p:tagLst xmlns:p="http://schemas.openxmlformats.org/presentationml/2006/main">
  <p:tag name="TAG_CONTENT_GROUPINDEX" val="3"/>
  <p:tag name="TAG_CONTENT_GROUPCOUNT" val="6"/>
  <p:tag name="TAG_CONTENT_DIAGRAM_INDEX" val="5ae743eeacc94d6a8c6ae30cb4b420ec"/>
  <p:tag name="TAG_CONTENT_SUBINDEX" val="3"/>
  <p:tag name="YOO_CHATSHAPE_TYPE" val="YOO_CHATSHAPE_CATALOG"/>
  <p:tag name="KSO_WM_DIAGRAM_VIRTUALLY_FRAME" val="{&quot;height&quot;:363.9085826771653,&quot;left&quot;:3.046062992125985,&quot;top&quot;:92.14992125984251,&quot;width&quot;:517.9103937007874}"/>
</p:tagLst>
</file>

<file path=ppt/tags/tag43.xml><?xml version="1.0" encoding="utf-8"?>
<p:tagLst xmlns:p="http://schemas.openxmlformats.org/presentationml/2006/main">
  <p:tag name="TAG_CONTENT_GROUPINDEX" val="3"/>
  <p:tag name="TAG_CONTENT_GROUPCOUNT" val="6"/>
  <p:tag name="TAG_CONTENT_DIAGRAM_INDEX" val="5ae743eeacc94d6a8c6ae30cb4b420ec"/>
  <p:tag name="TAG_CONTENT_SUBINDEX" val="3"/>
  <p:tag name="YOO_CHATSHAPE_TYPE" val="YOO_CHATSHAPE_NUM"/>
  <p:tag name="KSO_WM_DIAGRAM_VIRTUALLY_FRAME" val="{&quot;height&quot;:363.9085826771653,&quot;left&quot;:3.046062992125985,&quot;top&quot;:92.14992125984251,&quot;width&quot;:517.9103937007874}"/>
</p:tagLst>
</file>

<file path=ppt/tags/tag44.xml><?xml version="1.0" encoding="utf-8"?>
<p:tagLst xmlns:p="http://schemas.openxmlformats.org/presentationml/2006/main">
  <p:tag name="TAG_CONTENT_GROUPINDEX" val="5"/>
  <p:tag name="TAG_CONTENT_GROUPCOUNT" val="6"/>
  <p:tag name="TAG_CONTENT_DIAGRAM_INDEX" val="5ae743eeacc94d6a8c6ae30cb4b420ec"/>
  <p:tag name="TAG_CONTENT_SUBINDEX" val="5"/>
  <p:tag name="TAG_CHATSHAPE_LINK" val="sp:简述"/>
  <p:tag name="YOO_CHATSHAPE_TYPE" val="YOO_CHATPAGE_CATALOG_DETAIL"/>
  <p:tag name="KSO_WM_DIAGRAM_VIRTUALLY_FRAME" val="{&quot;height&quot;:363.9085826771653,&quot;left&quot;:3.046062992125985,&quot;top&quot;:92.14992125984251,&quot;width&quot;:517.9103937007874}"/>
</p:tagLst>
</file>

<file path=ppt/tags/tag45.xml><?xml version="1.0" encoding="utf-8"?>
<p:tagLst xmlns:p="http://schemas.openxmlformats.org/presentationml/2006/main">
  <p:tag name="TAG_CONTENT_GROUPINDEX" val="5"/>
  <p:tag name="TAG_CONTENT_GROUPCOUNT" val="6"/>
  <p:tag name="TAG_CONTENT_DIAGRAM_INDEX" val="5ae743eeacc94d6a8c6ae30cb4b420ec"/>
  <p:tag name="TAG_CONTENT_SUBINDEX" val="5"/>
  <p:tag name="YOO_CHATSHAPE_TYPE" val="YOO_CHATSHAPE_CATALOG"/>
  <p:tag name="KSO_WM_DIAGRAM_VIRTUALLY_FRAME" val="{&quot;height&quot;:363.9085826771653,&quot;left&quot;:3.046062992125985,&quot;top&quot;:92.14992125984251,&quot;width&quot;:517.9103937007874}"/>
</p:tagLst>
</file>

<file path=ppt/tags/tag46.xml><?xml version="1.0" encoding="utf-8"?>
<p:tagLst xmlns:p="http://schemas.openxmlformats.org/presentationml/2006/main">
  <p:tag name="TAG_CONTENT_GROUPINDEX" val="5"/>
  <p:tag name="TAG_CONTENT_GROUPCOUNT" val="6"/>
  <p:tag name="TAG_CONTENT_DIAGRAM_INDEX" val="5ae743eeacc94d6a8c6ae30cb4b420ec"/>
  <p:tag name="TAG_CONTENT_SUBINDEX" val="5"/>
  <p:tag name="YOO_CHATSHAPE_TYPE" val="YOO_CHATSHAPE_NUM"/>
  <p:tag name="KSO_WM_DIAGRAM_VIRTUALLY_FRAME" val="{&quot;height&quot;:363.9085826771653,&quot;left&quot;:3.046062992125985,&quot;top&quot;:92.14992125984251,&quot;width&quot;:517.9103937007874}"/>
</p:tagLst>
</file>

<file path=ppt/tags/tag47.xml><?xml version="1.0" encoding="utf-8"?>
<p:tagLst xmlns:p="http://schemas.openxmlformats.org/presentationml/2006/main">
  <p:tag name="YOO_CHATSHAPE_TYPE" val="YOO_CHATSHAPE_DECORATION"/>
</p:tagLst>
</file>

<file path=ppt/tags/tag48.xml><?xml version="1.0" encoding="utf-8"?>
<p:tagLst xmlns:p="http://schemas.openxmlformats.org/presentationml/2006/main">
  <p:tag name="YOO_CHATSHAPE_TYPE" val="YOO_CHATSHAPE_DECORATION"/>
</p:tagLst>
</file>

<file path=ppt/tags/tag49.xml><?xml version="1.0" encoding="utf-8"?>
<p:tagLst xmlns:p="http://schemas.openxmlformats.org/presentationml/2006/main">
  <p:tag name="YOO_CHATSHAPE_TYPE" val="YOO_CHATSHAPE_DECORATION"/>
</p:tagLst>
</file>

<file path=ppt/tags/tag50.xml><?xml version="1.0" encoding="utf-8"?>
<p:tagLst xmlns:p="http://schemas.openxmlformats.org/presentationml/2006/main">
  <p:tag name="YOO_CHATSHAPE_TYPE" val="YOO_CHATSHAPE_DECORATION"/>
</p:tagLst>
</file>

<file path=ppt/tags/tag51.xml><?xml version="1.0" encoding="utf-8"?>
<p:tagLst xmlns:p="http://schemas.openxmlformats.org/presentationml/2006/main">
  <p:tag name="YOO_CHATSHAPE_TYPE" val="YOO_CHATSHAPE_DECORATION"/>
</p:tagLst>
</file>

<file path=ppt/tags/tag52.xml><?xml version="1.0" encoding="utf-8"?>
<p:tagLst xmlns:p="http://schemas.openxmlformats.org/presentationml/2006/main">
  <p:tag name="YOO_CHATSHAPE_TYPE" val="YOO_CHATSHAPE_DECORATION"/>
</p:tagLst>
</file>

<file path=ppt/tags/tag53.xml><?xml version="1.0" encoding="utf-8"?>
<p:tagLst xmlns:p="http://schemas.openxmlformats.org/presentationml/2006/main">
  <p:tag name="YOO_CHATSHAPE_TYPE" val="YOO_CHATSHAPE_DECORATION"/>
</p:tagLst>
</file>

<file path=ppt/tags/tag54.xml><?xml version="1.0" encoding="utf-8"?>
<p:tagLst xmlns:p="http://schemas.openxmlformats.org/presentationml/2006/main">
  <p:tag name="YOO_CHATSHAPE_TYPE" val="YOO_CHATSHAPE_DECORATION"/>
</p:tagLst>
</file>

<file path=ppt/tags/tag55.xml><?xml version="1.0" encoding="utf-8"?>
<p:tagLst xmlns:p="http://schemas.openxmlformats.org/presentationml/2006/main">
  <p:tag name="YOO_CHATSHAPE_TYPE" val="YOO_CHATSHAPE_DECORATION"/>
</p:tagLst>
</file>

<file path=ppt/tags/tag56.xml><?xml version="1.0" encoding="utf-8"?>
<p:tagLst xmlns:p="http://schemas.openxmlformats.org/presentationml/2006/main">
  <p:tag name="YOO_CHATSHAPE_TYPE" val="YOO_CHATSHAPE_DECORATION"/>
</p:tagLst>
</file>

<file path=ppt/tags/tag57.xml><?xml version="1.0" encoding="utf-8"?>
<p:tagLst xmlns:p="http://schemas.openxmlformats.org/presentationml/2006/main">
  <p:tag name="YOO_CHATSHAPE_TYPE" val="YOO_CHATSHAPE_DECORATION"/>
</p:tagLst>
</file>

<file path=ppt/tags/tag58.xml><?xml version="1.0" encoding="utf-8"?>
<p:tagLst xmlns:p="http://schemas.openxmlformats.org/presentationml/2006/main">
  <p:tag name="YOO_CHATSHAPE_TYPE" val="YOO_CHATSHAPE_DECORATION"/>
</p:tagLst>
</file>

<file path=ppt/tags/tag59.xml><?xml version="1.0" encoding="utf-8"?>
<p:tagLst xmlns:p="http://schemas.openxmlformats.org/presentationml/2006/main">
  <p:tag name="YOO_CHATSHAPE_TYPE" val="YOO_CHATSHAPE_DECORATION"/>
</p:tagLst>
</file>

<file path=ppt/tags/tag60.xml><?xml version="1.0" encoding="utf-8"?>
<p:tagLst xmlns:p="http://schemas.openxmlformats.org/presentationml/2006/main">
  <p:tag name="YOO_CHATSHAPE_TYPE" val="YOO_CHATSHAPE_DECORATION"/>
</p:tagLst>
</file>

<file path=ppt/tags/tag61.xml><?xml version="1.0" encoding="utf-8"?>
<p:tagLst xmlns:p="http://schemas.openxmlformats.org/presentationml/2006/main">
  <p:tag name="YOO_CHATSHAPE_TYPE" val="YOO_CHATSHAPE_DECORATION"/>
</p:tagLst>
</file>

<file path=ppt/tags/tag62.xml><?xml version="1.0" encoding="utf-8"?>
<p:tagLst xmlns:p="http://schemas.openxmlformats.org/presentationml/2006/main">
  <p:tag name="YOO_CHATSHAPE_TYPE" val="YOO_CHATSHAPE_DECORATION"/>
</p:tagLst>
</file>

<file path=ppt/tags/tag63.xml><?xml version="1.0" encoding="utf-8"?>
<p:tagLst xmlns:p="http://schemas.openxmlformats.org/presentationml/2006/main">
  <p:tag name="YOO_CHATSHAPE_TYPE" val="YOO_CHATSHAPE_DECORATION"/>
</p:tagLst>
</file>

<file path=ppt/tags/tag64.xml><?xml version="1.0" encoding="utf-8"?>
<p:tagLst xmlns:p="http://schemas.openxmlformats.org/presentationml/2006/main">
  <p:tag name="YOO_CHATSHAPE_TYPE" val="YOO_CHATSHAPE_DECORATION"/>
</p:tagLst>
</file>

<file path=ppt/tags/tag65.xml><?xml version="1.0" encoding="utf-8"?>
<p:tagLst xmlns:p="http://schemas.openxmlformats.org/presentationml/2006/main">
  <p:tag name="YOO_CHATSHAPE_TYPE" val="YOO_CHATSHAPE_DECORATION"/>
</p:tagLst>
</file>

<file path=ppt/tags/tag66.xml><?xml version="1.0" encoding="utf-8"?>
<p:tagLst xmlns:p="http://schemas.openxmlformats.org/presentationml/2006/main">
  <p:tag name="YOO_CHATSHAPE_TYPE" val="YOO_CHATSHAPE_DECORATION"/>
</p:tagLst>
</file>

<file path=ppt/tags/tag67.xml><?xml version="1.0" encoding="utf-8"?>
<p:tagLst xmlns:p="http://schemas.openxmlformats.org/presentationml/2006/main">
  <p:tag name="YOO_CHATSHAPE_TYPE" val="YOO_CHATSHAPE_DECORATION"/>
</p:tagLst>
</file>

<file path=ppt/tags/tag68.xml><?xml version="1.0" encoding="utf-8"?>
<p:tagLst xmlns:p="http://schemas.openxmlformats.org/presentationml/2006/main">
  <p:tag name="YOO_CHATSHAPE_TYPE" val="YOO_CHATSHAPE_DECORATION"/>
</p:tagLst>
</file>

<file path=ppt/tags/tag69.xml><?xml version="1.0" encoding="utf-8"?>
<p:tagLst xmlns:p="http://schemas.openxmlformats.org/presentationml/2006/main">
  <p:tag name="YOO_CHATSHAPE_TYPE" val="YOO_CHATSHAPE_DECORATION"/>
</p:tagLst>
</file>

<file path=ppt/tags/tag70.xml><?xml version="1.0" encoding="utf-8"?>
<p:tagLst xmlns:p="http://schemas.openxmlformats.org/presentationml/2006/main">
  <p:tag name="YOO_CHATSHAPE_TYPE" val="YOO_CHATSHAPE_DECORATION"/>
</p:tagLst>
</file>

<file path=ppt/tags/tag71.xml><?xml version="1.0" encoding="utf-8"?>
<p:tagLst xmlns:p="http://schemas.openxmlformats.org/presentationml/2006/main">
  <p:tag name="YOO_CHATSHAPE_TYPE" val="YOO_CHATSHAPE_DECORATION"/>
</p:tagLst>
</file>

<file path=ppt/tags/tag72.xml><?xml version="1.0" encoding="utf-8"?>
<p:tagLst xmlns:p="http://schemas.openxmlformats.org/presentationml/2006/main">
  <p:tag name="YOO_CHATSHAPE_TYPE" val="YOO_CHATSHAPE_DECORATION"/>
</p:tagLst>
</file>

<file path=ppt/tags/tag73.xml><?xml version="1.0" encoding="utf-8"?>
<p:tagLst xmlns:p="http://schemas.openxmlformats.org/presentationml/2006/main">
  <p:tag name="TAG_CHATPPT" val="ChatPPT"/>
  <p:tag name="YOO_CHATPAGE_TYPE" val="TAG_CHATPAGE_CATALOG"/>
</p:tagLst>
</file>

<file path=ppt/tags/tag74.xml><?xml version="1.0" encoding="utf-8"?>
<p:tagLst xmlns:p="http://schemas.openxmlformats.org/presentationml/2006/main">
  <p:tag name="YOO_CHATSHAPE_TYPE" val="YOO_CHATSHAPE_DECORATION"/>
</p:tagLst>
</file>

<file path=ppt/tags/tag75.xml><?xml version="1.0" encoding="utf-8"?>
<p:tagLst xmlns:p="http://schemas.openxmlformats.org/presentationml/2006/main">
  <p:tag name="YOO_CHATSHAPE_TYPE" val="YOO_CHATSHAPE_DECORATION"/>
</p:tagLst>
</file>

<file path=ppt/tags/tag76.xml><?xml version="1.0" encoding="utf-8"?>
<p:tagLst xmlns:p="http://schemas.openxmlformats.org/presentationml/2006/main">
  <p:tag name="YOO_CHATSHAPE_TYPE" val="YOO_CHATSHAPE_DECORATION"/>
</p:tagLst>
</file>

<file path=ppt/tags/tag77.xml><?xml version="1.0" encoding="utf-8"?>
<p:tagLst xmlns:p="http://schemas.openxmlformats.org/presentationml/2006/main">
  <p:tag name="YOO_CHATSHAPE_TYPE" val="YOO_CHATSHAPE_IMAGE"/>
  <p:tag name="TAG_CONTENT_SUBINDEX" val="20"/>
</p:tagLst>
</file>

<file path=ppt/tags/tag78.xml><?xml version="1.0" encoding="utf-8"?>
<p:tagLst xmlns:p="http://schemas.openxmlformats.org/presentationml/2006/main">
  <p:tag name="YOO_CHATSHAPE_TYPE" val="YOO_CHATSHAPE_IMAGE"/>
  <p:tag name="TAG_CONTENT_SUBINDEX" val="4"/>
</p:tagLst>
</file>

<file path=ppt/tags/tag79.xml><?xml version="1.0" encoding="utf-8"?>
<p:tagLst xmlns:p="http://schemas.openxmlformats.org/presentationml/2006/main">
  <p:tag name="YOO_CHATSHAPE_TYPE" val="YOO_CHATSHAPE_IMAGE"/>
  <p:tag name="TAG_CONTENT_SUBINDEX" val="22"/>
</p:tagLst>
</file>

<file path=ppt/tags/tag80.xml><?xml version="1.0" encoding="utf-8"?>
<p:tagLst xmlns:p="http://schemas.openxmlformats.org/presentationml/2006/main">
  <p:tag name="YOO_CHATSHAPE_TYPE" val="YOO_CHATSHAPE_NUM"/>
</p:tagLst>
</file>

<file path=ppt/tags/tag81.xml><?xml version="1.0" encoding="utf-8"?>
<p:tagLst xmlns:p="http://schemas.openxmlformats.org/presentationml/2006/main">
  <p:tag name="YOO_CHATSHAPE_TYPE" val="YOO_CHATSHAPE_TITLE"/>
</p:tagLst>
</file>

<file path=ppt/tags/tag82.xml><?xml version="1.0" encoding="utf-8"?>
<p:tagLst xmlns:p="http://schemas.openxmlformats.org/presentationml/2006/main">
  <p:tag name="YOO_CHATSHAPE_TYPE" val="YOO_CHATSHAPE_SUBTITLE"/>
</p:tagLst>
</file>

<file path=ppt/tags/tag83.xml><?xml version="1.0" encoding="utf-8"?>
<p:tagLst xmlns:p="http://schemas.openxmlformats.org/presentationml/2006/main">
  <p:tag name="YOO_CHATSHAPE_TYPE" val="YOO_CHATSHAPE_DECORATION"/>
</p:tagLst>
</file>

<file path=ppt/tags/tag84.xml><?xml version="1.0" encoding="utf-8"?>
<p:tagLst xmlns:p="http://schemas.openxmlformats.org/presentationml/2006/main">
  <p:tag name="YOO_CHATSHAPE_TYPE" val="YOO_CHATSHAPE_DECORATION"/>
</p:tagLst>
</file>

<file path=ppt/tags/tag85.xml><?xml version="1.0" encoding="utf-8"?>
<p:tagLst xmlns:p="http://schemas.openxmlformats.org/presentationml/2006/main">
  <p:tag name="YOO_CHATSHAPE_TYPE" val="YOO_CHATSHAPE_DECORATION"/>
</p:tagLst>
</file>

<file path=ppt/tags/tag86.xml><?xml version="1.0" encoding="utf-8"?>
<p:tagLst xmlns:p="http://schemas.openxmlformats.org/presentationml/2006/main">
  <p:tag name="TAG_CHATPPT" val="ChatPPT"/>
  <p:tag name="YOO_CHATPAGE_TYPE" val="TAG_CHATPAGE_CHAPTER"/>
</p:tagLst>
</file>

<file path=ppt/tags/tag87.xml><?xml version="1.0" encoding="utf-8"?>
<p:tagLst xmlns:p="http://schemas.openxmlformats.org/presentationml/2006/main">
  <p:tag name="YOO_CHATSHAPE_TYPE" val="YOO_CHATSHAPE_CHILDDECORATE"/>
  <p:tag name="TAG_CONTENT_GROUPINDEX" val="2"/>
  <p:tag name="TAG_CONTENT_GROUPCOUNT" val="3"/>
  <p:tag name="TAG_CONTENT_DIAGRAM_INDEX" val="43b04aa282ef43cea3bd9f894ddec9d3"/>
  <p:tag name="TAG_CONTENT_SUBINDEX" val="2"/>
</p:tagLst>
</file>

<file path=ppt/tags/tag88.xml><?xml version="1.0" encoding="utf-8"?>
<p:tagLst xmlns:p="http://schemas.openxmlformats.org/presentationml/2006/main">
  <p:tag name="YOO_CHATSHAPE_TYPE" val="YOO_CHATSHAPE_IMAGE"/>
</p:tagLst>
</file>

<file path=ppt/tags/tag89.xml><?xml version="1.0" encoding="utf-8"?>
<p:tagLst xmlns:p="http://schemas.openxmlformats.org/presentationml/2006/main">
  <p:tag name="YOO_CHATSHAPE_TYPE" val="YOO_CHATSHAPE_CHILDDECORATE"/>
  <p:tag name="TAG_CONTENT_GROUPINDEX" val="1"/>
  <p:tag name="TAG_CONTENT_GROUPCOUNT" val="3"/>
  <p:tag name="TAG_CONTENT_DIAGRAM_INDEX" val="43b04aa282ef43cea3bd9f894ddec9d3"/>
  <p:tag name="TAG_CONTENT_SUBINDEX" val="1"/>
</p:tagLst>
</file>

<file path=ppt/tags/tag90.xml><?xml version="1.0" encoding="utf-8"?>
<p:tagLst xmlns:p="http://schemas.openxmlformats.org/presentationml/2006/main">
  <p:tag name="YOO_CHATSHAPE_TYPE" val="YOO_CHATSHAPE_CHILDTITLE"/>
  <p:tag name="TAG_CONTENT_GROUPINDEX" val="1"/>
  <p:tag name="TAG_CONTENT_GROUPCOUNT" val="3"/>
  <p:tag name="TAG_CONTENT_DIAGRAM_INDEX" val="43b04aa282ef43cea3bd9f894ddec9d3"/>
  <p:tag name="TAG_CONTENT_SUBINDEX" val="1"/>
  <p:tag name="KSO_WM_DIAGRAM_VIRTUALLY_FRAME" val="{&quot;height&quot;:384.1740157480314,&quot;left&quot;:52,&quot;top&quot;:106.97889763779528,&quot;width&quot;:328.23755905511814}"/>
</p:tagLst>
</file>

<file path=ppt/tags/tag91.xml><?xml version="1.0" encoding="utf-8"?>
<p:tagLst xmlns:p="http://schemas.openxmlformats.org/presentationml/2006/main">
  <p:tag name="YOO_CHATSHAPE_TYPE" val="YOO_CHATSHAPE_CHILDCONTENT"/>
  <p:tag name="TAG_CONTENT_GROUPINDEX" val="1"/>
  <p:tag name="TAG_CONTENT_GROUPCOUNT" val="3"/>
  <p:tag name="TAG_CONTENT_DIAGRAM_INDEX" val="43b04aa282ef43cea3bd9f894ddec9d3"/>
  <p:tag name="TAG_CONTENT_SUBINDEX" val="1"/>
  <p:tag name="KSO_WM_DIAGRAM_VIRTUALLY_FRAME" val="{&quot;height&quot;:384.1740157480314,&quot;left&quot;:52,&quot;top&quot;:106.97889763779528,&quot;width&quot;:328.23755905511814}"/>
</p:tagLst>
</file>

<file path=ppt/tags/tag92.xml><?xml version="1.0" encoding="utf-8"?>
<p:tagLst xmlns:p="http://schemas.openxmlformats.org/presentationml/2006/main">
  <p:tag name="YOO_CHATSHAPE_TYPE" val="YOO_CHATSHAPE_CHILDTITLE"/>
  <p:tag name="TAG_CONTENT_GROUPINDEX" val="2"/>
  <p:tag name="TAG_CONTENT_GROUPCOUNT" val="3"/>
  <p:tag name="TAG_CONTENT_DIAGRAM_INDEX" val="43b04aa282ef43cea3bd9f894ddec9d3"/>
  <p:tag name="TAG_CONTENT_SUBINDEX" val="2"/>
  <p:tag name="KSO_WM_DIAGRAM_VIRTUALLY_FRAME" val="{&quot;height&quot;:384.1740157480314,&quot;left&quot;:52,&quot;top&quot;:106.97889763779528,&quot;width&quot;:328.23755905511814}"/>
</p:tagLst>
</file>

<file path=ppt/tags/tag93.xml><?xml version="1.0" encoding="utf-8"?>
<p:tagLst xmlns:p="http://schemas.openxmlformats.org/presentationml/2006/main">
  <p:tag name="YOO_CHATSHAPE_TYPE" val="YOO_CHATSHAPE_CHILDCONTENT"/>
  <p:tag name="TAG_CONTENT_GROUPINDEX" val="2"/>
  <p:tag name="TAG_CONTENT_GROUPCOUNT" val="3"/>
  <p:tag name="TAG_CONTENT_DIAGRAM_INDEX" val="43b04aa282ef43cea3bd9f894ddec9d3"/>
  <p:tag name="TAG_CONTENT_SUBINDEX" val="2"/>
  <p:tag name="KSO_WM_DIAGRAM_VIRTUALLY_FRAME" val="{&quot;height&quot;:384.1740157480314,&quot;left&quot;:52,&quot;top&quot;:106.97889763779528,&quot;width&quot;:328.23755905511814}"/>
</p:tagLst>
</file>

<file path=ppt/tags/tag94.xml><?xml version="1.0" encoding="utf-8"?>
<p:tagLst xmlns:p="http://schemas.openxmlformats.org/presentationml/2006/main">
  <p:tag name="YOO_CHATSHAPE_TYPE" val="YOO_CHATSHAPE_CHILDTITLE"/>
  <p:tag name="TAG_CONTENT_GROUPINDEX" val="3"/>
  <p:tag name="TAG_CONTENT_GROUPCOUNT" val="3"/>
  <p:tag name="TAG_CONTENT_DIAGRAM_INDEX" val="43b04aa282ef43cea3bd9f894ddec9d3"/>
  <p:tag name="TAG_CONTENT_SUBINDEX" val="3"/>
  <p:tag name="KSO_WM_DIAGRAM_VIRTUALLY_FRAME" val="{&quot;height&quot;:384.1740157480314,&quot;left&quot;:52,&quot;top&quot;:106.97889763779528,&quot;width&quot;:328.23755905511814}"/>
</p:tagLst>
</file>

<file path=ppt/tags/tag95.xml><?xml version="1.0" encoding="utf-8"?>
<p:tagLst xmlns:p="http://schemas.openxmlformats.org/presentationml/2006/main">
  <p:tag name="YOO_CHATSHAPE_TYPE" val="YOO_CHATSHAPE_CHILDCONTENT"/>
  <p:tag name="TAG_CONTENT_GROUPINDEX" val="3"/>
  <p:tag name="TAG_CONTENT_GROUPCOUNT" val="3"/>
  <p:tag name="TAG_CONTENT_DIAGRAM_INDEX" val="43b04aa282ef43cea3bd9f894ddec9d3"/>
  <p:tag name="TAG_CONTENT_SUBINDEX" val="3"/>
  <p:tag name="KSO_WM_DIAGRAM_VIRTUALLY_FRAME" val="{&quot;height&quot;:384.1740157480314,&quot;left&quot;:52,&quot;top&quot;:106.97889763779528,&quot;width&quot;:328.23755905511814}"/>
</p:tagLst>
</file>

<file path=ppt/tags/tag96.xml><?xml version="1.0" encoding="utf-8"?>
<p:tagLst xmlns:p="http://schemas.openxmlformats.org/presentationml/2006/main">
  <p:tag name="YOO_CHATSHAPE_TYPE" val="YOO_CHATSHAPE_CHILDDECORATE"/>
  <p:tag name="TAG_CONTENT_GROUPINDEX" val="1"/>
  <p:tag name="TAG_CONTENT_GROUPCOUNT" val="3"/>
  <p:tag name="TAG_CONTENT_DIAGRAM_INDEX" val="43b04aa282ef43cea3bd9f894ddec9d3"/>
  <p:tag name="TAG_CONTENT_SUBINDEX" val="1"/>
  <p:tag name="TAG_CHATSHAPE_LINK" val="sp:子标题1"/>
  <p:tag name="KSO_WM_DIAGRAM_VIRTUALLY_FRAME" val="{&quot;height&quot;:384.1740157480314,&quot;left&quot;:52,&quot;top&quot;:106.97889763779528,&quot;width&quot;:328.23755905511814}"/>
</p:tagLst>
</file>

<file path=ppt/tags/tag97.xml><?xml version="1.0" encoding="utf-8"?>
<p:tagLst xmlns:p="http://schemas.openxmlformats.org/presentationml/2006/main">
  <p:tag name="YOO_CHATSHAPE_TYPE" val="YOO_CHATSHAPE_CHILDDECORATE"/>
  <p:tag name="TAG_CONTENT_GROUPINDEX" val="2"/>
  <p:tag name="TAG_CONTENT_GROUPCOUNT" val="3"/>
  <p:tag name="TAG_CONTENT_DIAGRAM_INDEX" val="43b04aa282ef43cea3bd9f894ddec9d3"/>
  <p:tag name="TAG_CONTENT_SUBINDEX" val="2"/>
  <p:tag name="TAG_CHATSHAPE_LINK" val="sp:子标题2"/>
  <p:tag name="KSO_WM_DIAGRAM_VIRTUALLY_FRAME" val="{&quot;height&quot;:384.1740157480314,&quot;left&quot;:52,&quot;top&quot;:106.97889763779528,&quot;width&quot;:328.23755905511814}"/>
</p:tagLst>
</file>

<file path=ppt/tags/tag98.xml><?xml version="1.0" encoding="utf-8"?>
<p:tagLst xmlns:p="http://schemas.openxmlformats.org/presentationml/2006/main">
  <p:tag name="YOO_CHATSHAPE_TYPE" val="YOO_CHATSHAPE_CHILDDECORATE"/>
  <p:tag name="TAG_CONTENT_GROUPINDEX" val="3"/>
  <p:tag name="TAG_CONTENT_GROUPCOUNT" val="3"/>
  <p:tag name="TAG_CONTENT_DIAGRAM_INDEX" val="43b04aa282ef43cea3bd9f894ddec9d3"/>
  <p:tag name="TAG_CONTENT_SUBINDEX" val="3"/>
  <p:tag name="TAG_CHATSHAPE_LINK" val="sp:子标题3"/>
  <p:tag name="KSO_WM_DIAGRAM_VIRTUALLY_FRAME" val="{&quot;height&quot;:384.1740157480314,&quot;left&quot;:52,&quot;top&quot;:106.97889763779528,&quot;width&quot;:328.23755905511814}"/>
</p:tagLst>
</file>

<file path=ppt/tags/tag99.xml><?xml version="1.0" encoding="utf-8"?>
<p:tagLst xmlns:p="http://schemas.openxmlformats.org/presentationml/2006/main">
  <p:tag name="YOO_CHATSHAPE_TYPE" val="YOO_CHATSHAPE_TITLE"/>
</p:tagLst>
</file>

<file path=ppt/tags/tag100.xml><?xml version="1.0" encoding="utf-8"?>
<p:tagLst xmlns:p="http://schemas.openxmlformats.org/presentationml/2006/main">
  <p:tag name="YOO_CHATPAGE_TYPE" val="TAG_CHATPAGE_MULTCONTENT"/>
</p:tagLst>
</file>

<file path=ppt/tags/tag101.xml><?xml version="1.0" encoding="utf-8"?>
<p:tagLst xmlns:p="http://schemas.openxmlformats.org/presentationml/2006/main">
  <p:tag name="YOO_CHATSHAPE_TYPE" val="YOO_CHATSHAPE_DECORATION"/>
</p:tagLst>
</file>

<file path=ppt/tags/tag102.xml><?xml version="1.0" encoding="utf-8"?>
<p:tagLst xmlns:p="http://schemas.openxmlformats.org/presentationml/2006/main">
  <p:tag name="YOO_CHATSHAPE_TYPE" val="YOO_CHATSHAPE_DECORATION"/>
</p:tagLst>
</file>

<file path=ppt/tags/tag103.xml><?xml version="1.0" encoding="utf-8"?>
<p:tagLst xmlns:p="http://schemas.openxmlformats.org/presentationml/2006/main">
  <p:tag name="YOO_CHATSHAPE_TYPE" val="YOO_CHATSHAPE_DECORATION"/>
</p:tagLst>
</file>

<file path=ppt/tags/tag104.xml><?xml version="1.0" encoding="utf-8"?>
<p:tagLst xmlns:p="http://schemas.openxmlformats.org/presentationml/2006/main">
  <p:tag name="YOO_CHATSHAPE_TYPE" val="YOO_CHATSHAPE_IMAGE"/>
  <p:tag name="TAG_CONTENT_SUBINDEX" val="20"/>
</p:tagLst>
</file>

<file path=ppt/tags/tag105.xml><?xml version="1.0" encoding="utf-8"?>
<p:tagLst xmlns:p="http://schemas.openxmlformats.org/presentationml/2006/main">
  <p:tag name="YOO_CHATSHAPE_TYPE" val="YOO_CHATSHAPE_IMAGE"/>
  <p:tag name="TAG_CONTENT_SUBINDEX" val="4"/>
</p:tagLst>
</file>

<file path=ppt/tags/tag106.xml><?xml version="1.0" encoding="utf-8"?>
<p:tagLst xmlns:p="http://schemas.openxmlformats.org/presentationml/2006/main">
  <p:tag name="YOO_CHATSHAPE_TYPE" val="YOO_CHATSHAPE_IMAGE"/>
  <p:tag name="TAG_CONTENT_SUBINDEX" val="22"/>
</p:tagLst>
</file>

<file path=ppt/tags/tag107.xml><?xml version="1.0" encoding="utf-8"?>
<p:tagLst xmlns:p="http://schemas.openxmlformats.org/presentationml/2006/main">
  <p:tag name="YOO_CHATSHAPE_TYPE" val="YOO_CHATSHAPE_NUM"/>
</p:tagLst>
</file>

<file path=ppt/tags/tag108.xml><?xml version="1.0" encoding="utf-8"?>
<p:tagLst xmlns:p="http://schemas.openxmlformats.org/presentationml/2006/main">
  <p:tag name="YOO_CHATSHAPE_TYPE" val="YOO_CHATSHAPE_TITLE"/>
</p:tagLst>
</file>

<file path=ppt/tags/tag109.xml><?xml version="1.0" encoding="utf-8"?>
<p:tagLst xmlns:p="http://schemas.openxmlformats.org/presentationml/2006/main">
  <p:tag name="YOO_CHATSHAPE_TYPE" val="YOO_CHATSHAPE_SUBTITLE"/>
</p:tagLst>
</file>

<file path=ppt/tags/tag110.xml><?xml version="1.0" encoding="utf-8"?>
<p:tagLst xmlns:p="http://schemas.openxmlformats.org/presentationml/2006/main">
  <p:tag name="YOO_CHATSHAPE_TYPE" val="YOO_CHATSHAPE_DECORATION"/>
</p:tagLst>
</file>

<file path=ppt/tags/tag111.xml><?xml version="1.0" encoding="utf-8"?>
<p:tagLst xmlns:p="http://schemas.openxmlformats.org/presentationml/2006/main">
  <p:tag name="YOO_CHATSHAPE_TYPE" val="YOO_CHATSHAPE_DECORATION"/>
</p:tagLst>
</file>

<file path=ppt/tags/tag112.xml><?xml version="1.0" encoding="utf-8"?>
<p:tagLst xmlns:p="http://schemas.openxmlformats.org/presentationml/2006/main">
  <p:tag name="YOO_CHATSHAPE_TYPE" val="YOO_CHATSHAPE_DECORATION"/>
</p:tagLst>
</file>

<file path=ppt/tags/tag113.xml><?xml version="1.0" encoding="utf-8"?>
<p:tagLst xmlns:p="http://schemas.openxmlformats.org/presentationml/2006/main">
  <p:tag name="TAG_CHATPPT" val="ChatPPT"/>
  <p:tag name="YOO_CHATPAGE_TYPE" val="TAG_CHATPAGE_CHAPTER"/>
</p:tagLst>
</file>

<file path=ppt/tags/tag114.xml><?xml version="1.0" encoding="utf-8"?>
<p:tagLst xmlns:p="http://schemas.openxmlformats.org/presentationml/2006/main">
  <p:tag name="YOO_CHATSHAPE_TYPE" val="YOO_CHATSHAPE_IMAGE"/>
</p:tagLst>
</file>

<file path=ppt/tags/tag115.xml><?xml version="1.0" encoding="utf-8"?>
<p:tagLst xmlns:p="http://schemas.openxmlformats.org/presentationml/2006/main">
  <p:tag name="YOO_CHATSHAPE_TYPE" val="YOO_CHATSHAPE_CHILDDECORATE"/>
  <p:tag name="TAG_CONTENT_GROUPINDEX" val="1"/>
  <p:tag name="TAG_CONTENT_GROUPCOUNT" val="3"/>
  <p:tag name="TAG_CONTENT_DIAGRAM_INDEX" val="ae406673db024db1bd5070647fad4028"/>
  <p:tag name="TAG_CONTENT_SUBINDEX" val="1"/>
  <p:tag name="KSO_WM_DIAGRAM_VIRTUALLY_FRAME" val="{&quot;height&quot;:268.2650645412817,&quot;left&quot;:0,&quot;top&quot;:214.73496062992126,&quot;width&quot;:755.6248818897637}"/>
</p:tagLst>
</file>

<file path=ppt/tags/tag116.xml><?xml version="1.0" encoding="utf-8"?>
<p:tagLst xmlns:p="http://schemas.openxmlformats.org/presentationml/2006/main">
  <p:tag name="YOO_CHATSHAPE_TYPE" val="YOO_CHATSHAPE_DECORATION"/>
  <p:tag name="TAG_CONTENT_GROUPCOUNT" val="3"/>
  <p:tag name="TAG_CONTENT_DIAGRAM_INDEX" val="ae406673db024db1bd5070647fad4028"/>
  <p:tag name="TAG_CONTENT_SUBINDEX" val="5"/>
</p:tagLst>
</file>

<file path=ppt/tags/tag117.xml><?xml version="1.0" encoding="utf-8"?>
<p:tagLst xmlns:p="http://schemas.openxmlformats.org/presentationml/2006/main">
  <p:tag name="YOO_CHATSHAPE_TYPE" val="YOO_CHATSHAPE_CHILDDECORATE"/>
  <p:tag name="TAG_CONTENT_GROUPINDEX" val="2"/>
  <p:tag name="TAG_CONTENT_GROUPCOUNT" val="3"/>
  <p:tag name="TAG_CONTENT_DIAGRAM_INDEX" val="ae406673db024db1bd5070647fad4028"/>
  <p:tag name="TAG_CONTENT_SUBINDEX" val="2"/>
  <p:tag name="KSO_WM_DIAGRAM_VIRTUALLY_FRAME" val="{&quot;height&quot;:268.2650645412817,&quot;left&quot;:0,&quot;top&quot;:214.73496062992126,&quot;width&quot;:755.6248818897637}"/>
</p:tagLst>
</file>

<file path=ppt/tags/tag118.xml><?xml version="1.0" encoding="utf-8"?>
<p:tagLst xmlns:p="http://schemas.openxmlformats.org/presentationml/2006/main">
  <p:tag name="YOO_CHATSHAPE_TYPE" val="YOO_CHATSHAPE_CHILDDECORATE"/>
  <p:tag name="TAG_CONTENT_GROUPINDEX" val="3"/>
  <p:tag name="TAG_CONTENT_GROUPCOUNT" val="3"/>
  <p:tag name="TAG_CONTENT_DIAGRAM_INDEX" val="ae406673db024db1bd5070647fad4028"/>
  <p:tag name="TAG_CONTENT_SUBINDEX" val="3"/>
  <p:tag name="KSO_WM_DIAGRAM_VIRTUALLY_FRAME" val="{&quot;height&quot;:268.2650645412817,&quot;left&quot;:0,&quot;top&quot;:214.73496062992126,&quot;width&quot;:755.6248818897637}"/>
</p:tagLst>
</file>

<file path=ppt/tags/tag119.xml><?xml version="1.0" encoding="utf-8"?>
<p:tagLst xmlns:p="http://schemas.openxmlformats.org/presentationml/2006/main">
  <p:tag name="YOO_CHATSHAPE_TYPE" val="YOO_CHATSHAPE_DECORATION"/>
  <p:tag name="TAG_CONTENT_GROUPCOUNT" val="3"/>
  <p:tag name="TAG_CONTENT_DIAGRAM_INDEX" val="ae406673db024db1bd5070647fad4028"/>
  <p:tag name="TAG_CONTENT_SUBINDEX" val="4"/>
  <p:tag name="KSO_WM_DIAGRAM_VIRTUALLY_FRAME" val="{&quot;height&quot;:268.2650645412817,&quot;left&quot;:0,&quot;top&quot;:214.73496062992126,&quot;width&quot;:755.6248818897637}"/>
</p:tagLst>
</file>

<file path=ppt/tags/tag120.xml><?xml version="1.0" encoding="utf-8"?>
<p:tagLst xmlns:p="http://schemas.openxmlformats.org/presentationml/2006/main">
  <p:tag name="YOO_CHATSHAPE_TYPE" val="YOO_CHATSHAPE_CHILDTITLE"/>
  <p:tag name="TAG_CONTENT_GROUPINDEX" val="1"/>
  <p:tag name="TAG_CONTENT_GROUPCOUNT" val="3"/>
  <p:tag name="TAG_CONTENT_DIAGRAM_INDEX" val="ae406673db024db1bd5070647fad4028"/>
  <p:tag name="TAG_CONTENT_SUBINDEX" val="1"/>
  <p:tag name="KSO_WM_DIAGRAM_VIRTUALLY_FRAME" val="{&quot;height&quot;:268.2650645412817,&quot;left&quot;:0,&quot;top&quot;:214.73496062992126,&quot;width&quot;:755.6248818897637}"/>
</p:tagLst>
</file>

<file path=ppt/tags/tag121.xml><?xml version="1.0" encoding="utf-8"?>
<p:tagLst xmlns:p="http://schemas.openxmlformats.org/presentationml/2006/main">
  <p:tag name="YOO_CHATSHAPE_TYPE" val="YOO_CHATSHAPE_NUM"/>
  <p:tag name="TAG_CONTENT_GROUPINDEX" val="1"/>
  <p:tag name="TAG_CONTENT_GROUPCOUNT" val="3"/>
  <p:tag name="TAG_CONTENT_DIAGRAM_INDEX" val="ae406673db024db1bd5070647fad4028"/>
  <p:tag name="TAG_CONTENT_SUBINDEX" val="1"/>
  <p:tag name="KSO_WM_DIAGRAM_VIRTUALLY_FRAME" val="{&quot;height&quot;:268.2650645412817,&quot;left&quot;:0,&quot;top&quot;:214.73496062992126,&quot;width&quot;:755.6248818897637}"/>
</p:tagLst>
</file>

<file path=ppt/tags/tag122.xml><?xml version="1.0" encoding="utf-8"?>
<p:tagLst xmlns:p="http://schemas.openxmlformats.org/presentationml/2006/main">
  <p:tag name="YOO_CHATSHAPE_TYPE" val="YOO_CHATSHAPE_CHILDTITLE"/>
  <p:tag name="TAG_CONTENT_GROUPINDEX" val="2"/>
  <p:tag name="TAG_CONTENT_GROUPCOUNT" val="3"/>
  <p:tag name="TAG_CONTENT_DIAGRAM_INDEX" val="ae406673db024db1bd5070647fad4028"/>
  <p:tag name="TAG_CONTENT_SUBINDEX" val="2"/>
  <p:tag name="KSO_WM_DIAGRAM_VIRTUALLY_FRAME" val="{&quot;height&quot;:268.2650645412817,&quot;left&quot;:0,&quot;top&quot;:214.73496062992126,&quot;width&quot;:755.6248818897637}"/>
</p:tagLst>
</file>

<file path=ppt/tags/tag123.xml><?xml version="1.0" encoding="utf-8"?>
<p:tagLst xmlns:p="http://schemas.openxmlformats.org/presentationml/2006/main">
  <p:tag name="YOO_CHATSHAPE_TYPE" val="YOO_CHATSHAPE_NUM"/>
  <p:tag name="TAG_CONTENT_GROUPINDEX" val="2"/>
  <p:tag name="TAG_CONTENT_GROUPCOUNT" val="3"/>
  <p:tag name="TAG_CONTENT_DIAGRAM_INDEX" val="ae406673db024db1bd5070647fad4028"/>
  <p:tag name="TAG_CONTENT_SUBINDEX" val="2"/>
  <p:tag name="KSO_WM_DIAGRAM_VIRTUALLY_FRAME" val="{&quot;height&quot;:268.2650645412817,&quot;left&quot;:0,&quot;top&quot;:214.73496062992126,&quot;width&quot;:755.6248818897637}"/>
</p:tagLst>
</file>

<file path=ppt/tags/tag124.xml><?xml version="1.0" encoding="utf-8"?>
<p:tagLst xmlns:p="http://schemas.openxmlformats.org/presentationml/2006/main">
  <p:tag name="YOO_CHATSHAPE_TYPE" val="YOO_CHATSHAPE_ICON"/>
  <p:tag name="TAG_CONTENT_GROUPINDEX" val="3"/>
  <p:tag name="TAG_CONTENT_GROUPCOUNT" val="3"/>
  <p:tag name="TAG_CONTENT_DIAGRAM_INDEX" val="ae406673db024db1bd5070647fad4028"/>
  <p:tag name="TAG_CONTENT_SUBINDEX" val="3"/>
</p:tagLst>
</file>

<file path=ppt/tags/tag125.xml><?xml version="1.0" encoding="utf-8"?>
<p:tagLst xmlns:p="http://schemas.openxmlformats.org/presentationml/2006/main">
  <p:tag name="YOO_CHATSHAPE_TYPE" val="YOO_CHATSHAPE_ICON"/>
  <p:tag name="TAG_CONTENT_GROUPINDEX" val="1"/>
  <p:tag name="TAG_CONTENT_GROUPCOUNT" val="3"/>
  <p:tag name="TAG_CONTENT_DIAGRAM_INDEX" val="ae406673db024db1bd5070647fad4028"/>
  <p:tag name="TAG_CONTENT_SUBINDEX" val="1"/>
</p:tagLst>
</file>

<file path=ppt/tags/tag126.xml><?xml version="1.0" encoding="utf-8"?>
<p:tagLst xmlns:p="http://schemas.openxmlformats.org/presentationml/2006/main">
  <p:tag name="YOO_CHATSHAPE_TYPE" val="YOO_CHATSHAPE_CHILDTITLE"/>
  <p:tag name="TAG_CONTENT_GROUPINDEX" val="3"/>
  <p:tag name="TAG_CONTENT_GROUPCOUNT" val="3"/>
  <p:tag name="TAG_CONTENT_DIAGRAM_INDEX" val="ae406673db024db1bd5070647fad4028"/>
  <p:tag name="TAG_CONTENT_SUBINDEX" val="3"/>
  <p:tag name="KSO_WM_DIAGRAM_VIRTUALLY_FRAME" val="{&quot;height&quot;:268.2650645412817,&quot;left&quot;:0,&quot;top&quot;:214.73496062992126,&quot;width&quot;:755.6248818897637}"/>
</p:tagLst>
</file>

<file path=ppt/tags/tag127.xml><?xml version="1.0" encoding="utf-8"?>
<p:tagLst xmlns:p="http://schemas.openxmlformats.org/presentationml/2006/main">
  <p:tag name="YOO_CHATSHAPE_TYPE" val="YOO_CHATSHAPE_NUM"/>
  <p:tag name="TAG_CONTENT_GROUPINDEX" val="3"/>
  <p:tag name="TAG_CONTENT_GROUPCOUNT" val="3"/>
  <p:tag name="TAG_CONTENT_DIAGRAM_INDEX" val="ae406673db024db1bd5070647fad4028"/>
  <p:tag name="TAG_CONTENT_SUBINDEX" val="3"/>
  <p:tag name="KSO_WM_DIAGRAM_VIRTUALLY_FRAME" val="{&quot;height&quot;:268.2650645412817,&quot;left&quot;:0,&quot;top&quot;:214.73496062992126,&quot;width&quot;:755.6248818897637}"/>
</p:tagLst>
</file>

<file path=ppt/tags/tag128.xml><?xml version="1.0" encoding="utf-8"?>
<p:tagLst xmlns:p="http://schemas.openxmlformats.org/presentationml/2006/main">
  <p:tag name="YOO_CHATSHAPE_TYPE" val="YOO_CHATSHAPE_TITLE"/>
</p:tagLst>
</file>

<file path=ppt/tags/tag129.xml><?xml version="1.0" encoding="utf-8"?>
<p:tagLst xmlns:p="http://schemas.openxmlformats.org/presentationml/2006/main">
  <p:tag name="YOO_CHATSHAPE_TYPE" val="YOO_CHATSHAPE_CHILDCONTENT"/>
  <p:tag name="TAG_CONTENT_GROUPINDEX" val="1"/>
  <p:tag name="TAG_CONTENT_GROUPCOUNT" val="3"/>
  <p:tag name="TAG_CONTENT_DIAGRAM_INDEX" val="ae406673db024db1bd5070647fad4028"/>
  <p:tag name="TAG_CONTENT_SUBINDEX" val="1"/>
  <p:tag name="KSO_WM_DIAGRAM_VIRTUALLY_FRAME" val="{&quot;height&quot;:268.2650645412817,&quot;left&quot;:0,&quot;top&quot;:214.73496062992126,&quot;width&quot;:755.6248818897637}"/>
</p:tagLst>
</file>

<file path=ppt/tags/tag130.xml><?xml version="1.0" encoding="utf-8"?>
<p:tagLst xmlns:p="http://schemas.openxmlformats.org/presentationml/2006/main">
  <p:tag name="YOO_CHATSHAPE_TYPE" val="YOO_CHATSHAPE_CHILDCONTENT"/>
  <p:tag name="TAG_CONTENT_GROUPINDEX" val="2"/>
  <p:tag name="TAG_CONTENT_GROUPCOUNT" val="3"/>
  <p:tag name="TAG_CONTENT_DIAGRAM_INDEX" val="ae406673db024db1bd5070647fad4028"/>
  <p:tag name="TAG_CONTENT_SUBINDEX" val="2"/>
  <p:tag name="KSO_WM_DIAGRAM_VIRTUALLY_FRAME" val="{&quot;height&quot;:268.2650645412817,&quot;left&quot;:0,&quot;top&quot;:214.73496062992126,&quot;width&quot;:755.6248818897637}"/>
</p:tagLst>
</file>

<file path=ppt/tags/tag131.xml><?xml version="1.0" encoding="utf-8"?>
<p:tagLst xmlns:p="http://schemas.openxmlformats.org/presentationml/2006/main">
  <p:tag name="YOO_CHATSHAPE_TYPE" val="YOO_CHATSHAPE_CHILDCONTENT"/>
  <p:tag name="TAG_CONTENT_GROUPINDEX" val="3"/>
  <p:tag name="TAG_CONTENT_GROUPCOUNT" val="3"/>
  <p:tag name="TAG_CONTENT_DIAGRAM_INDEX" val="ae406673db024db1bd5070647fad4028"/>
  <p:tag name="TAG_CONTENT_SUBINDEX" val="3"/>
  <p:tag name="KSO_WM_DIAGRAM_VIRTUALLY_FRAME" val="{&quot;height&quot;:268.2650645412817,&quot;left&quot;:0,&quot;top&quot;:214.73496062992126,&quot;width&quot;:755.6248818897637}"/>
</p:tagLst>
</file>

<file path=ppt/tags/tag132.xml><?xml version="1.0" encoding="utf-8"?>
<p:tagLst xmlns:p="http://schemas.openxmlformats.org/presentationml/2006/main">
  <p:tag name="YOO_CHATPAGE_TYPE" val="TAG_CHATPAGE_MULTCONTENT"/>
</p:tagLst>
</file>

<file path=ppt/tags/tag133.xml><?xml version="1.0" encoding="utf-8"?>
<p:tagLst xmlns:p="http://schemas.openxmlformats.org/presentationml/2006/main">
  <p:tag name="YOO_CHATSHAPE_TYPE" val="YOO_CHATSHAPE_CHILDDECORATE"/>
  <p:tag name="TAG_CONTENT_GROUPINDEX" val="3"/>
  <p:tag name="TAG_CONTENT_GROUPCOUNT" val="3"/>
  <p:tag name="TAG_CONTENT_DIAGRAM_INDEX" val="4f2d27930ea643fe8fd556130593ea0e"/>
</p:tagLst>
</file>

<file path=ppt/tags/tag134.xml><?xml version="1.0" encoding="utf-8"?>
<p:tagLst xmlns:p="http://schemas.openxmlformats.org/presentationml/2006/main">
  <p:tag name="YOO_CHATSHAPE_TYPE" val="YOO_CHATSHAPE_DECORATION"/>
</p:tagLst>
</file>

<file path=ppt/tags/tag135.xml><?xml version="1.0" encoding="utf-8"?>
<p:tagLst xmlns:p="http://schemas.openxmlformats.org/presentationml/2006/main">
  <p:tag name="YOO_CHATSHAPE_TYPE" val="YOO_CHATSHAPE_DECORATION"/>
</p:tagLst>
</file>

<file path=ppt/tags/tag136.xml><?xml version="1.0" encoding="utf-8"?>
<p:tagLst xmlns:p="http://schemas.openxmlformats.org/presentationml/2006/main">
  <p:tag name="YOO_CHATSHAPE_TYPE" val="YOO_CHATSHAPE_DECORATION"/>
</p:tagLst>
</file>

<file path=ppt/tags/tag137.xml><?xml version="1.0" encoding="utf-8"?>
<p:tagLst xmlns:p="http://schemas.openxmlformats.org/presentationml/2006/main">
  <p:tag name="YOO_CHATSHAPE_TYPE" val="YOO_CHATSHAPE_DECORATION"/>
</p:tagLst>
</file>

<file path=ppt/tags/tag138.xml><?xml version="1.0" encoding="utf-8"?>
<p:tagLst xmlns:p="http://schemas.openxmlformats.org/presentationml/2006/main">
  <p:tag name="YOO_CHATSHAPE_TYPE" val="YOO_CHATSHAPE_DECORATION"/>
</p:tagLst>
</file>

<file path=ppt/tags/tag139.xml><?xml version="1.0" encoding="utf-8"?>
<p:tagLst xmlns:p="http://schemas.openxmlformats.org/presentationml/2006/main">
  <p:tag name="YOO_CHATSHAPE_TYPE" val="YOO_CHATSHAPE_DECORATION"/>
</p:tagLst>
</file>

<file path=ppt/tags/tag140.xml><?xml version="1.0" encoding="utf-8"?>
<p:tagLst xmlns:p="http://schemas.openxmlformats.org/presentationml/2006/main">
  <p:tag name="YOO_CHATSHAPE_TYPE" val="YOO_CHATSHAPE_CHART"/>
</p:tagLst>
</file>

<file path=ppt/tags/tag141.xml><?xml version="1.0" encoding="utf-8"?>
<p:tagLst xmlns:p="http://schemas.openxmlformats.org/presentationml/2006/main">
  <p:tag name="YOO_CHATSHAPE_TYPE" val="YOO_CHATSHAPE_CHILDCONTENT"/>
  <p:tag name="TAG_CONTENT_GROUPINDEX" val="3"/>
  <p:tag name="TAG_CONTENT_GROUPCOUNT" val="3"/>
  <p:tag name="TAG_CONTENT_DIAGRAM_INDEX" val="4f2d27930ea643fe8fd556130593ea0e"/>
</p:tagLst>
</file>

<file path=ppt/tags/tag142.xml><?xml version="1.0" encoding="utf-8"?>
<p:tagLst xmlns:p="http://schemas.openxmlformats.org/presentationml/2006/main">
  <p:tag name="YOO_CHATSHAPE_TYPE" val="YOO_CHATSHAPE_CHILDDECORATE"/>
  <p:tag name="TAG_CONTENT_GROUPINDEX" val="1"/>
  <p:tag name="TAG_CONTENT_GROUPCOUNT" val="3"/>
  <p:tag name="TAG_CONTENT_DIAGRAM_INDEX" val="4f2d27930ea643fe8fd556130593ea0e"/>
</p:tagLst>
</file>

<file path=ppt/tags/tag143.xml><?xml version="1.0" encoding="utf-8"?>
<p:tagLst xmlns:p="http://schemas.openxmlformats.org/presentationml/2006/main">
  <p:tag name="YOO_CHATSHAPE_TYPE" val="YOO_CHATSHAPE_CHILDTITLE"/>
  <p:tag name="TAG_CONTENT_GROUPINDEX" val="1"/>
  <p:tag name="TAG_CONTENT_GROUPCOUNT" val="3"/>
  <p:tag name="TAG_CONTENT_DIAGRAM_INDEX" val="4f2d27930ea643fe8fd556130593ea0e"/>
</p:tagLst>
</file>

<file path=ppt/tags/tag144.xml><?xml version="1.0" encoding="utf-8"?>
<p:tagLst xmlns:p="http://schemas.openxmlformats.org/presentationml/2006/main">
  <p:tag name="YOO_CHATSHAPE_TYPE" val="YOO_CHATSHAPE_CHILDCONTENT"/>
  <p:tag name="TAG_CONTENT_GROUPINDEX" val="1"/>
  <p:tag name="TAG_CONTENT_GROUPCOUNT" val="3"/>
  <p:tag name="TAG_CONTENT_DIAGRAM_INDEX" val="4f2d27930ea643fe8fd556130593ea0e"/>
</p:tagLst>
</file>

<file path=ppt/tags/tag145.xml><?xml version="1.0" encoding="utf-8"?>
<p:tagLst xmlns:p="http://schemas.openxmlformats.org/presentationml/2006/main">
  <p:tag name="YOO_CHATSHAPE_TYPE" val="YOO_CHATSHAPE_CHILDDECORATE"/>
  <p:tag name="TAG_CONTENT_GROUPINDEX" val="2"/>
  <p:tag name="TAG_CONTENT_GROUPCOUNT" val="3"/>
  <p:tag name="TAG_CONTENT_DIAGRAM_INDEX" val="4f2d27930ea643fe8fd556130593ea0e"/>
</p:tagLst>
</file>

<file path=ppt/tags/tag146.xml><?xml version="1.0" encoding="utf-8"?>
<p:tagLst xmlns:p="http://schemas.openxmlformats.org/presentationml/2006/main">
  <p:tag name="YOO_CHATSHAPE_TYPE" val="YOO_CHATSHAPE_CHILDTITLE"/>
  <p:tag name="TAG_CONTENT_GROUPINDEX" val="2"/>
  <p:tag name="TAG_CONTENT_GROUPCOUNT" val="3"/>
  <p:tag name="TAG_CONTENT_DIAGRAM_INDEX" val="4f2d27930ea643fe8fd556130593ea0e"/>
</p:tagLst>
</file>

<file path=ppt/tags/tag147.xml><?xml version="1.0" encoding="utf-8"?>
<p:tagLst xmlns:p="http://schemas.openxmlformats.org/presentationml/2006/main">
  <p:tag name="YOO_CHATSHAPE_TYPE" val="YOO_CHATSHAPE_CHILDCONTENT"/>
  <p:tag name="TAG_CONTENT_GROUPINDEX" val="2"/>
  <p:tag name="TAG_CONTENT_GROUPCOUNT" val="3"/>
  <p:tag name="TAG_CONTENT_DIAGRAM_INDEX" val="4f2d27930ea643fe8fd556130593ea0e"/>
</p:tagLst>
</file>

<file path=ppt/tags/tag148.xml><?xml version="1.0" encoding="utf-8"?>
<p:tagLst xmlns:p="http://schemas.openxmlformats.org/presentationml/2006/main">
  <p:tag name="YOO_CHATSHAPE_TYPE" val="YOO_CHATSHAPE_ICON"/>
  <p:tag name="TAG_CONTENT_GROUPINDEX" val="1"/>
  <p:tag name="TAG_CONTENT_GROUPCOUNT" val="3"/>
  <p:tag name="TAG_CONTENT_DIAGRAM_INDEX" val="4f2d27930ea643fe8fd556130593ea0e"/>
</p:tagLst>
</file>

<file path=ppt/tags/tag149.xml><?xml version="1.0" encoding="utf-8"?>
<p:tagLst xmlns:p="http://schemas.openxmlformats.org/presentationml/2006/main">
  <p:tag name="YOO_CHATSHAPE_TYPE" val="YOO_CHATSHAPE_ICON"/>
  <p:tag name="TAG_CONTENT_GROUPINDEX" val="2"/>
  <p:tag name="TAG_CONTENT_GROUPCOUNT" val="3"/>
  <p:tag name="TAG_CONTENT_DIAGRAM_INDEX" val="4f2d27930ea643fe8fd556130593ea0e"/>
</p:tagLst>
</file>

<file path=ppt/tags/tag150.xml><?xml version="1.0" encoding="utf-8"?>
<p:tagLst xmlns:p="http://schemas.openxmlformats.org/presentationml/2006/main">
  <p:tag name="YOO_CHATSHAPE_TYPE" val="YOO_CHATSHAPE_TITLE"/>
</p:tagLst>
</file>

<file path=ppt/tags/tag151.xml><?xml version="1.0" encoding="utf-8"?>
<p:tagLst xmlns:p="http://schemas.openxmlformats.org/presentationml/2006/main">
  <p:tag name="YOO_CHATSHAPE_TYPE" val="YOO_CHATSHAPE_ICON"/>
  <p:tag name="TAG_CONTENT_GROUPINDEX" val="3"/>
  <p:tag name="TAG_CONTENT_GROUPCOUNT" val="3"/>
  <p:tag name="TAG_CONTENT_DIAGRAM_INDEX" val="4f2d27930ea643fe8fd556130593ea0e"/>
</p:tagLst>
</file>

<file path=ppt/tags/tag152.xml><?xml version="1.0" encoding="utf-8"?>
<p:tagLst xmlns:p="http://schemas.openxmlformats.org/presentationml/2006/main">
  <p:tag name="YOO_CHATSHAPE_TYPE" val="YOO_CHATSHAPE_CHILDTITLE"/>
  <p:tag name="TAG_CONTENT_GROUPINDEX" val="3"/>
  <p:tag name="TAG_CONTENT_GROUPCOUNT" val="3"/>
  <p:tag name="TAG_CONTENT_DIAGRAM_INDEX" val="4f2d27930ea643fe8fd556130593ea0e"/>
</p:tagLst>
</file>

<file path=ppt/tags/tag153.xml><?xml version="1.0" encoding="utf-8"?>
<p:tagLst xmlns:p="http://schemas.openxmlformats.org/presentationml/2006/main">
  <p:tag name="YOO_CHATPAGE_TYPE" val="TAG_CHATPAGE_MULTCONTENT"/>
</p:tagLst>
</file>

<file path=ppt/tags/tag154.xml><?xml version="1.0" encoding="utf-8"?>
<p:tagLst xmlns:p="http://schemas.openxmlformats.org/presentationml/2006/main">
  <p:tag name="YOO_CHATSHAPE_TYPE" val="YOO_CHATSHAPE_DECORATION"/>
</p:tagLst>
</file>

<file path=ppt/tags/tag155.xml><?xml version="1.0" encoding="utf-8"?>
<p:tagLst xmlns:p="http://schemas.openxmlformats.org/presentationml/2006/main">
  <p:tag name="YOO_CHATSHAPE_TYPE" val="YOO_CHATSHAPE_DECORATION"/>
</p:tagLst>
</file>

<file path=ppt/tags/tag156.xml><?xml version="1.0" encoding="utf-8"?>
<p:tagLst xmlns:p="http://schemas.openxmlformats.org/presentationml/2006/main">
  <p:tag name="YOO_CHATSHAPE_TYPE" val="YOO_CHATSHAPE_DECORATION"/>
</p:tagLst>
</file>

<file path=ppt/tags/tag157.xml><?xml version="1.0" encoding="utf-8"?>
<p:tagLst xmlns:p="http://schemas.openxmlformats.org/presentationml/2006/main">
  <p:tag name="YOO_CHATSHAPE_TYPE" val="YOO_CHATSHAPE_IMAGE"/>
  <p:tag name="TAG_CONTENT_SUBINDEX" val="20"/>
</p:tagLst>
</file>

<file path=ppt/tags/tag158.xml><?xml version="1.0" encoding="utf-8"?>
<p:tagLst xmlns:p="http://schemas.openxmlformats.org/presentationml/2006/main">
  <p:tag name="YOO_CHATSHAPE_TYPE" val="YOO_CHATSHAPE_IMAGE"/>
  <p:tag name="TAG_CONTENT_SUBINDEX" val="4"/>
</p:tagLst>
</file>

<file path=ppt/tags/tag159.xml><?xml version="1.0" encoding="utf-8"?>
<p:tagLst xmlns:p="http://schemas.openxmlformats.org/presentationml/2006/main">
  <p:tag name="YOO_CHATSHAPE_TYPE" val="YOO_CHATSHAPE_IMAGE"/>
  <p:tag name="TAG_CONTENT_SUBINDEX" val="22"/>
</p:tagLst>
</file>

<file path=ppt/tags/tag160.xml><?xml version="1.0" encoding="utf-8"?>
<p:tagLst xmlns:p="http://schemas.openxmlformats.org/presentationml/2006/main">
  <p:tag name="YOO_CHATSHAPE_TYPE" val="YOO_CHATSHAPE_NUM"/>
</p:tagLst>
</file>

<file path=ppt/tags/tag161.xml><?xml version="1.0" encoding="utf-8"?>
<p:tagLst xmlns:p="http://schemas.openxmlformats.org/presentationml/2006/main">
  <p:tag name="YOO_CHATSHAPE_TYPE" val="YOO_CHATSHAPE_TITLE"/>
</p:tagLst>
</file>

<file path=ppt/tags/tag162.xml><?xml version="1.0" encoding="utf-8"?>
<p:tagLst xmlns:p="http://schemas.openxmlformats.org/presentationml/2006/main">
  <p:tag name="YOO_CHATSHAPE_TYPE" val="YOO_CHATSHAPE_SUBTITLE"/>
</p:tagLst>
</file>

<file path=ppt/tags/tag163.xml><?xml version="1.0" encoding="utf-8"?>
<p:tagLst xmlns:p="http://schemas.openxmlformats.org/presentationml/2006/main">
  <p:tag name="YOO_CHATSHAPE_TYPE" val="YOO_CHATSHAPE_DECORATION"/>
</p:tagLst>
</file>

<file path=ppt/tags/tag164.xml><?xml version="1.0" encoding="utf-8"?>
<p:tagLst xmlns:p="http://schemas.openxmlformats.org/presentationml/2006/main">
  <p:tag name="YOO_CHATSHAPE_TYPE" val="YOO_CHATSHAPE_DECORATION"/>
</p:tagLst>
</file>

<file path=ppt/tags/tag165.xml><?xml version="1.0" encoding="utf-8"?>
<p:tagLst xmlns:p="http://schemas.openxmlformats.org/presentationml/2006/main">
  <p:tag name="YOO_CHATSHAPE_TYPE" val="YOO_CHATSHAPE_DECORATION"/>
</p:tagLst>
</file>

<file path=ppt/tags/tag166.xml><?xml version="1.0" encoding="utf-8"?>
<p:tagLst xmlns:p="http://schemas.openxmlformats.org/presentationml/2006/main">
  <p:tag name="TAG_CHATPPT" val="ChatPPT"/>
  <p:tag name="YOO_CHATPAGE_TYPE" val="TAG_CHATPAGE_CHAPTER"/>
</p:tagLst>
</file>

<file path=ppt/tags/tag167.xml><?xml version="1.0" encoding="utf-8"?>
<p:tagLst xmlns:p="http://schemas.openxmlformats.org/presentationml/2006/main">
  <p:tag name="YOO_CHATSHAPE_TYPE" val="YOO_CHATSHAPE_CHILDDECORATE"/>
  <p:tag name="TAG_CONTENT_GROUPINDEX" val="1"/>
  <p:tag name="TAG_CONTENT_GROUPCOUNT" val="3"/>
  <p:tag name="TAG_CONTENT_DIAGRAM_INDEX" val="7f9fe2e2e80e43399d77cd5b5d937f2d"/>
  <p:tag name="TAG_CONTENT_SUBINDEX" val="1"/>
  <p:tag name="TAG_CHATSHAPE_LINK" val="sp:子标题1"/>
</p:tagLst>
</file>

<file path=ppt/tags/tag168.xml><?xml version="1.0" encoding="utf-8"?>
<p:tagLst xmlns:p="http://schemas.openxmlformats.org/presentationml/2006/main">
  <p:tag name="YOO_CHATSHAPE_TYPE" val="YOO_CHATSHAPE_CHILDCONTENT"/>
  <p:tag name="TAG_CONTENT_GROUPINDEX" val="1"/>
  <p:tag name="TAG_CONTENT_GROUPCOUNT" val="3"/>
  <p:tag name="TAG_CONTENT_DIAGRAM_INDEX" val="7f9fe2e2e80e43399d77cd5b5d937f2d"/>
  <p:tag name="TAG_CONTENT_SUBINDEX" val="1"/>
</p:tagLst>
</file>

<file path=ppt/tags/tag169.xml><?xml version="1.0" encoding="utf-8"?>
<p:tagLst xmlns:p="http://schemas.openxmlformats.org/presentationml/2006/main">
  <p:tag name="YOO_CHATSHAPE_TYPE" val="YOO_CHATSHAPE_CHILDTITLE"/>
  <p:tag name="TAG_CONTENT_GROUPINDEX" val="1"/>
  <p:tag name="TAG_CONTENT_GROUPCOUNT" val="3"/>
  <p:tag name="TAG_CONTENT_DIAGRAM_INDEX" val="7f9fe2e2e80e43399d77cd5b5d937f2d"/>
  <p:tag name="TAG_CONTENT_SUBINDEX" val="1"/>
</p:tagLst>
</file>

<file path=ppt/tags/tag170.xml><?xml version="1.0" encoding="utf-8"?>
<p:tagLst xmlns:p="http://schemas.openxmlformats.org/presentationml/2006/main">
  <p:tag name="YOO_CHATSHAPE_TYPE" val="YOO_CHATSHAPE_CHILDDECORATE"/>
  <p:tag name="TAG_CONTENT_GROUPINDEX" val="2"/>
  <p:tag name="TAG_CONTENT_GROUPCOUNT" val="3"/>
  <p:tag name="TAG_CONTENT_DIAGRAM_INDEX" val="7f9fe2e2e80e43399d77cd5b5d937f2d"/>
  <p:tag name="TAG_CONTENT_SUBINDEX" val="2"/>
  <p:tag name="TAG_CHATSHAPE_LINK" val="sp:子标题2"/>
</p:tagLst>
</file>

<file path=ppt/tags/tag171.xml><?xml version="1.0" encoding="utf-8"?>
<p:tagLst xmlns:p="http://schemas.openxmlformats.org/presentationml/2006/main">
  <p:tag name="YOO_CHATSHAPE_TYPE" val="YOO_CHATSHAPE_CHILDDECORATE"/>
  <p:tag name="TAG_CONTENT_GROUPINDEX" val="2"/>
  <p:tag name="TAG_CONTENT_GROUPCOUNT" val="3"/>
  <p:tag name="TAG_CONTENT_DIAGRAM_INDEX" val="7f9fe2e2e80e43399d77cd5b5d937f2d"/>
  <p:tag name="TAG_CONTENT_SUBINDEX" val="2"/>
  <p:tag name="TAG_CHATSHAPE_LINK" val="sp:子标题2"/>
</p:tagLst>
</file>

<file path=ppt/tags/tag172.xml><?xml version="1.0" encoding="utf-8"?>
<p:tagLst xmlns:p="http://schemas.openxmlformats.org/presentationml/2006/main">
  <p:tag name="YOO_CHATSHAPE_TYPE" val="YOO_CHATSHAPE_CHILDCONTENT"/>
  <p:tag name="TAG_CONTENT_GROUPINDEX" val="2"/>
  <p:tag name="TAG_CONTENT_GROUPCOUNT" val="3"/>
  <p:tag name="TAG_CONTENT_DIAGRAM_INDEX" val="7f9fe2e2e80e43399d77cd5b5d937f2d"/>
  <p:tag name="TAG_CONTENT_SUBINDEX" val="2"/>
</p:tagLst>
</file>

<file path=ppt/tags/tag173.xml><?xml version="1.0" encoding="utf-8"?>
<p:tagLst xmlns:p="http://schemas.openxmlformats.org/presentationml/2006/main">
  <p:tag name="YOO_CHATSHAPE_TYPE" val="YOO_CHATSHAPE_CHILDTITLE"/>
  <p:tag name="TAG_CONTENT_GROUPINDEX" val="2"/>
  <p:tag name="TAG_CONTENT_GROUPCOUNT" val="3"/>
  <p:tag name="TAG_CONTENT_DIAGRAM_INDEX" val="7f9fe2e2e80e43399d77cd5b5d937f2d"/>
  <p:tag name="TAG_CONTENT_SUBINDEX" val="2"/>
</p:tagLst>
</file>

<file path=ppt/tags/tag174.xml><?xml version="1.0" encoding="utf-8"?>
<p:tagLst xmlns:p="http://schemas.openxmlformats.org/presentationml/2006/main">
  <p:tag name="YOO_CHATSHAPE_TYPE" val="YOO_CHATSHAPE_CHILDDECORATE"/>
  <p:tag name="TAG_CONTENT_GROUPINDEX" val="3"/>
  <p:tag name="TAG_CONTENT_GROUPCOUNT" val="3"/>
  <p:tag name="TAG_CONTENT_DIAGRAM_INDEX" val="7f9fe2e2e80e43399d77cd5b5d937f2d"/>
  <p:tag name="TAG_CONTENT_SUBINDEX" val="3"/>
  <p:tag name="TAG_CHATSHAPE_LINK" val="sp:子标题3"/>
</p:tagLst>
</file>

<file path=ppt/tags/tag175.xml><?xml version="1.0" encoding="utf-8"?>
<p:tagLst xmlns:p="http://schemas.openxmlformats.org/presentationml/2006/main">
  <p:tag name="YOO_CHATSHAPE_TYPE" val="YOO_CHATSHAPE_CHILDDECORATE"/>
  <p:tag name="TAG_CONTENT_GROUPINDEX" val="3"/>
  <p:tag name="TAG_CONTENT_GROUPCOUNT" val="3"/>
  <p:tag name="TAG_CONTENT_DIAGRAM_INDEX" val="7f9fe2e2e80e43399d77cd5b5d937f2d"/>
  <p:tag name="TAG_CONTENT_SUBINDEX" val="3"/>
  <p:tag name="TAG_CHATSHAPE_LINK" val="sp:子标题3"/>
</p:tagLst>
</file>

<file path=ppt/tags/tag176.xml><?xml version="1.0" encoding="utf-8"?>
<p:tagLst xmlns:p="http://schemas.openxmlformats.org/presentationml/2006/main">
  <p:tag name="YOO_CHATSHAPE_TYPE" val="YOO_CHATSHAPE_CHILDCONTENT"/>
  <p:tag name="TAG_CONTENT_GROUPINDEX" val="3"/>
  <p:tag name="TAG_CONTENT_GROUPCOUNT" val="3"/>
  <p:tag name="TAG_CONTENT_DIAGRAM_INDEX" val="7f9fe2e2e80e43399d77cd5b5d937f2d"/>
  <p:tag name="TAG_CONTENT_SUBINDEX" val="3"/>
</p:tagLst>
</file>

<file path=ppt/tags/tag177.xml><?xml version="1.0" encoding="utf-8"?>
<p:tagLst xmlns:p="http://schemas.openxmlformats.org/presentationml/2006/main">
  <p:tag name="YOO_CHATSHAPE_TYPE" val="YOO_CHATSHAPE_CHILDTITLE"/>
  <p:tag name="TAG_CONTENT_GROUPINDEX" val="3"/>
  <p:tag name="TAG_CONTENT_GROUPCOUNT" val="3"/>
  <p:tag name="TAG_CONTENT_DIAGRAM_INDEX" val="7f9fe2e2e80e43399d77cd5b5d937f2d"/>
  <p:tag name="TAG_CONTENT_SUBINDEX" val="3"/>
</p:tagLst>
</file>

<file path=ppt/tags/tag178.xml><?xml version="1.0" encoding="utf-8"?>
<p:tagLst xmlns:p="http://schemas.openxmlformats.org/presentationml/2006/main">
  <p:tag name="YOO_CHATSHAPE_TYPE" val="YOO_CHATSHAPE_CHILDDECORATE"/>
  <p:tag name="TAG_CONTENT_GROUPINDEX" val="1"/>
  <p:tag name="TAG_CONTENT_GROUPCOUNT" val="3"/>
  <p:tag name="TAG_CONTENT_DIAGRAM_INDEX" val="7f9fe2e2e80e43399d77cd5b5d937f2d"/>
  <p:tag name="TAG_CONTENT_SUBINDEX" val="1"/>
  <p:tag name="TAG_CHATSHAPE_LINK" val="sp:子标题1"/>
</p:tagLst>
</file>

<file path=ppt/tags/tag179.xml><?xml version="1.0" encoding="utf-8"?>
<p:tagLst xmlns:p="http://schemas.openxmlformats.org/presentationml/2006/main">
  <p:tag name="YOO_CHATSHAPE_TYPE" val="YOO_CHATSHAPE_TITLE"/>
</p:tagLst>
</file>

<file path=ppt/tags/tag180.xml><?xml version="1.0" encoding="utf-8"?>
<p:tagLst xmlns:p="http://schemas.openxmlformats.org/presentationml/2006/main">
  <p:tag name="YOO_CHATSHAPE_TYPE" val="YOO_CHATSHAPE_IMAGE"/>
  <p:tag name="TAG_CONTENT_SUBINDEX" val="1"/>
</p:tagLst>
</file>

<file path=ppt/tags/tag181.xml><?xml version="1.0" encoding="utf-8"?>
<p:tagLst xmlns:p="http://schemas.openxmlformats.org/presentationml/2006/main">
  <p:tag name="YOO_CHATSHAPE_TYPE" val="YOO_CHATSHAPE_IMAGE"/>
  <p:tag name="TAG_CONTENT_SUBINDEX" val="2"/>
</p:tagLst>
</file>

<file path=ppt/tags/tag182.xml><?xml version="1.0" encoding="utf-8"?>
<p:tagLst xmlns:p="http://schemas.openxmlformats.org/presentationml/2006/main">
  <p:tag name="YOO_CHATSHAPE_TYPE" val="YOO_CHATSHAPE_IMAGE"/>
  <p:tag name="TAG_CONTENT_SUBINDEX" val="3"/>
</p:tagLst>
</file>

<file path=ppt/tags/tag183.xml><?xml version="1.0" encoding="utf-8"?>
<p:tagLst xmlns:p="http://schemas.openxmlformats.org/presentationml/2006/main">
  <p:tag name="YOO_CHATPAGE_TYPE" val="TAG_CHATPAGE_MULTCONTENT"/>
</p:tagLst>
</file>

<file path=ppt/tags/tag184.xml><?xml version="1.0" encoding="utf-8"?>
<p:tagLst xmlns:p="http://schemas.openxmlformats.org/presentationml/2006/main">
  <p:tag name="YOO_CHATSHAPE_TYPE" val="YOO_CHATSHAPE_IMAGE"/>
  <p:tag name="TAG_CONTENT_SUBINDEX" val="1"/>
</p:tagLst>
</file>

<file path=ppt/tags/tag185.xml><?xml version="1.0" encoding="utf-8"?>
<p:tagLst xmlns:p="http://schemas.openxmlformats.org/presentationml/2006/main">
  <p:tag name="YOO_CHATSHAPE_TYPE" val="YOO_CHATSHAPE_IMAGE"/>
  <p:tag name="TAG_CONTENT_SUBINDEX" val="2"/>
</p:tagLst>
</file>

<file path=ppt/tags/tag186.xml><?xml version="1.0" encoding="utf-8"?>
<p:tagLst xmlns:p="http://schemas.openxmlformats.org/presentationml/2006/main">
  <p:tag name="YOO_CHATSHAPE_TYPE" val="YOO_CHATSHAPE_TITLE"/>
</p:tagLst>
</file>

<file path=ppt/tags/tag187.xml><?xml version="1.0" encoding="utf-8"?>
<p:tagLst xmlns:p="http://schemas.openxmlformats.org/presentationml/2006/main">
  <p:tag name="YOO_CHATSHAPE_TYPE" val="YOO_CHATSHAPE_CONTENT"/>
</p:tagLst>
</file>

<file path=ppt/tags/tag188.xml><?xml version="1.0" encoding="utf-8"?>
<p:tagLst xmlns:p="http://schemas.openxmlformats.org/presentationml/2006/main">
  <p:tag name="YOO_CHATPAGE_TYPE" val="TAG_CHATPAGE_CONTENT"/>
</p:tagLst>
</file>

<file path=ppt/tags/tag189.xml><?xml version="1.0" encoding="utf-8"?>
<p:tagLst xmlns:p="http://schemas.openxmlformats.org/presentationml/2006/main">
  <p:tag name="YOO_CHATSHAPE_TYPE" val="YOO_CHATSHAPE_DECORATION"/>
</p:tagLst>
</file>

<file path=ppt/tags/tag190.xml><?xml version="1.0" encoding="utf-8"?>
<p:tagLst xmlns:p="http://schemas.openxmlformats.org/presentationml/2006/main">
  <p:tag name="YOO_CHATSHAPE_TYPE" val="YOO_CHATSHAPE_DECORATION"/>
</p:tagLst>
</file>

<file path=ppt/tags/tag191.xml><?xml version="1.0" encoding="utf-8"?>
<p:tagLst xmlns:p="http://schemas.openxmlformats.org/presentationml/2006/main">
  <p:tag name="YOO_CHATSHAPE_TYPE" val="YOO_CHATSHAPE_DECORATION"/>
</p:tagLst>
</file>

<file path=ppt/tags/tag192.xml><?xml version="1.0" encoding="utf-8"?>
<p:tagLst xmlns:p="http://schemas.openxmlformats.org/presentationml/2006/main">
  <p:tag name="YOO_CHATSHAPE_TYPE" val="YOO_CHATSHAPE_IMAGE"/>
  <p:tag name="TAG_CONTENT_SUBINDEX" val="20"/>
</p:tagLst>
</file>

<file path=ppt/tags/tag193.xml><?xml version="1.0" encoding="utf-8"?>
<p:tagLst xmlns:p="http://schemas.openxmlformats.org/presentationml/2006/main">
  <p:tag name="YOO_CHATSHAPE_TYPE" val="YOO_CHATSHAPE_IMAGE"/>
  <p:tag name="TAG_CONTENT_SUBINDEX" val="4"/>
</p:tagLst>
</file>

<file path=ppt/tags/tag194.xml><?xml version="1.0" encoding="utf-8"?>
<p:tagLst xmlns:p="http://schemas.openxmlformats.org/presentationml/2006/main">
  <p:tag name="YOO_CHATSHAPE_TYPE" val="YOO_CHATSHAPE_IMAGE"/>
  <p:tag name="TAG_CONTENT_SUBINDEX" val="22"/>
</p:tagLst>
</file>

<file path=ppt/tags/tag195.xml><?xml version="1.0" encoding="utf-8"?>
<p:tagLst xmlns:p="http://schemas.openxmlformats.org/presentationml/2006/main">
  <p:tag name="YOO_CHATSHAPE_TYPE" val="YOO_CHATSHAPE_NUM"/>
</p:tagLst>
</file>

<file path=ppt/tags/tag196.xml><?xml version="1.0" encoding="utf-8"?>
<p:tagLst xmlns:p="http://schemas.openxmlformats.org/presentationml/2006/main">
  <p:tag name="YOO_CHATSHAPE_TYPE" val="YOO_CHATSHAPE_TITLE"/>
</p:tagLst>
</file>

<file path=ppt/tags/tag197.xml><?xml version="1.0" encoding="utf-8"?>
<p:tagLst xmlns:p="http://schemas.openxmlformats.org/presentationml/2006/main">
  <p:tag name="YOO_CHATSHAPE_TYPE" val="YOO_CHATSHAPE_SUBTITLE"/>
</p:tagLst>
</file>

<file path=ppt/tags/tag198.xml><?xml version="1.0" encoding="utf-8"?>
<p:tagLst xmlns:p="http://schemas.openxmlformats.org/presentationml/2006/main">
  <p:tag name="YOO_CHATSHAPE_TYPE" val="YOO_CHATSHAPE_DECORATION"/>
</p:tagLst>
</file>

<file path=ppt/tags/tag199.xml><?xml version="1.0" encoding="utf-8"?>
<p:tagLst xmlns:p="http://schemas.openxmlformats.org/presentationml/2006/main">
  <p:tag name="YOO_CHATSHAPE_TYPE" val="YOO_CHATSHAPE_DECORATION"/>
</p:tagLst>
</file>

<file path=ppt/tags/tag200.xml><?xml version="1.0" encoding="utf-8"?>
<p:tagLst xmlns:p="http://schemas.openxmlformats.org/presentationml/2006/main">
  <p:tag name="YOO_CHATSHAPE_TYPE" val="YOO_CHATSHAPE_DECORATION"/>
</p:tagLst>
</file>

<file path=ppt/tags/tag201.xml><?xml version="1.0" encoding="utf-8"?>
<p:tagLst xmlns:p="http://schemas.openxmlformats.org/presentationml/2006/main">
  <p:tag name="TAG_CHATPPT" val="ChatPPT"/>
  <p:tag name="YOO_CHATPAGE_TYPE" val="TAG_CHATPAGE_CHAPTER"/>
</p:tagLst>
</file>

<file path=ppt/tags/tag202.xml><?xml version="1.0" encoding="utf-8"?>
<p:tagLst xmlns:p="http://schemas.openxmlformats.org/presentationml/2006/main">
  <p:tag name="YOO_CHATSHAPE_TYPE" val="YOO_CHATSHAPE_DECORATION"/>
</p:tagLst>
</file>

<file path=ppt/tags/tag203.xml><?xml version="1.0" encoding="utf-8"?>
<p:tagLst xmlns:p="http://schemas.openxmlformats.org/presentationml/2006/main">
  <p:tag name="YOO_CHATSHAPE_TYPE" val="YOO_CHATSHAPE_IMAGE"/>
</p:tagLst>
</file>

<file path=ppt/tags/tag204.xml><?xml version="1.0" encoding="utf-8"?>
<p:tagLst xmlns:p="http://schemas.openxmlformats.org/presentationml/2006/main">
  <p:tag name="YOO_CHATSHAPE_TYPE" val="YOO_CHATSHAPE_CHILDDECORATE"/>
  <p:tag name="TAG_CONTENT_GROUPINDEX" val="1"/>
  <p:tag name="TAG_CONTENT_GROUPCOUNT" val="3"/>
  <p:tag name="TAG_CONTENT_DIAGRAM_INDEX" val="ce9e8c356d78457cb5b1a2e23feb3d4f"/>
  <p:tag name="TAG_CONTENT_SUBINDEX" val="1"/>
  <p:tag name="TAG_CHATSHAPE_LINK" val="sp:子标题1"/>
  <p:tag name="KSO_WM_DIAGRAM_VIRTUALLY_FRAME" val="{&quot;height&quot;:379.9787401574803,&quot;left&quot;:50,&quot;top&quot;:96.01062992125983,&quot;width&quot;:446.00023622047246}"/>
</p:tagLst>
</file>

<file path=ppt/tags/tag205.xml><?xml version="1.0" encoding="utf-8"?>
<p:tagLst xmlns:p="http://schemas.openxmlformats.org/presentationml/2006/main">
  <p:tag name="YOO_CHATSHAPE_TYPE" val="YOO_CHATSHAPE_NUM"/>
  <p:tag name="TAG_CONTENT_GROUPINDEX" val="1"/>
  <p:tag name="TAG_CONTENT_GROUPCOUNT" val="3"/>
  <p:tag name="TAG_CONTENT_DIAGRAM_INDEX" val="ce9e8c356d78457cb5b1a2e23feb3d4f"/>
  <p:tag name="TAG_CONTENT_SUBINDEX" val="1"/>
  <p:tag name="KSO_WM_DIAGRAM_VIRTUALLY_FRAME" val="{&quot;height&quot;:379.9787401574803,&quot;left&quot;:50,&quot;top&quot;:96.01062992125983,&quot;width&quot;:446.00023622047246}"/>
</p:tagLst>
</file>

<file path=ppt/tags/tag206.xml><?xml version="1.0" encoding="utf-8"?>
<p:tagLst xmlns:p="http://schemas.openxmlformats.org/presentationml/2006/main">
  <p:tag name="YOO_CHATSHAPE_TYPE" val="YOO_CHATSHAPE_CHILDDECORATE"/>
  <p:tag name="TAG_CONTENT_GROUPINDEX" val="1"/>
  <p:tag name="TAG_CONTENT_GROUPCOUNT" val="3"/>
  <p:tag name="TAG_CONTENT_DIAGRAM_INDEX" val="ce9e8c356d78457cb5b1a2e23feb3d4f"/>
  <p:tag name="TAG_CONTENT_SUBINDEX" val="1"/>
  <p:tag name="TAG_CHATSHAPE_LINK" val="sp:子标题1"/>
  <p:tag name="KSO_WM_DIAGRAM_VIRTUALLY_FRAME" val="{&quot;height&quot;:379.9787401574803,&quot;left&quot;:50,&quot;top&quot;:96.01062992125983,&quot;width&quot;:446.00023622047246}"/>
</p:tagLst>
</file>

<file path=ppt/tags/tag207.xml><?xml version="1.0" encoding="utf-8"?>
<p:tagLst xmlns:p="http://schemas.openxmlformats.org/presentationml/2006/main">
  <p:tag name="YOO_CHATSHAPE_TYPE" val="YOO_CHATSHAPE_CHILDCONTENT"/>
  <p:tag name="TAG_CONTENT_GROUPINDEX" val="1"/>
  <p:tag name="TAG_CONTENT_GROUPCOUNT" val="3"/>
  <p:tag name="TAG_CONTENT_DIAGRAM_INDEX" val="ce9e8c356d78457cb5b1a2e23feb3d4f"/>
  <p:tag name="TAG_CONTENT_SUBINDEX" val="1"/>
  <p:tag name="KSO_WM_DIAGRAM_VIRTUALLY_FRAME" val="{&quot;height&quot;:379.9787401574803,&quot;left&quot;:50,&quot;top&quot;:96.01062992125983,&quot;width&quot;:446.00023622047246}"/>
</p:tagLst>
</file>

<file path=ppt/tags/tag208.xml><?xml version="1.0" encoding="utf-8"?>
<p:tagLst xmlns:p="http://schemas.openxmlformats.org/presentationml/2006/main">
  <p:tag name="YOO_CHATSHAPE_TYPE" val="YOO_CHATSHAPE_CHILDTITLE"/>
  <p:tag name="TAG_CONTENT_GROUPINDEX" val="1"/>
  <p:tag name="TAG_CONTENT_GROUPCOUNT" val="3"/>
  <p:tag name="TAG_CONTENT_DIAGRAM_INDEX" val="ce9e8c356d78457cb5b1a2e23feb3d4f"/>
  <p:tag name="TAG_CONTENT_SUBINDEX" val="1"/>
  <p:tag name="KSO_WM_DIAGRAM_VIRTUALLY_FRAME" val="{&quot;height&quot;:379.9787401574803,&quot;left&quot;:50,&quot;top&quot;:96.01062992125983,&quot;width&quot;:446.00023622047246}"/>
</p:tagLst>
</file>

<file path=ppt/tags/tag209.xml><?xml version="1.0" encoding="utf-8"?>
<p:tagLst xmlns:p="http://schemas.openxmlformats.org/presentationml/2006/main">
  <p:tag name="YOO_CHATSHAPE_TYPE" val="YOO_CHATSHAPE_CHILDDECORATE"/>
  <p:tag name="TAG_CONTENT_GROUPINDEX" val="2"/>
  <p:tag name="TAG_CONTENT_GROUPCOUNT" val="3"/>
  <p:tag name="TAG_CONTENT_DIAGRAM_INDEX" val="ce9e8c356d78457cb5b1a2e23feb3d4f"/>
  <p:tag name="TAG_CONTENT_SUBINDEX" val="2"/>
  <p:tag name="TAG_CHATSHAPE_LINK" val="sp:子标题2"/>
  <p:tag name="KSO_WM_DIAGRAM_VIRTUALLY_FRAME" val="{&quot;height&quot;:379.9787401574803,&quot;left&quot;:50,&quot;top&quot;:96.01062992125983,&quot;width&quot;:446.00023622047246}"/>
</p:tagLst>
</file>

<file path=ppt/tags/tag210.xml><?xml version="1.0" encoding="utf-8"?>
<p:tagLst xmlns:p="http://schemas.openxmlformats.org/presentationml/2006/main">
  <p:tag name="YOO_CHATSHAPE_TYPE" val="YOO_CHATSHAPE_NUM"/>
  <p:tag name="TAG_CONTENT_GROUPINDEX" val="2"/>
  <p:tag name="TAG_CONTENT_GROUPCOUNT" val="3"/>
  <p:tag name="TAG_CONTENT_DIAGRAM_INDEX" val="ce9e8c356d78457cb5b1a2e23feb3d4f"/>
  <p:tag name="TAG_CONTENT_SUBINDEX" val="2"/>
  <p:tag name="KSO_WM_DIAGRAM_VIRTUALLY_FRAME" val="{&quot;height&quot;:379.9787401574803,&quot;left&quot;:50,&quot;top&quot;:96.01062992125983,&quot;width&quot;:446.00023622047246}"/>
</p:tagLst>
</file>

<file path=ppt/tags/tag211.xml><?xml version="1.0" encoding="utf-8"?>
<p:tagLst xmlns:p="http://schemas.openxmlformats.org/presentationml/2006/main">
  <p:tag name="YOO_CHATSHAPE_TYPE" val="YOO_CHATSHAPE_CHILDDECORATE"/>
  <p:tag name="TAG_CONTENT_GROUPINDEX" val="2"/>
  <p:tag name="TAG_CONTENT_GROUPCOUNT" val="3"/>
  <p:tag name="TAG_CONTENT_DIAGRAM_INDEX" val="ce9e8c356d78457cb5b1a2e23feb3d4f"/>
  <p:tag name="TAG_CONTENT_SUBINDEX" val="2"/>
  <p:tag name="TAG_CHATSHAPE_LINK" val="sp:子标题2"/>
  <p:tag name="KSO_WM_DIAGRAM_VIRTUALLY_FRAME" val="{&quot;height&quot;:379.9787401574803,&quot;left&quot;:50,&quot;top&quot;:96.01062992125983,&quot;width&quot;:446.00023622047246}"/>
</p:tagLst>
</file>

<file path=ppt/tags/tag212.xml><?xml version="1.0" encoding="utf-8"?>
<p:tagLst xmlns:p="http://schemas.openxmlformats.org/presentationml/2006/main">
  <p:tag name="YOO_CHATSHAPE_TYPE" val="YOO_CHATSHAPE_CHILDCONTENT"/>
  <p:tag name="TAG_CONTENT_GROUPINDEX" val="2"/>
  <p:tag name="TAG_CONTENT_GROUPCOUNT" val="3"/>
  <p:tag name="TAG_CONTENT_DIAGRAM_INDEX" val="ce9e8c356d78457cb5b1a2e23feb3d4f"/>
  <p:tag name="TAG_CONTENT_SUBINDEX" val="2"/>
  <p:tag name="KSO_WM_DIAGRAM_VIRTUALLY_FRAME" val="{&quot;height&quot;:379.9787401574803,&quot;left&quot;:50,&quot;top&quot;:96.01062992125983,&quot;width&quot;:446.00023622047246}"/>
</p:tagLst>
</file>

<file path=ppt/tags/tag213.xml><?xml version="1.0" encoding="utf-8"?>
<p:tagLst xmlns:p="http://schemas.openxmlformats.org/presentationml/2006/main">
  <p:tag name="YOO_CHATSHAPE_TYPE" val="YOO_CHATSHAPE_CHILDTITLE"/>
  <p:tag name="TAG_CONTENT_GROUPINDEX" val="2"/>
  <p:tag name="TAG_CONTENT_GROUPCOUNT" val="3"/>
  <p:tag name="TAG_CONTENT_DIAGRAM_INDEX" val="ce9e8c356d78457cb5b1a2e23feb3d4f"/>
  <p:tag name="TAG_CONTENT_SUBINDEX" val="2"/>
  <p:tag name="KSO_WM_DIAGRAM_VIRTUALLY_FRAME" val="{&quot;height&quot;:379.9787401574803,&quot;left&quot;:50,&quot;top&quot;:96.01062992125983,&quot;width&quot;:446.00023622047246}"/>
</p:tagLst>
</file>

<file path=ppt/tags/tag214.xml><?xml version="1.0" encoding="utf-8"?>
<p:tagLst xmlns:p="http://schemas.openxmlformats.org/presentationml/2006/main">
  <p:tag name="YOO_CHATSHAPE_TYPE" val="YOO_CHATSHAPE_CHILDDECORATE"/>
  <p:tag name="TAG_CONTENT_GROUPINDEX" val="3"/>
  <p:tag name="TAG_CONTENT_GROUPCOUNT" val="3"/>
  <p:tag name="TAG_CONTENT_DIAGRAM_INDEX" val="ce9e8c356d78457cb5b1a2e23feb3d4f"/>
  <p:tag name="TAG_CONTENT_SUBINDEX" val="3"/>
  <p:tag name="TAG_CHATSHAPE_LINK" val="sp:子标题3"/>
  <p:tag name="KSO_WM_DIAGRAM_VIRTUALLY_FRAME" val="{&quot;height&quot;:379.9787401574803,&quot;left&quot;:50,&quot;top&quot;:96.01062992125983,&quot;width&quot;:446.00023622047246}"/>
</p:tagLst>
</file>

<file path=ppt/tags/tag215.xml><?xml version="1.0" encoding="utf-8"?>
<p:tagLst xmlns:p="http://schemas.openxmlformats.org/presentationml/2006/main">
  <p:tag name="YOO_CHATSHAPE_TYPE" val="YOO_CHATSHAPE_NUM"/>
  <p:tag name="TAG_CONTENT_GROUPINDEX" val="3"/>
  <p:tag name="TAG_CONTENT_GROUPCOUNT" val="3"/>
  <p:tag name="TAG_CONTENT_DIAGRAM_INDEX" val="ce9e8c356d78457cb5b1a2e23feb3d4f"/>
  <p:tag name="TAG_CONTENT_SUBINDEX" val="3"/>
  <p:tag name="KSO_WM_DIAGRAM_VIRTUALLY_FRAME" val="{&quot;height&quot;:379.9787401574803,&quot;left&quot;:50,&quot;top&quot;:96.01062992125983,&quot;width&quot;:446.00023622047246}"/>
</p:tagLst>
</file>

<file path=ppt/tags/tag216.xml><?xml version="1.0" encoding="utf-8"?>
<p:tagLst xmlns:p="http://schemas.openxmlformats.org/presentationml/2006/main">
  <p:tag name="YOO_CHATSHAPE_TYPE" val="YOO_CHATSHAPE_CHILDDECORATE"/>
  <p:tag name="TAG_CONTENT_GROUPINDEX" val="3"/>
  <p:tag name="TAG_CONTENT_GROUPCOUNT" val="3"/>
  <p:tag name="TAG_CONTENT_DIAGRAM_INDEX" val="ce9e8c356d78457cb5b1a2e23feb3d4f"/>
  <p:tag name="TAG_CONTENT_SUBINDEX" val="3"/>
  <p:tag name="TAG_CHATSHAPE_LINK" val="sp:子标题3"/>
  <p:tag name="KSO_WM_DIAGRAM_VIRTUALLY_FRAME" val="{&quot;height&quot;:379.9787401574803,&quot;left&quot;:50,&quot;top&quot;:96.01062992125983,&quot;width&quot;:446.00023622047246}"/>
</p:tagLst>
</file>

<file path=ppt/tags/tag217.xml><?xml version="1.0" encoding="utf-8"?>
<p:tagLst xmlns:p="http://schemas.openxmlformats.org/presentationml/2006/main">
  <p:tag name="YOO_CHATSHAPE_TYPE" val="YOO_CHATSHAPE_CHILDCONTENT"/>
  <p:tag name="TAG_CONTENT_GROUPINDEX" val="3"/>
  <p:tag name="TAG_CONTENT_GROUPCOUNT" val="3"/>
  <p:tag name="TAG_CONTENT_DIAGRAM_INDEX" val="ce9e8c356d78457cb5b1a2e23feb3d4f"/>
  <p:tag name="TAG_CONTENT_SUBINDEX" val="3"/>
  <p:tag name="KSO_WM_DIAGRAM_VIRTUALLY_FRAME" val="{&quot;height&quot;:379.9787401574803,&quot;left&quot;:50,&quot;top&quot;:96.01062992125983,&quot;width&quot;:446.00023622047246}"/>
</p:tagLst>
</file>

<file path=ppt/tags/tag218.xml><?xml version="1.0" encoding="utf-8"?>
<p:tagLst xmlns:p="http://schemas.openxmlformats.org/presentationml/2006/main">
  <p:tag name="YOO_CHATSHAPE_TYPE" val="YOO_CHATSHAPE_CHILDTITLE"/>
  <p:tag name="TAG_CONTENT_GROUPINDEX" val="3"/>
  <p:tag name="TAG_CONTENT_GROUPCOUNT" val="3"/>
  <p:tag name="TAG_CONTENT_DIAGRAM_INDEX" val="ce9e8c356d78457cb5b1a2e23feb3d4f"/>
  <p:tag name="TAG_CONTENT_SUBINDEX" val="3"/>
  <p:tag name="KSO_WM_DIAGRAM_VIRTUALLY_FRAME" val="{&quot;height&quot;:379.9787401574803,&quot;left&quot;:50,&quot;top&quot;:96.01062992125983,&quot;width&quot;:446.00023622047246}"/>
</p:tagLst>
</file>

<file path=ppt/tags/tag219.xml><?xml version="1.0" encoding="utf-8"?>
<p:tagLst xmlns:p="http://schemas.openxmlformats.org/presentationml/2006/main">
  <p:tag name="YOO_CHATSHAPE_TYPE" val="YOO_CHATSHAPE_TITLE"/>
</p:tagLst>
</file>

<file path=ppt/tags/tag220.xml><?xml version="1.0" encoding="utf-8"?>
<p:tagLst xmlns:p="http://schemas.openxmlformats.org/presentationml/2006/main">
  <p:tag name="YOO_CHATPAGE_TYPE" val="TAG_CHATPAGE_MULTCONTENT"/>
</p:tagLst>
</file>

<file path=ppt/tags/tag221.xml><?xml version="1.0" encoding="utf-8"?>
<p:tagLst xmlns:p="http://schemas.openxmlformats.org/presentationml/2006/main">
  <p:tag name="YOO_CHATSHAPE_TYPE" val="YOO_CHATSHAPE_CHILDDECORATE"/>
  <p:tag name="TAG_CONTENT_GROUPINDEX" val="1"/>
  <p:tag name="TAG_CONTENT_GROUPCOUNT" val="3"/>
  <p:tag name="TAG_CONTENT_DIAGRAM_INDEX" val="e0be0279d3134602950e6c87906d46da"/>
  <p:tag name="TAG_CONTENT_SUBINDEX" val="1"/>
</p:tagLst>
</file>

<file path=ppt/tags/tag222.xml><?xml version="1.0" encoding="utf-8"?>
<p:tagLst xmlns:p="http://schemas.openxmlformats.org/presentationml/2006/main">
  <p:tag name="YOO_CHATSHAPE_TYPE" val="YOO_CHATSHAPE_CHILDDECORATE"/>
  <p:tag name="TAG_CONTENT_GROUPINDEX" val="2"/>
  <p:tag name="TAG_CONTENT_GROUPCOUNT" val="3"/>
  <p:tag name="TAG_CONTENT_DIAGRAM_INDEX" val="e0be0279d3134602950e6c87906d46da"/>
  <p:tag name="TAG_CONTENT_SUBINDEX" val="2"/>
</p:tagLst>
</file>

<file path=ppt/tags/tag223.xml><?xml version="1.0" encoding="utf-8"?>
<p:tagLst xmlns:p="http://schemas.openxmlformats.org/presentationml/2006/main">
  <p:tag name="YOO_CHATSHAPE_TYPE" val="YOO_CHATSHAPE_CHILDTITLE"/>
  <p:tag name="TAG_CONTENT_GROUPINDEX" val="1"/>
  <p:tag name="TAG_CONTENT_GROUPCOUNT" val="3"/>
  <p:tag name="TAG_CONTENT_DIAGRAM_INDEX" val="e0be0279d3134602950e6c87906d46da"/>
  <p:tag name="TAG_CONTENT_SUBINDEX" val="1"/>
  <p:tag name="KSO_WM_DIAGRAM_VIRTUALLY_FRAME" val="{&quot;height&quot;:388.83196850393705,&quot;left&quot;:54.22433070866142,&quot;top&quot;:111.08503937007875,&quot;width&quot;:389.9525196850395}"/>
</p:tagLst>
</file>

<file path=ppt/tags/tag224.xml><?xml version="1.0" encoding="utf-8"?>
<p:tagLst xmlns:p="http://schemas.openxmlformats.org/presentationml/2006/main">
  <p:tag name="YOO_CHATSHAPE_TYPE" val="YOO_CHATSHAPE_CHILDCONTENT"/>
  <p:tag name="TAG_CONTENT_GROUPINDEX" val="1"/>
  <p:tag name="TAG_CONTENT_GROUPCOUNT" val="3"/>
  <p:tag name="TAG_CONTENT_DIAGRAM_INDEX" val="e0be0279d3134602950e6c87906d46da"/>
  <p:tag name="TAG_CONTENT_SUBINDEX" val="1"/>
  <p:tag name="KSO_WM_DIAGRAM_VIRTUALLY_FRAME" val="{&quot;height&quot;:388.83196850393705,&quot;left&quot;:54.22433070866142,&quot;top&quot;:111.08503937007875,&quot;width&quot;:389.9525196850395}"/>
</p:tagLst>
</file>

<file path=ppt/tags/tag225.xml><?xml version="1.0" encoding="utf-8"?>
<p:tagLst xmlns:p="http://schemas.openxmlformats.org/presentationml/2006/main">
  <p:tag name="YOO_CHATSHAPE_TYPE" val="YOO_CHATSHAPE_CHILDDECORATE"/>
  <p:tag name="TAG_CONTENT_GROUPINDEX" val="1"/>
  <p:tag name="TAG_CONTENT_GROUPCOUNT" val="3"/>
  <p:tag name="TAG_CONTENT_DIAGRAM_INDEX" val="e0be0279d3134602950e6c87906d46da"/>
  <p:tag name="TAG_CONTENT_SUBINDEX" val="1"/>
  <p:tag name="TAG_CHATSHAPE_LINK" val="sp:子标题1"/>
</p:tagLst>
</file>

<file path=ppt/tags/tag226.xml><?xml version="1.0" encoding="utf-8"?>
<p:tagLst xmlns:p="http://schemas.openxmlformats.org/presentationml/2006/main">
  <p:tag name="YOO_CHATSHAPE_TYPE" val="YOO_CHATSHAPE_ICON"/>
  <p:tag name="TAG_CONTENT_GROUPINDEX" val="1"/>
  <p:tag name="TAG_CONTENT_GROUPCOUNT" val="3"/>
  <p:tag name="TAG_CONTENT_DIAGRAM_INDEX" val="e0be0279d3134602950e6c87906d46da"/>
  <p:tag name="TAG_CONTENT_SUBINDEX" val="1"/>
</p:tagLst>
</file>

<file path=ppt/tags/tag227.xml><?xml version="1.0" encoding="utf-8"?>
<p:tagLst xmlns:p="http://schemas.openxmlformats.org/presentationml/2006/main">
  <p:tag name="YOO_CHATSHAPE_TYPE" val="YOO_CHATSHAPE_CHILDTITLE"/>
  <p:tag name="TAG_CONTENT_GROUPINDEX" val="2"/>
  <p:tag name="TAG_CONTENT_GROUPCOUNT" val="3"/>
  <p:tag name="TAG_CONTENT_DIAGRAM_INDEX" val="e0be0279d3134602950e6c87906d46da"/>
  <p:tag name="TAG_CONTENT_SUBINDEX" val="2"/>
  <p:tag name="KSO_WM_DIAGRAM_VIRTUALLY_FRAME" val="{&quot;height&quot;:388.83196850393705,&quot;left&quot;:54.22433070866142,&quot;top&quot;:111.08503937007875,&quot;width&quot;:389.9525196850395}"/>
</p:tagLst>
</file>

<file path=ppt/tags/tag228.xml><?xml version="1.0" encoding="utf-8"?>
<p:tagLst xmlns:p="http://schemas.openxmlformats.org/presentationml/2006/main">
  <p:tag name="YOO_CHATSHAPE_TYPE" val="YOO_CHATSHAPE_CHILDCONTENT"/>
  <p:tag name="TAG_CONTENT_GROUPINDEX" val="2"/>
  <p:tag name="TAG_CONTENT_GROUPCOUNT" val="3"/>
  <p:tag name="TAG_CONTENT_DIAGRAM_INDEX" val="e0be0279d3134602950e6c87906d46da"/>
  <p:tag name="TAG_CONTENT_SUBINDEX" val="2"/>
  <p:tag name="KSO_WM_DIAGRAM_VIRTUALLY_FRAME" val="{&quot;height&quot;:388.83196850393705,&quot;left&quot;:54.22433070866142,&quot;top&quot;:111.08503937007875,&quot;width&quot;:389.9525196850395}"/>
</p:tagLst>
</file>

<file path=ppt/tags/tag229.xml><?xml version="1.0" encoding="utf-8"?>
<p:tagLst xmlns:p="http://schemas.openxmlformats.org/presentationml/2006/main">
  <p:tag name="YOO_CHATSHAPE_TYPE" val="YOO_CHATSHAPE_CHILDDECORATE"/>
  <p:tag name="TAG_CONTENT_GROUPINDEX" val="2"/>
  <p:tag name="TAG_CONTENT_GROUPCOUNT" val="3"/>
  <p:tag name="TAG_CONTENT_DIAGRAM_INDEX" val="e0be0279d3134602950e6c87906d46da"/>
  <p:tag name="TAG_CONTENT_SUBINDEX" val="2"/>
  <p:tag name="TAG_CHATSHAPE_LINK" val="sp:子标题2"/>
</p:tagLst>
</file>

<file path=ppt/tags/tag230.xml><?xml version="1.0" encoding="utf-8"?>
<p:tagLst xmlns:p="http://schemas.openxmlformats.org/presentationml/2006/main">
  <p:tag name="YOO_CHATSHAPE_TYPE" val="YOO_CHATSHAPE_ICON"/>
  <p:tag name="TAG_CONTENT_GROUPINDEX" val="2"/>
  <p:tag name="TAG_CONTENT_GROUPCOUNT" val="3"/>
  <p:tag name="TAG_CONTENT_DIAGRAM_INDEX" val="e0be0279d3134602950e6c87906d46da"/>
  <p:tag name="TAG_CONTENT_SUBINDEX" val="2"/>
</p:tagLst>
</file>

<file path=ppt/tags/tag231.xml><?xml version="1.0" encoding="utf-8"?>
<p:tagLst xmlns:p="http://schemas.openxmlformats.org/presentationml/2006/main">
  <p:tag name="YOO_CHATSHAPE_TYPE" val="YOO_CHATSHAPE_CHILDDECORATE"/>
  <p:tag name="TAG_CONTENT_GROUPINDEX" val="3"/>
  <p:tag name="TAG_CONTENT_GROUPCOUNT" val="3"/>
  <p:tag name="TAG_CONTENT_DIAGRAM_INDEX" val="e0be0279d3134602950e6c87906d46da"/>
  <p:tag name="TAG_CONTENT_SUBINDEX" val="3"/>
  <p:tag name="TAG_CHATSHAPE_LINK" val="sp:子标题3"/>
</p:tagLst>
</file>

<file path=ppt/tags/tag232.xml><?xml version="1.0" encoding="utf-8"?>
<p:tagLst xmlns:p="http://schemas.openxmlformats.org/presentationml/2006/main">
  <p:tag name="YOO_CHATSHAPE_TYPE" val="YOO_CHATSHAPE_CHILDTITLE"/>
  <p:tag name="TAG_CONTENT_GROUPINDEX" val="3"/>
  <p:tag name="TAG_CONTENT_GROUPCOUNT" val="3"/>
  <p:tag name="TAG_CONTENT_DIAGRAM_INDEX" val="e0be0279d3134602950e6c87906d46da"/>
  <p:tag name="TAG_CONTENT_SUBINDEX" val="3"/>
  <p:tag name="KSO_WM_DIAGRAM_VIRTUALLY_FRAME" val="{&quot;height&quot;:388.83196850393705,&quot;left&quot;:54.22433070866142,&quot;top&quot;:111.08503937007875,&quot;width&quot;:389.9525196850395}"/>
</p:tagLst>
</file>

<file path=ppt/tags/tag233.xml><?xml version="1.0" encoding="utf-8"?>
<p:tagLst xmlns:p="http://schemas.openxmlformats.org/presentationml/2006/main">
  <p:tag name="YOO_CHATSHAPE_TYPE" val="YOO_CHATSHAPE_CHILDCONTENT"/>
  <p:tag name="TAG_CONTENT_GROUPINDEX" val="3"/>
  <p:tag name="TAG_CONTENT_GROUPCOUNT" val="3"/>
  <p:tag name="TAG_CONTENT_DIAGRAM_INDEX" val="e0be0279d3134602950e6c87906d46da"/>
  <p:tag name="TAG_CONTENT_SUBINDEX" val="3"/>
  <p:tag name="KSO_WM_DIAGRAM_VIRTUALLY_FRAME" val="{&quot;height&quot;:388.83196850393705,&quot;left&quot;:54.22433070866142,&quot;top&quot;:111.08503937007875,&quot;width&quot;:389.9525196850395}"/>
</p:tagLst>
</file>

<file path=ppt/tags/tag234.xml><?xml version="1.0" encoding="utf-8"?>
<p:tagLst xmlns:p="http://schemas.openxmlformats.org/presentationml/2006/main">
  <p:tag name="YOO_CHATSHAPE_TYPE" val="YOO_CHATSHAPE_ICON"/>
  <p:tag name="TAG_CONTENT_GROUPINDEX" val="3"/>
  <p:tag name="TAG_CONTENT_GROUPCOUNT" val="3"/>
  <p:tag name="TAG_CONTENT_DIAGRAM_INDEX" val="e0be0279d3134602950e6c87906d46da"/>
  <p:tag name="TAG_CONTENT_SUBINDEX" val="3"/>
  <p:tag name="KSO_WM_DIAGRAM_VIRTUALLY_FRAME" val="{&quot;height&quot;:388.83196850393705,&quot;left&quot;:54.22433070866142,&quot;top&quot;:111.08503937007875,&quot;width&quot;:389.9525196850395}"/>
</p:tagLst>
</file>

<file path=ppt/tags/tag235.xml><?xml version="1.0" encoding="utf-8"?>
<p:tagLst xmlns:p="http://schemas.openxmlformats.org/presentationml/2006/main">
  <p:tag name="YOO_CHATSHAPE_TYPE" val="YOO_CHATSHAPE_TITLE"/>
</p:tagLst>
</file>

<file path=ppt/tags/tag236.xml><?xml version="1.0" encoding="utf-8"?>
<p:tagLst xmlns:p="http://schemas.openxmlformats.org/presentationml/2006/main">
  <p:tag name="YOO_CHATSHAPE_TYPE" val="YOO_CHATSHAPE_IMAGE"/>
</p:tagLst>
</file>

<file path=ppt/tags/tag237.xml><?xml version="1.0" encoding="utf-8"?>
<p:tagLst xmlns:p="http://schemas.openxmlformats.org/presentationml/2006/main">
  <p:tag name="YOO_CHATPAGE_TYPE" val="TAG_CHATPAGE_MULTCONTENT"/>
</p:tagLst>
</file>

<file path=ppt/tags/tag238.xml><?xml version="1.0" encoding="utf-8"?>
<p:tagLst xmlns:p="http://schemas.openxmlformats.org/presentationml/2006/main">
  <p:tag name="YOO_CHATSHAPE_TYPE" val="YOO_CHATSHAPE_DECORATION"/>
</p:tagLst>
</file>

<file path=ppt/tags/tag239.xml><?xml version="1.0" encoding="utf-8"?>
<p:tagLst xmlns:p="http://schemas.openxmlformats.org/presentationml/2006/main">
  <p:tag name="YOO_CHATSHAPE_TYPE" val="YOO_CHATSHAPE_DECORATION"/>
</p:tagLst>
</file>

<file path=ppt/tags/tag240.xml><?xml version="1.0" encoding="utf-8"?>
<p:tagLst xmlns:p="http://schemas.openxmlformats.org/presentationml/2006/main">
  <p:tag name="YOO_CHATSHAPE_TYPE" val="YOO_CHATSHAPE_DECORATION"/>
</p:tagLst>
</file>

<file path=ppt/tags/tag241.xml><?xml version="1.0" encoding="utf-8"?>
<p:tagLst xmlns:p="http://schemas.openxmlformats.org/presentationml/2006/main">
  <p:tag name="YOO_CHATSHAPE_TYPE" val="YOO_CHATSHAPE_IMAGE"/>
  <p:tag name="TAG_CONTENT_SUBINDEX" val="20"/>
</p:tagLst>
</file>

<file path=ppt/tags/tag242.xml><?xml version="1.0" encoding="utf-8"?>
<p:tagLst xmlns:p="http://schemas.openxmlformats.org/presentationml/2006/main">
  <p:tag name="YOO_CHATSHAPE_TYPE" val="YOO_CHATSHAPE_IMAGE"/>
  <p:tag name="TAG_CONTENT_SUBINDEX" val="4"/>
</p:tagLst>
</file>

<file path=ppt/tags/tag243.xml><?xml version="1.0" encoding="utf-8"?>
<p:tagLst xmlns:p="http://schemas.openxmlformats.org/presentationml/2006/main">
  <p:tag name="YOO_CHATSHAPE_TYPE" val="YOO_CHATSHAPE_IMAGE"/>
  <p:tag name="TAG_CONTENT_SUBINDEX" val="22"/>
</p:tagLst>
</file>

<file path=ppt/tags/tag244.xml><?xml version="1.0" encoding="utf-8"?>
<p:tagLst xmlns:p="http://schemas.openxmlformats.org/presentationml/2006/main">
  <p:tag name="YOO_CHATSHAPE_TYPE" val="YOO_CHATSHAPE_NUM"/>
</p:tagLst>
</file>

<file path=ppt/tags/tag245.xml><?xml version="1.0" encoding="utf-8"?>
<p:tagLst xmlns:p="http://schemas.openxmlformats.org/presentationml/2006/main">
  <p:tag name="YOO_CHATSHAPE_TYPE" val="YOO_CHATSHAPE_TITLE"/>
</p:tagLst>
</file>

<file path=ppt/tags/tag246.xml><?xml version="1.0" encoding="utf-8"?>
<p:tagLst xmlns:p="http://schemas.openxmlformats.org/presentationml/2006/main">
  <p:tag name="YOO_CHATSHAPE_TYPE" val="YOO_CHATSHAPE_SUBTITLE"/>
</p:tagLst>
</file>

<file path=ppt/tags/tag247.xml><?xml version="1.0" encoding="utf-8"?>
<p:tagLst xmlns:p="http://schemas.openxmlformats.org/presentationml/2006/main">
  <p:tag name="YOO_CHATSHAPE_TYPE" val="YOO_CHATSHAPE_DECORATION"/>
</p:tagLst>
</file>

<file path=ppt/tags/tag248.xml><?xml version="1.0" encoding="utf-8"?>
<p:tagLst xmlns:p="http://schemas.openxmlformats.org/presentationml/2006/main">
  <p:tag name="YOO_CHATSHAPE_TYPE" val="YOO_CHATSHAPE_DECORATION"/>
</p:tagLst>
</file>

<file path=ppt/tags/tag249.xml><?xml version="1.0" encoding="utf-8"?>
<p:tagLst xmlns:p="http://schemas.openxmlformats.org/presentationml/2006/main">
  <p:tag name="YOO_CHATSHAPE_TYPE" val="YOO_CHATSHAPE_DECORATION"/>
</p:tagLst>
</file>

<file path=ppt/tags/tag250.xml><?xml version="1.0" encoding="utf-8"?>
<p:tagLst xmlns:p="http://schemas.openxmlformats.org/presentationml/2006/main">
  <p:tag name="TAG_CHATPPT" val="ChatPPT"/>
  <p:tag name="YOO_CHATPAGE_TYPE" val="TAG_CHATPAGE_CHAPTER"/>
</p:tagLst>
</file>

<file path=ppt/tags/tag251.xml><?xml version="1.0" encoding="utf-8"?>
<p:tagLst xmlns:p="http://schemas.openxmlformats.org/presentationml/2006/main">
  <p:tag name="YOO_CHATSHAPE_TYPE" val="YOO_CHATSHAPE_DECORATION"/>
</p:tagLst>
</file>

<file path=ppt/tags/tag252.xml><?xml version="1.0" encoding="utf-8"?>
<p:tagLst xmlns:p="http://schemas.openxmlformats.org/presentationml/2006/main">
  <p:tag name="YOO_CHATSHAPE_TYPE" val="YOO_CHATSHAPE_CONTENT"/>
</p:tagLst>
</file>

<file path=ppt/tags/tag253.xml><?xml version="1.0" encoding="utf-8"?>
<p:tagLst xmlns:p="http://schemas.openxmlformats.org/presentationml/2006/main">
  <p:tag name="YOO_CHATSHAPE_TYPE" val="YOO_CHATSHAPE_TITLE"/>
</p:tagLst>
</file>

<file path=ppt/tags/tag254.xml><?xml version="1.0" encoding="utf-8"?>
<p:tagLst xmlns:p="http://schemas.openxmlformats.org/presentationml/2006/main">
  <p:tag name="YOO_CHATSHAPE_TYPE" val="YOO_CHATSHAPE_IMAGE"/>
</p:tagLst>
</file>

<file path=ppt/tags/tag255.xml><?xml version="1.0" encoding="utf-8"?>
<p:tagLst xmlns:p="http://schemas.openxmlformats.org/presentationml/2006/main">
  <p:tag name="YOO_CHATPAGE_TYPE" val="TAG_CHATPAGE_CONTENT"/>
</p:tagLst>
</file>

<file path=ppt/tags/tag256.xml><?xml version="1.0" encoding="utf-8"?>
<p:tagLst xmlns:p="http://schemas.openxmlformats.org/presentationml/2006/main">
  <p:tag name="YOO_CHATSHAPE_TYPE" val="YOO_CHATSHAPE_CHILDDECORATE"/>
  <p:tag name="TAG_CONTENT_GROUPINDEX" val="2"/>
  <p:tag name="TAG_CONTENT_GROUPCOUNT" val="3"/>
  <p:tag name="TAG_CONTENT_DIAGRAM_INDEX" val="432010644c3e4dc88eee59da8fdf1145"/>
  <p:tag name="TAG_CONTENT_SUBINDEX" val="2"/>
</p:tagLst>
</file>

<file path=ppt/tags/tag257.xml><?xml version="1.0" encoding="utf-8"?>
<p:tagLst xmlns:p="http://schemas.openxmlformats.org/presentationml/2006/main">
  <p:tag name="YOO_CHATSHAPE_TYPE" val="YOO_CHATSHAPE_CHILDDECORATE"/>
  <p:tag name="TAG_CONTENT_GROUPINDEX" val="3"/>
  <p:tag name="TAG_CONTENT_GROUPCOUNT" val="3"/>
  <p:tag name="TAG_CONTENT_DIAGRAM_INDEX" val="432010644c3e4dc88eee59da8fdf1145"/>
  <p:tag name="TAG_CONTENT_SUBINDEX" val="3"/>
</p:tagLst>
</file>

<file path=ppt/tags/tag258.xml><?xml version="1.0" encoding="utf-8"?>
<p:tagLst xmlns:p="http://schemas.openxmlformats.org/presentationml/2006/main">
  <p:tag name="YOO_CHATSHAPE_TYPE" val="YOO_CHATSHAPE_ICON"/>
  <p:tag name="TAG_CONTENT_GROUPINDEX" val="1"/>
  <p:tag name="TAG_CONTENT_GROUPCOUNT" val="3"/>
  <p:tag name="TAG_CONTENT_DIAGRAM_INDEX" val="432010644c3e4dc88eee59da8fdf1145"/>
  <p:tag name="TAG_CONTENT_SUBINDEX" val="1"/>
</p:tagLst>
</file>

<file path=ppt/tags/tag259.xml><?xml version="1.0" encoding="utf-8"?>
<p:tagLst xmlns:p="http://schemas.openxmlformats.org/presentationml/2006/main">
  <p:tag name="YOO_CHATSHAPE_TYPE" val="YOO_CHATSHAPE_DECORATION"/>
  <p:tag name="TAG_CONTENT_GROUPCOUNT" val="3"/>
  <p:tag name="TAG_CONTENT_DIAGRAM_INDEX" val="432010644c3e4dc88eee59da8fdf1145"/>
  <p:tag name="TAG_CONTENT_SUBINDEX" val="4"/>
</p:tagLst>
</file>

<file path=ppt/tags/tag260.xml><?xml version="1.0" encoding="utf-8"?>
<p:tagLst xmlns:p="http://schemas.openxmlformats.org/presentationml/2006/main">
  <p:tag name="YOO_CHATSHAPE_TYPE" val="YOO_CHATSHAPE_CHILDDECORATE"/>
  <p:tag name="TAG_CONTENT_GROUPINDEX" val="1"/>
  <p:tag name="TAG_CONTENT_GROUPCOUNT" val="3"/>
  <p:tag name="TAG_CONTENT_DIAGRAM_INDEX" val="432010644c3e4dc88eee59da8fdf1145"/>
  <p:tag name="TAG_CONTENT_SUBINDEX" val="1"/>
</p:tagLst>
</file>

<file path=ppt/tags/tag261.xml><?xml version="1.0" encoding="utf-8"?>
<p:tagLst xmlns:p="http://schemas.openxmlformats.org/presentationml/2006/main">
  <p:tag name="YOO_CHATSHAPE_TYPE" val="YOO_CHATSHAPE_CHILDDECORATE"/>
  <p:tag name="TAG_CONTENT_GROUPINDEX" val="1"/>
  <p:tag name="TAG_CONTENT_GROUPCOUNT" val="3"/>
  <p:tag name="TAG_CONTENT_DIAGRAM_INDEX" val="432010644c3e4dc88eee59da8fdf1145"/>
  <p:tag name="TAG_CONTENT_SUBINDEX" val="1"/>
  <p:tag name="TAG_CHATSHAPE_LINK" val="sp:子标题1"/>
  <p:tag name="KSO_WM_DIAGRAM_VIRTUALLY_FRAME" val="{&quot;height&quot;:395.46999999999997,&quot;left&quot;:191.41015748031495,&quot;top&quot;:107,&quot;width&quot;:757.0207874015748}"/>
</p:tagLst>
</file>

<file path=ppt/tags/tag262.xml><?xml version="1.0" encoding="utf-8"?>
<p:tagLst xmlns:p="http://schemas.openxmlformats.org/presentationml/2006/main">
  <p:tag name="YOO_CHATSHAPE_TYPE" val="YOO_CHATSHAPE_CHILDDECORATE"/>
  <p:tag name="TAG_CONTENT_GROUPINDEX" val="2"/>
  <p:tag name="TAG_CONTENT_GROUPCOUNT" val="3"/>
  <p:tag name="TAG_CONTENT_DIAGRAM_INDEX" val="432010644c3e4dc88eee59da8fdf1145"/>
  <p:tag name="TAG_CONTENT_SUBINDEX" val="2"/>
  <p:tag name="TAG_CHATSHAPE_LINK" val="sp:子标题2"/>
  <p:tag name="KSO_WM_DIAGRAM_VIRTUALLY_FRAME" val="{&quot;height&quot;:395.46999999999997,&quot;left&quot;:191.41015748031495,&quot;top&quot;:107,&quot;width&quot;:757.0207874015748}"/>
</p:tagLst>
</file>

<file path=ppt/tags/tag263.xml><?xml version="1.0" encoding="utf-8"?>
<p:tagLst xmlns:p="http://schemas.openxmlformats.org/presentationml/2006/main">
  <p:tag name="YOO_CHATSHAPE_TYPE" val="YOO_CHATSHAPE_CHILDDECORATE"/>
  <p:tag name="TAG_CONTENT_GROUPINDEX" val="3"/>
  <p:tag name="TAG_CONTENT_GROUPCOUNT" val="3"/>
  <p:tag name="TAG_CONTENT_DIAGRAM_INDEX" val="432010644c3e4dc88eee59da8fdf1145"/>
  <p:tag name="TAG_CONTENT_SUBINDEX" val="3"/>
  <p:tag name="TAG_CHATSHAPE_LINK" val="sp:子标题3"/>
  <p:tag name="KSO_WM_DIAGRAM_VIRTUALLY_FRAME" val="{&quot;height&quot;:395.46999999999997,&quot;left&quot;:191.41015748031495,&quot;top&quot;:107,&quot;width&quot;:757.0207874015748}"/>
</p:tagLst>
</file>

<file path=ppt/tags/tag264.xml><?xml version="1.0" encoding="utf-8"?>
<p:tagLst xmlns:p="http://schemas.openxmlformats.org/presentationml/2006/main">
  <p:tag name="YOO_CHATSHAPE_TYPE" val="YOO_CHATSHAPE_NUM"/>
  <p:tag name="TAG_CONTENT_GROUPINDEX" val="1"/>
  <p:tag name="TAG_CONTENT_GROUPCOUNT" val="3"/>
  <p:tag name="TAG_CONTENT_DIAGRAM_INDEX" val="432010644c3e4dc88eee59da8fdf1145"/>
  <p:tag name="TAG_CONTENT_SUBINDEX" val="1"/>
  <p:tag name="KSO_WM_DIAGRAM_VIRTUALLY_FRAME" val="{&quot;height&quot;:395.46999999999997,&quot;left&quot;:191.41015748031495,&quot;top&quot;:107,&quot;width&quot;:757.0207874015748}"/>
</p:tagLst>
</file>

<file path=ppt/tags/tag265.xml><?xml version="1.0" encoding="utf-8"?>
<p:tagLst xmlns:p="http://schemas.openxmlformats.org/presentationml/2006/main">
  <p:tag name="YOO_CHATSHAPE_TYPE" val="YOO_CHATSHAPE_NUM"/>
  <p:tag name="TAG_CONTENT_GROUPINDEX" val="2"/>
  <p:tag name="TAG_CONTENT_GROUPCOUNT" val="3"/>
  <p:tag name="TAG_CONTENT_DIAGRAM_INDEX" val="432010644c3e4dc88eee59da8fdf1145"/>
  <p:tag name="TAG_CONTENT_SUBINDEX" val="2"/>
  <p:tag name="KSO_WM_DIAGRAM_VIRTUALLY_FRAME" val="{&quot;height&quot;:395.46999999999997,&quot;left&quot;:191.41015748031495,&quot;top&quot;:107,&quot;width&quot;:757.0207874015748}"/>
</p:tagLst>
</file>

<file path=ppt/tags/tag266.xml><?xml version="1.0" encoding="utf-8"?>
<p:tagLst xmlns:p="http://schemas.openxmlformats.org/presentationml/2006/main">
  <p:tag name="YOO_CHATSHAPE_TYPE" val="YOO_CHATSHAPE_NUM"/>
  <p:tag name="TAG_CONTENT_GROUPINDEX" val="3"/>
  <p:tag name="TAG_CONTENT_GROUPCOUNT" val="3"/>
  <p:tag name="TAG_CONTENT_DIAGRAM_INDEX" val="432010644c3e4dc88eee59da8fdf1145"/>
  <p:tag name="TAG_CONTENT_SUBINDEX" val="3"/>
  <p:tag name="KSO_WM_DIAGRAM_VIRTUALLY_FRAME" val="{&quot;height&quot;:395.46999999999997,&quot;left&quot;:191.41015748031495,&quot;top&quot;:107,&quot;width&quot;:757.0207874015748}"/>
</p:tagLst>
</file>

<file path=ppt/tags/tag267.xml><?xml version="1.0" encoding="utf-8"?>
<p:tagLst xmlns:p="http://schemas.openxmlformats.org/presentationml/2006/main">
  <p:tag name="YOO_CHATSHAPE_TYPE" val="YOO_CHATSHAPE_CHILDTITLE"/>
  <p:tag name="TAG_CONTENT_GROUPINDEX" val="1"/>
  <p:tag name="TAG_CONTENT_GROUPCOUNT" val="3"/>
  <p:tag name="TAG_CONTENT_DIAGRAM_INDEX" val="432010644c3e4dc88eee59da8fdf1145"/>
  <p:tag name="TAG_CONTENT_SUBINDEX" val="1"/>
  <p:tag name="KSO_WM_DIAGRAM_VIRTUALLY_FRAME" val="{&quot;height&quot;:395.46999999999997,&quot;left&quot;:191.41015748031495,&quot;top&quot;:107,&quot;width&quot;:757.0207874015748}"/>
</p:tagLst>
</file>

<file path=ppt/tags/tag268.xml><?xml version="1.0" encoding="utf-8"?>
<p:tagLst xmlns:p="http://schemas.openxmlformats.org/presentationml/2006/main">
  <p:tag name="YOO_CHATSHAPE_TYPE" val="YOO_CHATSHAPE_CHILDCONTENT"/>
  <p:tag name="TAG_CONTENT_GROUPINDEX" val="1"/>
  <p:tag name="TAG_CONTENT_GROUPCOUNT" val="3"/>
  <p:tag name="TAG_CONTENT_DIAGRAM_INDEX" val="432010644c3e4dc88eee59da8fdf1145"/>
  <p:tag name="TAG_CONTENT_SUBINDEX" val="1"/>
  <p:tag name="KSO_WM_DIAGRAM_VIRTUALLY_FRAME" val="{&quot;height&quot;:395.46999999999997,&quot;left&quot;:191.41015748031495,&quot;top&quot;:107,&quot;width&quot;:757.0207874015748}"/>
</p:tagLst>
</file>

<file path=ppt/tags/tag269.xml><?xml version="1.0" encoding="utf-8"?>
<p:tagLst xmlns:p="http://schemas.openxmlformats.org/presentationml/2006/main">
  <p:tag name="YOO_CHATSHAPE_TYPE" val="YOO_CHATSHAPE_CHILDTITLE"/>
  <p:tag name="TAG_CONTENT_GROUPINDEX" val="2"/>
  <p:tag name="TAG_CONTENT_GROUPCOUNT" val="3"/>
  <p:tag name="TAG_CONTENT_DIAGRAM_INDEX" val="432010644c3e4dc88eee59da8fdf1145"/>
  <p:tag name="TAG_CONTENT_SUBINDEX" val="2"/>
  <p:tag name="KSO_WM_DIAGRAM_VIRTUALLY_FRAME" val="{&quot;height&quot;:395.46999999999997,&quot;left&quot;:191.41015748031495,&quot;top&quot;:107,&quot;width&quot;:757.0207874015748}"/>
</p:tagLst>
</file>

<file path=ppt/tags/tag270.xml><?xml version="1.0" encoding="utf-8"?>
<p:tagLst xmlns:p="http://schemas.openxmlformats.org/presentationml/2006/main">
  <p:tag name="YOO_CHATSHAPE_TYPE" val="YOO_CHATSHAPE_CHILDCONTENT"/>
  <p:tag name="TAG_CONTENT_GROUPINDEX" val="2"/>
  <p:tag name="TAG_CONTENT_GROUPCOUNT" val="3"/>
  <p:tag name="TAG_CONTENT_DIAGRAM_INDEX" val="432010644c3e4dc88eee59da8fdf1145"/>
  <p:tag name="TAG_CONTENT_SUBINDEX" val="2"/>
  <p:tag name="KSO_WM_DIAGRAM_VIRTUALLY_FRAME" val="{&quot;height&quot;:395.46999999999997,&quot;left&quot;:191.41015748031495,&quot;top&quot;:107,&quot;width&quot;:757.0207874015748}"/>
</p:tagLst>
</file>

<file path=ppt/tags/tag271.xml><?xml version="1.0" encoding="utf-8"?>
<p:tagLst xmlns:p="http://schemas.openxmlformats.org/presentationml/2006/main">
  <p:tag name="YOO_CHATSHAPE_TYPE" val="YOO_CHATSHAPE_CHILDTITLE"/>
  <p:tag name="TAG_CONTENT_GROUPINDEX" val="3"/>
  <p:tag name="TAG_CONTENT_GROUPCOUNT" val="3"/>
  <p:tag name="TAG_CONTENT_DIAGRAM_INDEX" val="432010644c3e4dc88eee59da8fdf1145"/>
  <p:tag name="TAG_CONTENT_SUBINDEX" val="3"/>
  <p:tag name="KSO_WM_DIAGRAM_VIRTUALLY_FRAME" val="{&quot;height&quot;:395.46999999999997,&quot;left&quot;:191.41015748031495,&quot;top&quot;:107,&quot;width&quot;:757.0207874015748}"/>
</p:tagLst>
</file>

<file path=ppt/tags/tag272.xml><?xml version="1.0" encoding="utf-8"?>
<p:tagLst xmlns:p="http://schemas.openxmlformats.org/presentationml/2006/main">
  <p:tag name="YOO_CHATSHAPE_TYPE" val="YOO_CHATSHAPE_CHILDCONTENT"/>
  <p:tag name="TAG_CONTENT_GROUPINDEX" val="3"/>
  <p:tag name="TAG_CONTENT_GROUPCOUNT" val="3"/>
  <p:tag name="TAG_CONTENT_DIAGRAM_INDEX" val="432010644c3e4dc88eee59da8fdf1145"/>
  <p:tag name="TAG_CONTENT_SUBINDEX" val="3"/>
  <p:tag name="KSO_WM_DIAGRAM_VIRTUALLY_FRAME" val="{&quot;height&quot;:395.46999999999997,&quot;left&quot;:191.41015748031495,&quot;top&quot;:107,&quot;width&quot;:757.0207874015748}"/>
</p:tagLst>
</file>

<file path=ppt/tags/tag273.xml><?xml version="1.0" encoding="utf-8"?>
<p:tagLst xmlns:p="http://schemas.openxmlformats.org/presentationml/2006/main">
  <p:tag name="YOO_CHATSHAPE_TYPE" val="YOO_CHATSHAPE_TITLE"/>
</p:tagLst>
</file>

<file path=ppt/tags/tag274.xml><?xml version="1.0" encoding="utf-8"?>
<p:tagLst xmlns:p="http://schemas.openxmlformats.org/presentationml/2006/main">
  <p:tag name="YOO_CHATPAGE_TYPE" val="TAG_CHATPAGE_MULTCONTENT"/>
</p:tagLst>
</file>

<file path=ppt/tags/tag275.xml><?xml version="1.0" encoding="utf-8"?>
<p:tagLst xmlns:p="http://schemas.openxmlformats.org/presentationml/2006/main">
  <p:tag name="YOO_CHATSHAPE_TYPE" val="YOO_CHATSHAPE_DECORATION"/>
</p:tagLst>
</file>

<file path=ppt/tags/tag276.xml><?xml version="1.0" encoding="utf-8"?>
<p:tagLst xmlns:p="http://schemas.openxmlformats.org/presentationml/2006/main">
  <p:tag name="YOO_CHATSHAPE_TYPE" val="YOO_CHATSHAPE_DECORATION"/>
</p:tagLst>
</file>

<file path=ppt/tags/tag277.xml><?xml version="1.0" encoding="utf-8"?>
<p:tagLst xmlns:p="http://schemas.openxmlformats.org/presentationml/2006/main">
  <p:tag name="YOO_CHATSHAPE_TYPE" val="YOO_CHATSHAPE_DECORATION"/>
</p:tagLst>
</file>

<file path=ppt/tags/tag278.xml><?xml version="1.0" encoding="utf-8"?>
<p:tagLst xmlns:p="http://schemas.openxmlformats.org/presentationml/2006/main">
  <p:tag name="YOO_CHATSHAPE_TYPE" val="YOO_CHATSHAPE_DECORATION"/>
</p:tagLst>
</file>

<file path=ppt/tags/tag279.xml><?xml version="1.0" encoding="utf-8"?>
<p:tagLst xmlns:p="http://schemas.openxmlformats.org/presentationml/2006/main">
  <p:tag name="YOO_CHATSHAPE_TYPE" val="YOO_CHATSHAPE_TITLE"/>
</p:tagLst>
</file>

<file path=ppt/tags/tag280.xml><?xml version="1.0" encoding="utf-8"?>
<p:tagLst xmlns:p="http://schemas.openxmlformats.org/presentationml/2006/main">
  <p:tag name="YOO_CHATSHAPE_TYPE" val="YOO_CHATSHAPE_SUBTITLE"/>
  <p:tag name="TAG_CHATSHAPE_LINK" val="sp:翻译"/>
</p:tagLst>
</file>

<file path=ppt/tags/tag281.xml><?xml version="1.0" encoding="utf-8"?>
<p:tagLst xmlns:p="http://schemas.openxmlformats.org/presentationml/2006/main">
  <p:tag name="YOO_CHATSHAPE_TYPE" val="YOO_CHATSHAPE_DECORATION"/>
</p:tagLst>
</file>

<file path=ppt/tags/tag282.xml><?xml version="1.0" encoding="utf-8"?>
<p:tagLst xmlns:p="http://schemas.openxmlformats.org/presentationml/2006/main">
  <p:tag name="YOO_CHATSHAPE_TYPE" val="YOO_CHATSHAPE_AUTHOR"/>
</p:tagLst>
</file>

<file path=ppt/tags/tag283.xml><?xml version="1.0" encoding="utf-8"?>
<p:tagLst xmlns:p="http://schemas.openxmlformats.org/presentationml/2006/main">
  <p:tag name="YOO_CHATSHAPE_TYPE" val="YOO_CHATSHAPE_DATE"/>
</p:tagLst>
</file>

<file path=ppt/tags/tag284.xml><?xml version="1.0" encoding="utf-8"?>
<p:tagLst xmlns:p="http://schemas.openxmlformats.org/presentationml/2006/main">
  <p:tag name="YOO_CHATSHAPE_TYPE" val="YOO_CHATSHAPE_DECORATION"/>
</p:tagLst>
</file>

<file path=ppt/tags/tag285.xml><?xml version="1.0" encoding="utf-8"?>
<p:tagLst xmlns:p="http://schemas.openxmlformats.org/presentationml/2006/main">
  <p:tag name="YOO_CHATSHAPE_TYPE" val="YOO_CHATSHAPE_DECORATION"/>
</p:tagLst>
</file>

<file path=ppt/tags/tag286.xml><?xml version="1.0" encoding="utf-8"?>
<p:tagLst xmlns:p="http://schemas.openxmlformats.org/presentationml/2006/main">
  <p:tag name="YOO_CHATSHAPE_TYPE" val="YOO_CHATSHAPE_IMAGE"/>
  <p:tag name="TAG_CONTENT_SUBINDEX" val="40"/>
</p:tagLst>
</file>

<file path=ppt/tags/tag287.xml><?xml version="1.0" encoding="utf-8"?>
<p:tagLst xmlns:p="http://schemas.openxmlformats.org/presentationml/2006/main">
  <p:tag name="YOO_CHATSHAPE_TYPE" val="YOO_CHATSHAPE_IMAGE"/>
  <p:tag name="TAG_CONTENT_SUBINDEX" val="4"/>
</p:tagLst>
</file>

<file path=ppt/tags/tag288.xml><?xml version="1.0" encoding="utf-8"?>
<p:tagLst xmlns:p="http://schemas.openxmlformats.org/presentationml/2006/main">
  <p:tag name="YOO_CHATSHAPE_TYPE" val="YOO_CHATSHAPE_IMAGE"/>
  <p:tag name="TAG_CONTENT_SUBINDEX" val="6"/>
</p:tagLst>
</file>

<file path=ppt/tags/tag289.xml><?xml version="1.0" encoding="utf-8"?>
<p:tagLst xmlns:p="http://schemas.openxmlformats.org/presentationml/2006/main">
  <p:tag name="YOO_CHATSHAPE_TYPE" val="YOO_CHATSHAPE_DECORATION"/>
</p:tagLst>
</file>

<file path=ppt/tags/tag290.xml><?xml version="1.0" encoding="utf-8"?>
<p:tagLst xmlns:p="http://schemas.openxmlformats.org/presentationml/2006/main">
  <p:tag name="YOO_CHATSHAPE_TYPE" val="YOO_CHATSHAPE_DECORATION"/>
</p:tagLst>
</file>

<file path=ppt/tags/tag291.xml><?xml version="1.0" encoding="utf-8"?>
<p:tagLst xmlns:p="http://schemas.openxmlformats.org/presentationml/2006/main">
  <p:tag name="YOO_CHATSHAPE_TYPE" val="YOO_CHATSHAPE_DECORATION"/>
</p:tagLst>
</file>

<file path=ppt/tags/tag292.xml><?xml version="1.0" encoding="utf-8"?>
<p:tagLst xmlns:p="http://schemas.openxmlformats.org/presentationml/2006/main">
  <p:tag name="TAG_CHATPPT" val="ChatPPT"/>
  <p:tag name="YOO_CHATPAGE_TYPE" val="TAG_CHATPAGE_END"/>
</p:tagLst>
</file>

<file path=ppt/tags/tag293.xml><?xml version="1.0" encoding="utf-8"?>
<p:tagLst xmlns:p="http://schemas.openxmlformats.org/presentationml/2006/main">
  <p:tag name="TAG_CHATPPT" val="ChatPPT"/>
  <p:tag name="LANGUAGE" val="zh-CN"/>
  <p:tag name="TAG_PRESENTATION_STYLE" val="商务风"/>
  <p:tag name="TAG_SCENE" val="normal"/>
  <p:tag name="TAG_JSON2PPT_URL" val="https://file.static.yoojober.cn/chatppt/file/editor_json/20260303/4227364/69a684d1171bc.json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22A26"/>
      </a:dk1>
      <a:lt1>
        <a:srgbClr val="FFFFFF"/>
      </a:lt1>
      <a:dk2>
        <a:srgbClr val="FFFFFF"/>
      </a:dk2>
      <a:lt2>
        <a:srgbClr val="1F2D2B"/>
      </a:lt2>
      <a:accent1>
        <a:srgbClr val="35CEBA"/>
      </a:accent1>
      <a:accent2>
        <a:srgbClr val="F8FFAE"/>
      </a:accent2>
      <a:accent3>
        <a:srgbClr val="72EFDD"/>
      </a:accent3>
      <a:accent4>
        <a:srgbClr val="64DFDF"/>
      </a:accent4>
      <a:accent5>
        <a:srgbClr val="56CFE1"/>
      </a:accent5>
      <a:accent6>
        <a:srgbClr val="48BFE3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bg1"/>
        </a:solidFill>
        <a:gradFill rotWithShape="1">
          <a:gsLst>
            <a:gs pos="0">
              <a:schemeClr val="bg1">
                <a:lumMod val="110000"/>
                <a:satMod val="105000"/>
                <a:tint val="67000"/>
              </a:schemeClr>
            </a:gs>
            <a:gs pos="50000">
              <a:schemeClr val="bg1">
                <a:lumMod val="105000"/>
                <a:satMod val="103000"/>
                <a:tint val="73000"/>
              </a:schemeClr>
            </a:gs>
            <a:gs pos="100000">
              <a:schemeClr val="bg1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bg1">
                <a:satMod val="103000"/>
                <a:lumMod val="102000"/>
                <a:tint val="94000"/>
              </a:schemeClr>
            </a:gs>
            <a:gs pos="50000">
              <a:schemeClr val="bg1">
                <a:satMod val="110000"/>
                <a:lumMod val="100000"/>
                <a:shade val="100000"/>
              </a:schemeClr>
            </a:gs>
            <a:gs pos="100000">
              <a:schemeClr val="bg1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accent1"/>
          </a:solidFill>
          <a:prstDash val="solid"/>
          <a:miter lim="800000"/>
        </a:ln>
        <a:ln w="19050" cap="flat" cmpd="sng" algn="ctr">
          <a:solidFill>
            <a:schemeClr val="bg1"/>
          </a:solidFill>
          <a:prstDash val="solid"/>
          <a:miter lim="800000"/>
        </a:ln>
        <a:ln w="25400" cap="flat" cmpd="sng" algn="ctr">
          <a:solidFill>
            <a:schemeClr val="bg1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3141</Words>
  <Application>WPS 演示</Application>
  <PresentationFormat>宽屏</PresentationFormat>
  <Paragraphs>212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2" baseType="lpstr">
      <vt:lpstr>Arial</vt:lpstr>
      <vt:lpstr>宋体</vt:lpstr>
      <vt:lpstr>Wingdings</vt:lpstr>
      <vt:lpstr>OptimalTitleCircle</vt:lpstr>
      <vt:lpstr>Segoe Print</vt:lpstr>
      <vt:lpstr>幼圆</vt:lpstr>
      <vt:lpstr>等线</vt:lpstr>
      <vt:lpstr>微软雅黑</vt:lpstr>
      <vt:lpstr>Arial Unicode MS</vt:lpstr>
      <vt:lpstr>等线 Light</vt:lpstr>
      <vt:lpstr>Calibri</vt:lpstr>
      <vt:lpstr>华文楷体</vt:lpstr>
      <vt:lpstr>华文新魏</vt:lpstr>
      <vt:lpstr>华文彩云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BIYOO Team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ChatPPT</dc:creator>
  <cp:lastModifiedBy>jessica</cp:lastModifiedBy>
  <cp:revision>6</cp:revision>
  <dcterms:created xsi:type="dcterms:W3CDTF">2024-12-10T04:03:00Z</dcterms:created>
  <dcterms:modified xsi:type="dcterms:W3CDTF">2026-03-03T14:35:28Z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EA9296A698F9464BB5F8BDC0B3589228_13</vt:lpwstr>
  </property>
  <property fmtid="{D5CDD505-2E9C-101B-9397-08002B2CF9AE}" pid="3" name="KSOProductBuildVer">
    <vt:lpwstr>2052-12.1.0.22089</vt:lpwstr>
  </property>
</Properties>
</file>