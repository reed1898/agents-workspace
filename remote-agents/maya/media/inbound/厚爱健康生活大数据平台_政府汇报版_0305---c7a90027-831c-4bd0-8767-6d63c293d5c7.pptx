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8" r:id="rId4"/>
    <p:sldId id="259" r:id="rId5"/>
    <p:sldId id="260" r:id="rId6"/>
    <p:sldId id="261" r:id="rId7"/>
    <p:sldId id="263" r:id="rId8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封底" id="{05E0C1ED-A1D3-4518-8205-3A2806E2CCFE}">
          <p14:sldIdLst>
            <p14:sldId id="256"/>
          </p14:sldIdLst>
        </p14:section>
        <p14:section name="1图" id="{A0BF075B-F2B8-4F73-9D1C-58B86AEA31DD}">
          <p14:sldIdLst/>
        </p14:section>
        <p14:section name="二级大纲4" id="{EEB60E7A-99CD-4189-B26A-CCA65075FCF5}">
          <p14:sldIdLst>
            <p14:sldId id="258"/>
          </p14:sldIdLst>
        </p14:section>
        <p14:section name="二级大纲3" id="{6D1BB826-EF9E-4A19-BFC4-0B94FAF5085B}">
          <p14:sldIdLst>
            <p14:sldId id="259"/>
          </p14:sldIdLst>
        </p14:section>
        <p14:section name="1标题1内容1图" id="{DE1267A9-5EA7-4DC8-AE99-18334A2D5E73}">
          <p14:sldIdLst>
            <p14:sldId id="260"/>
          </p14:sldIdLst>
        </p14:section>
        <p14:section name="1标题1内容2图" id="{7B0F4947-9075-4D67-92DD-A8955E89E530}">
          <p14:sldIdLst>
            <p14:sldId id="261"/>
          </p14:sldIdLst>
        </p14:section>
        <p14:section name="1数据" id="{A1F45CC5-0C7D-493C-8A57-24BE5D88DA69}">
          <p14:sldIdLst/>
        </p14:section>
        <p14:section name="二级大纲5" id="{73C39D6B-747B-43C8-917E-4E1E1F6093E7}">
          <p14:sldIdLst>
            <p14:sldId id="263"/>
            <p14:sldId id="264"/>
            <p14:sldId id="265"/>
            <p14:sldId id="266"/>
            <p14:sldId id="267"/>
          </p14:sldIdLst>
        </p14:section>
        <p14:section name="1标题1内容3图" id="{8C24787C-97EA-4704-BDF5-82C67C6924C1}">
          <p14:sldIdLst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38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单击此处编辑母版副标题样式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1" Type="http://schemas.openxmlformats.org/officeDocument/2006/relationships/slideLayout" Target="../slideLayouts/slideLayout7.xml"/><Relationship Id="rId90" Type="http://schemas.openxmlformats.org/officeDocument/2006/relationships/tags" Target="../tags/tag89.xml"/><Relationship Id="rId9" Type="http://schemas.openxmlformats.org/officeDocument/2006/relationships/tags" Target="../tags/tag9.xml"/><Relationship Id="rId89" Type="http://schemas.openxmlformats.org/officeDocument/2006/relationships/image" Target="../media/image1.png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112.xml"/><Relationship Id="rId23" Type="http://schemas.openxmlformats.org/officeDocument/2006/relationships/image" Target="../media/image1.png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31.xml"/><Relationship Id="rId2" Type="http://schemas.openxmlformats.org/officeDocument/2006/relationships/tags" Target="../tags/tag114.xml"/><Relationship Id="rId19" Type="http://schemas.openxmlformats.org/officeDocument/2006/relationships/image" Target="../media/image1.png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image" Target="../media/image2.jpe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46.xml"/><Relationship Id="rId16" Type="http://schemas.openxmlformats.org/officeDocument/2006/relationships/image" Target="../media/image1.png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image" Target="../media/image4.jpeg"/><Relationship Id="rId6" Type="http://schemas.openxmlformats.org/officeDocument/2006/relationships/tags" Target="../tags/tag151.xml"/><Relationship Id="rId5" Type="http://schemas.openxmlformats.org/officeDocument/2006/relationships/image" Target="../media/image3.jpeg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56.xml"/><Relationship Id="rId12" Type="http://schemas.openxmlformats.org/officeDocument/2006/relationships/image" Target="../media/image1.png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tags" Target="../tags/tag14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9" Type="http://schemas.openxmlformats.org/officeDocument/2006/relationships/notesSlide" Target="../notesSlides/notesSlide1.xml"/><Relationship Id="rId58" Type="http://schemas.openxmlformats.org/officeDocument/2006/relationships/slideLayout" Target="../slideLayouts/slideLayout7.xml"/><Relationship Id="rId57" Type="http://schemas.openxmlformats.org/officeDocument/2006/relationships/tags" Target="../tags/tag212.xml"/><Relationship Id="rId56" Type="http://schemas.openxmlformats.org/officeDocument/2006/relationships/image" Target="../media/image1.png"/><Relationship Id="rId55" Type="http://schemas.openxmlformats.org/officeDocument/2006/relationships/tags" Target="../tags/tag211.xml"/><Relationship Id="rId54" Type="http://schemas.openxmlformats.org/officeDocument/2006/relationships/tags" Target="../tags/tag210.xml"/><Relationship Id="rId53" Type="http://schemas.openxmlformats.org/officeDocument/2006/relationships/tags" Target="../tags/tag209.xml"/><Relationship Id="rId52" Type="http://schemas.openxmlformats.org/officeDocument/2006/relationships/tags" Target="../tags/tag208.xml"/><Relationship Id="rId51" Type="http://schemas.openxmlformats.org/officeDocument/2006/relationships/tags" Target="../tags/tag207.xml"/><Relationship Id="rId50" Type="http://schemas.openxmlformats.org/officeDocument/2006/relationships/tags" Target="../tags/tag206.xml"/><Relationship Id="rId5" Type="http://schemas.openxmlformats.org/officeDocument/2006/relationships/tags" Target="../tags/tag161.xml"/><Relationship Id="rId49" Type="http://schemas.openxmlformats.org/officeDocument/2006/relationships/tags" Target="../tags/tag205.xml"/><Relationship Id="rId48" Type="http://schemas.openxmlformats.org/officeDocument/2006/relationships/tags" Target="../tags/tag204.xml"/><Relationship Id="rId47" Type="http://schemas.openxmlformats.org/officeDocument/2006/relationships/tags" Target="../tags/tag203.xml"/><Relationship Id="rId46" Type="http://schemas.openxmlformats.org/officeDocument/2006/relationships/tags" Target="../tags/tag202.xml"/><Relationship Id="rId45" Type="http://schemas.openxmlformats.org/officeDocument/2006/relationships/tags" Target="../tags/tag201.xml"/><Relationship Id="rId44" Type="http://schemas.openxmlformats.org/officeDocument/2006/relationships/tags" Target="../tags/tag200.xml"/><Relationship Id="rId43" Type="http://schemas.openxmlformats.org/officeDocument/2006/relationships/tags" Target="../tags/tag199.xml"/><Relationship Id="rId42" Type="http://schemas.openxmlformats.org/officeDocument/2006/relationships/tags" Target="../tags/tag198.xml"/><Relationship Id="rId41" Type="http://schemas.openxmlformats.org/officeDocument/2006/relationships/tags" Target="../tags/tag197.xml"/><Relationship Id="rId40" Type="http://schemas.openxmlformats.org/officeDocument/2006/relationships/tags" Target="../tags/tag196.xml"/><Relationship Id="rId4" Type="http://schemas.openxmlformats.org/officeDocument/2006/relationships/tags" Target="../tags/tag160.xml"/><Relationship Id="rId39" Type="http://schemas.openxmlformats.org/officeDocument/2006/relationships/tags" Target="../tags/tag195.xml"/><Relationship Id="rId38" Type="http://schemas.openxmlformats.org/officeDocument/2006/relationships/tags" Target="../tags/tag194.xml"/><Relationship Id="rId37" Type="http://schemas.openxmlformats.org/officeDocument/2006/relationships/tags" Target="../tags/tag193.xml"/><Relationship Id="rId36" Type="http://schemas.openxmlformats.org/officeDocument/2006/relationships/tags" Target="../tags/tag192.xml"/><Relationship Id="rId35" Type="http://schemas.openxmlformats.org/officeDocument/2006/relationships/tags" Target="../tags/tag191.xml"/><Relationship Id="rId34" Type="http://schemas.openxmlformats.org/officeDocument/2006/relationships/tags" Target="../tags/tag190.xml"/><Relationship Id="rId33" Type="http://schemas.openxmlformats.org/officeDocument/2006/relationships/tags" Target="../tags/tag189.xml"/><Relationship Id="rId32" Type="http://schemas.openxmlformats.org/officeDocument/2006/relationships/tags" Target="../tags/tag188.xml"/><Relationship Id="rId31" Type="http://schemas.openxmlformats.org/officeDocument/2006/relationships/tags" Target="../tags/tag187.xml"/><Relationship Id="rId30" Type="http://schemas.openxmlformats.org/officeDocument/2006/relationships/tags" Target="../tags/tag186.xml"/><Relationship Id="rId3" Type="http://schemas.openxmlformats.org/officeDocument/2006/relationships/tags" Target="../tags/tag159.xml"/><Relationship Id="rId29" Type="http://schemas.openxmlformats.org/officeDocument/2006/relationships/tags" Target="../tags/tag185.xml"/><Relationship Id="rId28" Type="http://schemas.openxmlformats.org/officeDocument/2006/relationships/tags" Target="../tags/tag184.xml"/><Relationship Id="rId27" Type="http://schemas.openxmlformats.org/officeDocument/2006/relationships/tags" Target="../tags/tag183.xml"/><Relationship Id="rId26" Type="http://schemas.openxmlformats.org/officeDocument/2006/relationships/tags" Target="../tags/tag182.xml"/><Relationship Id="rId25" Type="http://schemas.openxmlformats.org/officeDocument/2006/relationships/tags" Target="../tags/tag181.xml"/><Relationship Id="rId24" Type="http://schemas.openxmlformats.org/officeDocument/2006/relationships/tags" Target="../tags/tag180.xml"/><Relationship Id="rId23" Type="http://schemas.openxmlformats.org/officeDocument/2006/relationships/tags" Target="../tags/tag179.xml"/><Relationship Id="rId22" Type="http://schemas.openxmlformats.org/officeDocument/2006/relationships/tags" Target="../tags/tag178.xml"/><Relationship Id="rId21" Type="http://schemas.openxmlformats.org/officeDocument/2006/relationships/tags" Target="../tags/tag177.xml"/><Relationship Id="rId20" Type="http://schemas.openxmlformats.org/officeDocument/2006/relationships/tags" Target="../tags/tag176.xml"/><Relationship Id="rId2" Type="http://schemas.openxmlformats.org/officeDocument/2006/relationships/tags" Target="../tags/tag158.xml"/><Relationship Id="rId19" Type="http://schemas.openxmlformats.org/officeDocument/2006/relationships/tags" Target="../tags/tag175.xml"/><Relationship Id="rId18" Type="http://schemas.openxmlformats.org/officeDocument/2006/relationships/tags" Target="../tags/tag174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34.xml"/><Relationship Id="rId22" Type="http://schemas.openxmlformats.org/officeDocument/2006/relationships/image" Target="../media/image1.png"/><Relationship Id="rId21" Type="http://schemas.openxmlformats.org/officeDocument/2006/relationships/tags" Target="../tags/tag233.xml"/><Relationship Id="rId20" Type="http://schemas.openxmlformats.org/officeDocument/2006/relationships/tags" Target="../tags/tag232.xml"/><Relationship Id="rId2" Type="http://schemas.openxmlformats.org/officeDocument/2006/relationships/tags" Target="../tags/tag214.xml"/><Relationship Id="rId19" Type="http://schemas.openxmlformats.org/officeDocument/2006/relationships/tags" Target="../tags/tag231.xml"/><Relationship Id="rId18" Type="http://schemas.openxmlformats.org/officeDocument/2006/relationships/tags" Target="../tags/tag230.xml"/><Relationship Id="rId17" Type="http://schemas.openxmlformats.org/officeDocument/2006/relationships/tags" Target="../tags/tag229.xml"/><Relationship Id="rId16" Type="http://schemas.openxmlformats.org/officeDocument/2006/relationships/tags" Target="../tags/tag228.xml"/><Relationship Id="rId15" Type="http://schemas.openxmlformats.org/officeDocument/2006/relationships/tags" Target="../tags/tag227.xml"/><Relationship Id="rId14" Type="http://schemas.openxmlformats.org/officeDocument/2006/relationships/tags" Target="../tags/tag226.xml"/><Relationship Id="rId13" Type="http://schemas.openxmlformats.org/officeDocument/2006/relationships/tags" Target="../tags/tag225.xml"/><Relationship Id="rId12" Type="http://schemas.openxmlformats.org/officeDocument/2006/relationships/tags" Target="../tags/tag224.xml"/><Relationship Id="rId11" Type="http://schemas.openxmlformats.org/officeDocument/2006/relationships/tags" Target="../tags/tag223.xml"/><Relationship Id="rId10" Type="http://schemas.openxmlformats.org/officeDocument/2006/relationships/tags" Target="../tags/tag222.xml"/><Relationship Id="rId1" Type="http://schemas.openxmlformats.org/officeDocument/2006/relationships/tags" Target="../tags/tag21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jpeg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43.xml"/><Relationship Id="rId10" Type="http://schemas.openxmlformats.org/officeDocument/2006/relationships/image" Target="../media/image1.png"/><Relationship Id="rId1" Type="http://schemas.openxmlformats.org/officeDocument/2006/relationships/tags" Target="../tags/tag23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65.xml"/><Relationship Id="rId22" Type="http://schemas.openxmlformats.org/officeDocument/2006/relationships/image" Target="../media/image1.png"/><Relationship Id="rId21" Type="http://schemas.openxmlformats.org/officeDocument/2006/relationships/tags" Target="../tags/tag264.xml"/><Relationship Id="rId20" Type="http://schemas.openxmlformats.org/officeDocument/2006/relationships/tags" Target="../tags/tag263.xml"/><Relationship Id="rId2" Type="http://schemas.openxmlformats.org/officeDocument/2006/relationships/tags" Target="../tags/tag245.xml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tags" Target="../tags/tag255.xml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tags" Target="../tags/tag24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88.xml"/><Relationship Id="rId23" Type="http://schemas.openxmlformats.org/officeDocument/2006/relationships/image" Target="../media/image1.png"/><Relationship Id="rId22" Type="http://schemas.openxmlformats.org/officeDocument/2006/relationships/tags" Target="../tags/tag287.xml"/><Relationship Id="rId21" Type="http://schemas.openxmlformats.org/officeDocument/2006/relationships/tags" Target="../tags/tag286.xml"/><Relationship Id="rId20" Type="http://schemas.openxmlformats.org/officeDocument/2006/relationships/tags" Target="../tags/tag285.xml"/><Relationship Id="rId2" Type="http://schemas.openxmlformats.org/officeDocument/2006/relationships/tags" Target="../tags/tag267.xml"/><Relationship Id="rId19" Type="http://schemas.openxmlformats.org/officeDocument/2006/relationships/tags" Target="../tags/tag284.xml"/><Relationship Id="rId18" Type="http://schemas.openxmlformats.org/officeDocument/2006/relationships/tags" Target="../tags/tag283.xml"/><Relationship Id="rId17" Type="http://schemas.openxmlformats.org/officeDocument/2006/relationships/tags" Target="../tags/tag282.xml"/><Relationship Id="rId16" Type="http://schemas.openxmlformats.org/officeDocument/2006/relationships/tags" Target="../tags/tag281.xml"/><Relationship Id="rId15" Type="http://schemas.openxmlformats.org/officeDocument/2006/relationships/tags" Target="../tags/tag280.xml"/><Relationship Id="rId14" Type="http://schemas.openxmlformats.org/officeDocument/2006/relationships/tags" Target="../tags/tag279.xml"/><Relationship Id="rId13" Type="http://schemas.openxmlformats.org/officeDocument/2006/relationships/tags" Target="../tags/tag278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tags" Target="../tags/tag26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image" Target="../media/image8.jpeg"/><Relationship Id="rId5" Type="http://schemas.openxmlformats.org/officeDocument/2006/relationships/tags" Target="../tags/tag291.xml"/><Relationship Id="rId4" Type="http://schemas.openxmlformats.org/officeDocument/2006/relationships/image" Target="../media/image7.jpeg"/><Relationship Id="rId3" Type="http://schemas.openxmlformats.org/officeDocument/2006/relationships/tags" Target="../tags/tag290.xml"/><Relationship Id="rId2" Type="http://schemas.openxmlformats.org/officeDocument/2006/relationships/image" Target="../media/image6.jpeg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96.xml"/><Relationship Id="rId11" Type="http://schemas.openxmlformats.org/officeDocument/2006/relationships/image" Target="../media/image1.png"/><Relationship Id="rId10" Type="http://schemas.openxmlformats.org/officeDocument/2006/relationships/tags" Target="../tags/tag295.xml"/><Relationship Id="rId1" Type="http://schemas.openxmlformats.org/officeDocument/2006/relationships/tags" Target="../tags/tag289.xml"/></Relationships>
</file>

<file path=ppt/slides/_rels/slide12.xml.rels><?xml version="1.0" encoding="UTF-8" standalone="yes"?>
<Relationships xmlns="http://schemas.openxmlformats.org/package/2006/relationships"><Relationship Id="rId91" Type="http://schemas.openxmlformats.org/officeDocument/2006/relationships/slideLayout" Target="../slideLayouts/slideLayout7.xml"/><Relationship Id="rId90" Type="http://schemas.openxmlformats.org/officeDocument/2006/relationships/tags" Target="../tags/tag385.xml"/><Relationship Id="rId9" Type="http://schemas.openxmlformats.org/officeDocument/2006/relationships/tags" Target="../tags/tag305.xml"/><Relationship Id="rId89" Type="http://schemas.openxmlformats.org/officeDocument/2006/relationships/image" Target="../media/image1.png"/><Relationship Id="rId88" Type="http://schemas.openxmlformats.org/officeDocument/2006/relationships/tags" Target="../tags/tag384.xml"/><Relationship Id="rId87" Type="http://schemas.openxmlformats.org/officeDocument/2006/relationships/tags" Target="../tags/tag383.xml"/><Relationship Id="rId86" Type="http://schemas.openxmlformats.org/officeDocument/2006/relationships/tags" Target="../tags/tag382.xml"/><Relationship Id="rId85" Type="http://schemas.openxmlformats.org/officeDocument/2006/relationships/tags" Target="../tags/tag381.xml"/><Relationship Id="rId84" Type="http://schemas.openxmlformats.org/officeDocument/2006/relationships/tags" Target="../tags/tag380.xml"/><Relationship Id="rId83" Type="http://schemas.openxmlformats.org/officeDocument/2006/relationships/tags" Target="../tags/tag379.xml"/><Relationship Id="rId82" Type="http://schemas.openxmlformats.org/officeDocument/2006/relationships/tags" Target="../tags/tag378.xml"/><Relationship Id="rId81" Type="http://schemas.openxmlformats.org/officeDocument/2006/relationships/tags" Target="../tags/tag377.xml"/><Relationship Id="rId80" Type="http://schemas.openxmlformats.org/officeDocument/2006/relationships/tags" Target="../tags/tag376.xml"/><Relationship Id="rId8" Type="http://schemas.openxmlformats.org/officeDocument/2006/relationships/tags" Target="../tags/tag304.xml"/><Relationship Id="rId79" Type="http://schemas.openxmlformats.org/officeDocument/2006/relationships/tags" Target="../tags/tag375.xml"/><Relationship Id="rId78" Type="http://schemas.openxmlformats.org/officeDocument/2006/relationships/tags" Target="../tags/tag374.xml"/><Relationship Id="rId77" Type="http://schemas.openxmlformats.org/officeDocument/2006/relationships/tags" Target="../tags/tag373.xml"/><Relationship Id="rId76" Type="http://schemas.openxmlformats.org/officeDocument/2006/relationships/tags" Target="../tags/tag372.xml"/><Relationship Id="rId75" Type="http://schemas.openxmlformats.org/officeDocument/2006/relationships/tags" Target="../tags/tag371.xml"/><Relationship Id="rId74" Type="http://schemas.openxmlformats.org/officeDocument/2006/relationships/tags" Target="../tags/tag370.xml"/><Relationship Id="rId73" Type="http://schemas.openxmlformats.org/officeDocument/2006/relationships/tags" Target="../tags/tag369.xml"/><Relationship Id="rId72" Type="http://schemas.openxmlformats.org/officeDocument/2006/relationships/tags" Target="../tags/tag368.xml"/><Relationship Id="rId71" Type="http://schemas.openxmlformats.org/officeDocument/2006/relationships/tags" Target="../tags/tag367.xml"/><Relationship Id="rId70" Type="http://schemas.openxmlformats.org/officeDocument/2006/relationships/tags" Target="../tags/tag366.xml"/><Relationship Id="rId7" Type="http://schemas.openxmlformats.org/officeDocument/2006/relationships/tags" Target="../tags/tag303.xml"/><Relationship Id="rId69" Type="http://schemas.openxmlformats.org/officeDocument/2006/relationships/tags" Target="../tags/tag365.xml"/><Relationship Id="rId68" Type="http://schemas.openxmlformats.org/officeDocument/2006/relationships/tags" Target="../tags/tag364.xml"/><Relationship Id="rId67" Type="http://schemas.openxmlformats.org/officeDocument/2006/relationships/tags" Target="../tags/tag363.xml"/><Relationship Id="rId66" Type="http://schemas.openxmlformats.org/officeDocument/2006/relationships/tags" Target="../tags/tag362.xml"/><Relationship Id="rId65" Type="http://schemas.openxmlformats.org/officeDocument/2006/relationships/tags" Target="../tags/tag361.xml"/><Relationship Id="rId64" Type="http://schemas.openxmlformats.org/officeDocument/2006/relationships/tags" Target="../tags/tag360.xml"/><Relationship Id="rId63" Type="http://schemas.openxmlformats.org/officeDocument/2006/relationships/tags" Target="../tags/tag359.xml"/><Relationship Id="rId62" Type="http://schemas.openxmlformats.org/officeDocument/2006/relationships/tags" Target="../tags/tag358.xml"/><Relationship Id="rId61" Type="http://schemas.openxmlformats.org/officeDocument/2006/relationships/tags" Target="../tags/tag357.xml"/><Relationship Id="rId60" Type="http://schemas.openxmlformats.org/officeDocument/2006/relationships/tags" Target="../tags/tag356.xml"/><Relationship Id="rId6" Type="http://schemas.openxmlformats.org/officeDocument/2006/relationships/tags" Target="../tags/tag302.xml"/><Relationship Id="rId59" Type="http://schemas.openxmlformats.org/officeDocument/2006/relationships/tags" Target="../tags/tag355.xml"/><Relationship Id="rId58" Type="http://schemas.openxmlformats.org/officeDocument/2006/relationships/tags" Target="../tags/tag354.xml"/><Relationship Id="rId57" Type="http://schemas.openxmlformats.org/officeDocument/2006/relationships/tags" Target="../tags/tag353.xml"/><Relationship Id="rId56" Type="http://schemas.openxmlformats.org/officeDocument/2006/relationships/tags" Target="../tags/tag352.xml"/><Relationship Id="rId55" Type="http://schemas.openxmlformats.org/officeDocument/2006/relationships/tags" Target="../tags/tag351.xml"/><Relationship Id="rId54" Type="http://schemas.openxmlformats.org/officeDocument/2006/relationships/tags" Target="../tags/tag350.xml"/><Relationship Id="rId53" Type="http://schemas.openxmlformats.org/officeDocument/2006/relationships/tags" Target="../tags/tag349.xml"/><Relationship Id="rId52" Type="http://schemas.openxmlformats.org/officeDocument/2006/relationships/tags" Target="../tags/tag348.xml"/><Relationship Id="rId51" Type="http://schemas.openxmlformats.org/officeDocument/2006/relationships/tags" Target="../tags/tag347.xml"/><Relationship Id="rId50" Type="http://schemas.openxmlformats.org/officeDocument/2006/relationships/tags" Target="../tags/tag346.xml"/><Relationship Id="rId5" Type="http://schemas.openxmlformats.org/officeDocument/2006/relationships/tags" Target="../tags/tag301.xml"/><Relationship Id="rId49" Type="http://schemas.openxmlformats.org/officeDocument/2006/relationships/tags" Target="../tags/tag345.xml"/><Relationship Id="rId48" Type="http://schemas.openxmlformats.org/officeDocument/2006/relationships/tags" Target="../tags/tag344.xml"/><Relationship Id="rId47" Type="http://schemas.openxmlformats.org/officeDocument/2006/relationships/tags" Target="../tags/tag343.xml"/><Relationship Id="rId46" Type="http://schemas.openxmlformats.org/officeDocument/2006/relationships/tags" Target="../tags/tag342.xml"/><Relationship Id="rId45" Type="http://schemas.openxmlformats.org/officeDocument/2006/relationships/tags" Target="../tags/tag341.xml"/><Relationship Id="rId44" Type="http://schemas.openxmlformats.org/officeDocument/2006/relationships/tags" Target="../tags/tag340.xml"/><Relationship Id="rId43" Type="http://schemas.openxmlformats.org/officeDocument/2006/relationships/tags" Target="../tags/tag339.xml"/><Relationship Id="rId42" Type="http://schemas.openxmlformats.org/officeDocument/2006/relationships/tags" Target="../tags/tag338.xml"/><Relationship Id="rId41" Type="http://schemas.openxmlformats.org/officeDocument/2006/relationships/tags" Target="../tags/tag337.xml"/><Relationship Id="rId40" Type="http://schemas.openxmlformats.org/officeDocument/2006/relationships/tags" Target="../tags/tag336.xml"/><Relationship Id="rId4" Type="http://schemas.openxmlformats.org/officeDocument/2006/relationships/tags" Target="../tags/tag300.xml"/><Relationship Id="rId39" Type="http://schemas.openxmlformats.org/officeDocument/2006/relationships/tags" Target="../tags/tag335.xml"/><Relationship Id="rId38" Type="http://schemas.openxmlformats.org/officeDocument/2006/relationships/tags" Target="../tags/tag334.xml"/><Relationship Id="rId37" Type="http://schemas.openxmlformats.org/officeDocument/2006/relationships/tags" Target="../tags/tag333.xml"/><Relationship Id="rId36" Type="http://schemas.openxmlformats.org/officeDocument/2006/relationships/tags" Target="../tags/tag332.xml"/><Relationship Id="rId35" Type="http://schemas.openxmlformats.org/officeDocument/2006/relationships/tags" Target="../tags/tag331.xml"/><Relationship Id="rId34" Type="http://schemas.openxmlformats.org/officeDocument/2006/relationships/tags" Target="../tags/tag330.xml"/><Relationship Id="rId33" Type="http://schemas.openxmlformats.org/officeDocument/2006/relationships/tags" Target="../tags/tag329.xml"/><Relationship Id="rId32" Type="http://schemas.openxmlformats.org/officeDocument/2006/relationships/tags" Target="../tags/tag328.xml"/><Relationship Id="rId31" Type="http://schemas.openxmlformats.org/officeDocument/2006/relationships/tags" Target="../tags/tag327.xml"/><Relationship Id="rId30" Type="http://schemas.openxmlformats.org/officeDocument/2006/relationships/tags" Target="../tags/tag326.xml"/><Relationship Id="rId3" Type="http://schemas.openxmlformats.org/officeDocument/2006/relationships/tags" Target="../tags/tag299.xml"/><Relationship Id="rId29" Type="http://schemas.openxmlformats.org/officeDocument/2006/relationships/tags" Target="../tags/tag325.xml"/><Relationship Id="rId28" Type="http://schemas.openxmlformats.org/officeDocument/2006/relationships/tags" Target="../tags/tag324.xml"/><Relationship Id="rId27" Type="http://schemas.openxmlformats.org/officeDocument/2006/relationships/tags" Target="../tags/tag323.xml"/><Relationship Id="rId26" Type="http://schemas.openxmlformats.org/officeDocument/2006/relationships/tags" Target="../tags/tag322.xml"/><Relationship Id="rId25" Type="http://schemas.openxmlformats.org/officeDocument/2006/relationships/tags" Target="../tags/tag321.xml"/><Relationship Id="rId24" Type="http://schemas.openxmlformats.org/officeDocument/2006/relationships/tags" Target="../tags/tag320.xml"/><Relationship Id="rId23" Type="http://schemas.openxmlformats.org/officeDocument/2006/relationships/tags" Target="../tags/tag319.xml"/><Relationship Id="rId22" Type="http://schemas.openxmlformats.org/officeDocument/2006/relationships/tags" Target="../tags/tag318.xml"/><Relationship Id="rId21" Type="http://schemas.openxmlformats.org/officeDocument/2006/relationships/tags" Target="../tags/tag317.xml"/><Relationship Id="rId20" Type="http://schemas.openxmlformats.org/officeDocument/2006/relationships/tags" Target="../tags/tag316.xml"/><Relationship Id="rId2" Type="http://schemas.openxmlformats.org/officeDocument/2006/relationships/tags" Target="../tags/tag298.xml"/><Relationship Id="rId19" Type="http://schemas.openxmlformats.org/officeDocument/2006/relationships/tags" Target="../tags/tag315.xml"/><Relationship Id="rId18" Type="http://schemas.openxmlformats.org/officeDocument/2006/relationships/tags" Target="../tags/tag314.xml"/><Relationship Id="rId17" Type="http://schemas.openxmlformats.org/officeDocument/2006/relationships/tags" Target="../tags/tag313.xml"/><Relationship Id="rId16" Type="http://schemas.openxmlformats.org/officeDocument/2006/relationships/tags" Target="../tags/tag312.xml"/><Relationship Id="rId15" Type="http://schemas.openxmlformats.org/officeDocument/2006/relationships/tags" Target="../tags/tag311.xml"/><Relationship Id="rId14" Type="http://schemas.openxmlformats.org/officeDocument/2006/relationships/tags" Target="../tags/tag310.xml"/><Relationship Id="rId13" Type="http://schemas.openxmlformats.org/officeDocument/2006/relationships/tags" Target="../tags/tag309.xml"/><Relationship Id="rId12" Type="http://schemas.openxmlformats.org/officeDocument/2006/relationships/tags" Target="../tags/tag308.xml"/><Relationship Id="rId11" Type="http://schemas.openxmlformats.org/officeDocument/2006/relationships/tags" Target="../tags/tag307.xml"/><Relationship Id="rId10" Type="http://schemas.openxmlformats.org/officeDocument/2006/relationships/tags" Target="../tags/tag306.xml"/><Relationship Id="rId1" Type="http://schemas.openxmlformats.org/officeDocument/2006/relationships/tags" Target="../tags/tag2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>
            <p:custDataLst>
              <p:tags r:id="rId1"/>
            </p:custDataLst>
          </p:nvPr>
        </p:nvSpPr>
        <p:spPr>
          <a:xfrm>
            <a:off x="4658989" y="0"/>
            <a:ext cx="7533530" cy="6858000"/>
          </a:xfrm>
          <a:custGeom>
            <a:avLst/>
            <a:gdLst/>
            <a:ahLst/>
            <a:cxnLst/>
            <a:rect l="l" t="t" r="r" b="b"/>
            <a:pathLst>
              <a:path w="7533530" h="6858000">
                <a:moveTo>
                  <a:pt x="7533341" y="-200"/>
                </a:moveTo>
                <a:lnTo>
                  <a:pt x="7533341" y="6857800"/>
                </a:lnTo>
                <a:lnTo>
                  <a:pt x="-190" y="6857800"/>
                </a:lnTo>
                <a:cubicBezTo>
                  <a:pt x="428892" y="4926597"/>
                  <a:pt x="4182942" y="3833070"/>
                  <a:pt x="4241196" y="2960360"/>
                </a:cubicBezTo>
                <a:cubicBezTo>
                  <a:pt x="4271515" y="2506066"/>
                  <a:pt x="3201734" y="3004690"/>
                  <a:pt x="2867940" y="2459631"/>
                </a:cubicBezTo>
                <a:cubicBezTo>
                  <a:pt x="2390480" y="1679743"/>
                  <a:pt x="3630644" y="590064"/>
                  <a:pt x="4703236" y="-200"/>
                </a:cubicBezTo>
                <a:close/>
              </a:path>
            </a:pathLst>
          </a:custGeom>
          <a:solidFill>
            <a:schemeClr val="accent1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10"/>
          <p:cNvSpPr/>
          <p:nvPr>
            <p:custDataLst>
              <p:tags r:id="rId2"/>
            </p:custDataLst>
          </p:nvPr>
        </p:nvSpPr>
        <p:spPr>
          <a:xfrm>
            <a:off x="6096000" y="2170856"/>
            <a:ext cx="5538243" cy="4186425"/>
          </a:xfrm>
          <a:custGeom>
            <a:avLst/>
            <a:gdLst/>
            <a:ahLst/>
            <a:cxnLst/>
            <a:rect l="l" t="t" r="r" b="b"/>
            <a:pathLst>
              <a:path w="5538243" h="4186425">
                <a:moveTo>
                  <a:pt x="0" y="0"/>
                </a:moveTo>
                <a:lnTo>
                  <a:pt x="5538244" y="0"/>
                </a:lnTo>
                <a:lnTo>
                  <a:pt x="5538244" y="4186428"/>
                </a:lnTo>
                <a:lnTo>
                  <a:pt x="0" y="4186428"/>
                </a:lnTo>
                <a:close/>
              </a:path>
            </a:pathLst>
          </a:custGeom>
          <a:solidFill>
            <a:schemeClr val="accent4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11"/>
          <p:cNvSpPr/>
          <p:nvPr>
            <p:custDataLst>
              <p:tags r:id="rId3"/>
            </p:custDataLst>
          </p:nvPr>
        </p:nvSpPr>
        <p:spPr>
          <a:xfrm>
            <a:off x="6096000" y="5350391"/>
            <a:ext cx="5538243" cy="1006890"/>
          </a:xfrm>
          <a:custGeom>
            <a:avLst/>
            <a:gdLst/>
            <a:ahLst/>
            <a:cxnLst/>
            <a:rect l="l" t="t" r="r" b="b"/>
            <a:pathLst>
              <a:path w="5538243" h="1006890">
                <a:moveTo>
                  <a:pt x="0" y="0"/>
                </a:moveTo>
                <a:lnTo>
                  <a:pt x="5538244" y="0"/>
                </a:lnTo>
                <a:lnTo>
                  <a:pt x="5538244" y="1006888"/>
                </a:lnTo>
                <a:lnTo>
                  <a:pt x="0" y="100688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2"/>
          <p:cNvSpPr/>
          <p:nvPr>
            <p:custDataLst>
              <p:tags r:id="rId4"/>
            </p:custDataLst>
          </p:nvPr>
        </p:nvSpPr>
        <p:spPr>
          <a:xfrm>
            <a:off x="8864074" y="4444589"/>
            <a:ext cx="276850" cy="682695"/>
          </a:xfrm>
          <a:custGeom>
            <a:avLst/>
            <a:gdLst/>
            <a:ahLst/>
            <a:cxnLst/>
            <a:rect l="l" t="t" r="r" b="b"/>
            <a:pathLst>
              <a:path w="276850" h="682695">
                <a:moveTo>
                  <a:pt x="266871" y="492023"/>
                </a:moveTo>
                <a:cubicBezTo>
                  <a:pt x="264709" y="472926"/>
                  <a:pt x="262109" y="453390"/>
                  <a:pt x="253270" y="436369"/>
                </a:cubicBezTo>
                <a:cubicBezTo>
                  <a:pt x="242487" y="415671"/>
                  <a:pt x="223561" y="400726"/>
                  <a:pt x="207016" y="384400"/>
                </a:cubicBezTo>
                <a:cubicBezTo>
                  <a:pt x="176003" y="353435"/>
                  <a:pt x="152400" y="315878"/>
                  <a:pt x="138027" y="274472"/>
                </a:cubicBezTo>
                <a:cubicBezTo>
                  <a:pt x="126978" y="242602"/>
                  <a:pt x="121482" y="208645"/>
                  <a:pt x="106280" y="178546"/>
                </a:cubicBezTo>
                <a:cubicBezTo>
                  <a:pt x="96964" y="160134"/>
                  <a:pt x="84315" y="143894"/>
                  <a:pt x="73752" y="126006"/>
                </a:cubicBezTo>
                <a:cubicBezTo>
                  <a:pt x="48806" y="84211"/>
                  <a:pt x="35242" y="34795"/>
                  <a:pt x="1419" y="-200"/>
                </a:cubicBezTo>
                <a:cubicBezTo>
                  <a:pt x="-4905" y="42891"/>
                  <a:pt x="7572" y="86592"/>
                  <a:pt x="35719" y="119815"/>
                </a:cubicBezTo>
                <a:cubicBezTo>
                  <a:pt x="44034" y="129511"/>
                  <a:pt x="53692" y="138265"/>
                  <a:pt x="60065" y="149390"/>
                </a:cubicBezTo>
                <a:cubicBezTo>
                  <a:pt x="71580" y="169535"/>
                  <a:pt x="70504" y="194177"/>
                  <a:pt x="71885" y="217351"/>
                </a:cubicBezTo>
                <a:cubicBezTo>
                  <a:pt x="74438" y="261137"/>
                  <a:pt x="86658" y="303800"/>
                  <a:pt x="107575" y="342300"/>
                </a:cubicBezTo>
                <a:cubicBezTo>
                  <a:pt x="129750" y="383057"/>
                  <a:pt x="161801" y="419310"/>
                  <a:pt x="173669" y="464134"/>
                </a:cubicBezTo>
                <a:cubicBezTo>
                  <a:pt x="182547" y="497738"/>
                  <a:pt x="179908" y="535467"/>
                  <a:pt x="198872" y="564575"/>
                </a:cubicBezTo>
                <a:cubicBezTo>
                  <a:pt x="201216" y="567557"/>
                  <a:pt x="202902" y="570986"/>
                  <a:pt x="203768" y="574662"/>
                </a:cubicBezTo>
                <a:cubicBezTo>
                  <a:pt x="203940" y="576739"/>
                  <a:pt x="203854" y="578863"/>
                  <a:pt x="203425" y="580939"/>
                </a:cubicBezTo>
                <a:lnTo>
                  <a:pt x="202120" y="589083"/>
                </a:lnTo>
                <a:cubicBezTo>
                  <a:pt x="197787" y="616591"/>
                  <a:pt x="193462" y="651586"/>
                  <a:pt x="217018" y="672151"/>
                </a:cubicBezTo>
                <a:cubicBezTo>
                  <a:pt x="233391" y="686448"/>
                  <a:pt x="254489" y="686752"/>
                  <a:pt x="266262" y="667826"/>
                </a:cubicBezTo>
                <a:cubicBezTo>
                  <a:pt x="278044" y="648900"/>
                  <a:pt x="277054" y="620792"/>
                  <a:pt x="276187" y="599304"/>
                </a:cubicBezTo>
                <a:cubicBezTo>
                  <a:pt x="274711" y="563442"/>
                  <a:pt x="270901" y="527580"/>
                  <a:pt x="266871" y="49202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3"/>
          <p:cNvSpPr/>
          <p:nvPr>
            <p:custDataLst>
              <p:tags r:id="rId5"/>
            </p:custDataLst>
          </p:nvPr>
        </p:nvSpPr>
        <p:spPr>
          <a:xfrm>
            <a:off x="9041887" y="4313320"/>
            <a:ext cx="149425" cy="804990"/>
          </a:xfrm>
          <a:custGeom>
            <a:avLst/>
            <a:gdLst/>
            <a:ahLst/>
            <a:cxnLst/>
            <a:rect l="l" t="t" r="r" b="b"/>
            <a:pathLst>
              <a:path w="149425" h="804990">
                <a:moveTo>
                  <a:pt x="131636" y="601161"/>
                </a:moveTo>
                <a:cubicBezTo>
                  <a:pt x="122453" y="569328"/>
                  <a:pt x="108156" y="539010"/>
                  <a:pt x="101013" y="506616"/>
                </a:cubicBezTo>
                <a:cubicBezTo>
                  <a:pt x="94040" y="475212"/>
                  <a:pt x="93993" y="442770"/>
                  <a:pt x="93993" y="410642"/>
                </a:cubicBezTo>
                <a:cubicBezTo>
                  <a:pt x="93993" y="375380"/>
                  <a:pt x="93993" y="340128"/>
                  <a:pt x="93993" y="304914"/>
                </a:cubicBezTo>
                <a:cubicBezTo>
                  <a:pt x="94602" y="282997"/>
                  <a:pt x="93345" y="261042"/>
                  <a:pt x="90316" y="239297"/>
                </a:cubicBezTo>
                <a:cubicBezTo>
                  <a:pt x="82525" y="192786"/>
                  <a:pt x="58312" y="149733"/>
                  <a:pt x="54235" y="102737"/>
                </a:cubicBezTo>
                <a:cubicBezTo>
                  <a:pt x="52464" y="82382"/>
                  <a:pt x="54493" y="61855"/>
                  <a:pt x="52292" y="41539"/>
                </a:cubicBezTo>
                <a:cubicBezTo>
                  <a:pt x="51159" y="29804"/>
                  <a:pt x="47911" y="18412"/>
                  <a:pt x="42672" y="7849"/>
                </a:cubicBezTo>
                <a:cubicBezTo>
                  <a:pt x="38814" y="486"/>
                  <a:pt x="29728" y="-2334"/>
                  <a:pt x="22365" y="1524"/>
                </a:cubicBezTo>
                <a:cubicBezTo>
                  <a:pt x="19412" y="3086"/>
                  <a:pt x="17078" y="5591"/>
                  <a:pt x="15688" y="8630"/>
                </a:cubicBezTo>
                <a:cubicBezTo>
                  <a:pt x="3953" y="34090"/>
                  <a:pt x="-3496" y="61598"/>
                  <a:pt x="1267" y="88878"/>
                </a:cubicBezTo>
                <a:cubicBezTo>
                  <a:pt x="4086" y="105213"/>
                  <a:pt x="11182" y="120501"/>
                  <a:pt x="16469" y="136217"/>
                </a:cubicBezTo>
                <a:cubicBezTo>
                  <a:pt x="40034" y="206292"/>
                  <a:pt x="27556" y="283912"/>
                  <a:pt x="45796" y="355549"/>
                </a:cubicBezTo>
                <a:cubicBezTo>
                  <a:pt x="51292" y="377200"/>
                  <a:pt x="59607" y="398421"/>
                  <a:pt x="60560" y="420729"/>
                </a:cubicBezTo>
                <a:cubicBezTo>
                  <a:pt x="62903" y="474088"/>
                  <a:pt x="23012" y="522856"/>
                  <a:pt x="26651" y="576167"/>
                </a:cubicBezTo>
                <a:cubicBezTo>
                  <a:pt x="29680" y="619878"/>
                  <a:pt x="61084" y="656034"/>
                  <a:pt x="74295" y="697792"/>
                </a:cubicBezTo>
                <a:cubicBezTo>
                  <a:pt x="81696" y="721176"/>
                  <a:pt x="83258" y="746122"/>
                  <a:pt x="91183" y="769334"/>
                </a:cubicBezTo>
                <a:cubicBezTo>
                  <a:pt x="97336" y="787356"/>
                  <a:pt x="111623" y="809273"/>
                  <a:pt x="133845" y="803986"/>
                </a:cubicBezTo>
                <a:cubicBezTo>
                  <a:pt x="154934" y="798786"/>
                  <a:pt x="148523" y="781555"/>
                  <a:pt x="147618" y="765010"/>
                </a:cubicBezTo>
                <a:cubicBezTo>
                  <a:pt x="144323" y="709393"/>
                  <a:pt x="147314" y="655472"/>
                  <a:pt x="131636" y="60116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14"/>
          <p:cNvSpPr/>
          <p:nvPr>
            <p:custDataLst>
              <p:tags r:id="rId6"/>
            </p:custDataLst>
          </p:nvPr>
        </p:nvSpPr>
        <p:spPr>
          <a:xfrm>
            <a:off x="9132527" y="4345034"/>
            <a:ext cx="148634" cy="781698"/>
          </a:xfrm>
          <a:custGeom>
            <a:avLst/>
            <a:gdLst/>
            <a:ahLst/>
            <a:cxnLst/>
            <a:rect l="l" t="t" r="r" b="b"/>
            <a:pathLst>
              <a:path w="148634" h="781698">
                <a:moveTo>
                  <a:pt x="89240" y="598637"/>
                </a:moveTo>
                <a:cubicBezTo>
                  <a:pt x="88335" y="582092"/>
                  <a:pt x="99546" y="573738"/>
                  <a:pt x="101841" y="557317"/>
                </a:cubicBezTo>
                <a:cubicBezTo>
                  <a:pt x="103842" y="543458"/>
                  <a:pt x="106175" y="521541"/>
                  <a:pt x="109985" y="508121"/>
                </a:cubicBezTo>
                <a:cubicBezTo>
                  <a:pt x="117348" y="482956"/>
                  <a:pt x="108471" y="457105"/>
                  <a:pt x="110252" y="430940"/>
                </a:cubicBezTo>
                <a:cubicBezTo>
                  <a:pt x="113538" y="383381"/>
                  <a:pt x="116786" y="335832"/>
                  <a:pt x="120034" y="288274"/>
                </a:cubicBezTo>
                <a:cubicBezTo>
                  <a:pt x="125063" y="214341"/>
                  <a:pt x="130169" y="140198"/>
                  <a:pt x="143989" y="67389"/>
                </a:cubicBezTo>
                <a:cubicBezTo>
                  <a:pt x="147838" y="47158"/>
                  <a:pt x="152133" y="25251"/>
                  <a:pt x="143037" y="6753"/>
                </a:cubicBezTo>
                <a:cubicBezTo>
                  <a:pt x="141132" y="2896"/>
                  <a:pt x="137360" y="-1257"/>
                  <a:pt x="133245" y="38"/>
                </a:cubicBezTo>
                <a:cubicBezTo>
                  <a:pt x="130302" y="953"/>
                  <a:pt x="128911" y="4372"/>
                  <a:pt x="127787" y="7096"/>
                </a:cubicBezTo>
                <a:cubicBezTo>
                  <a:pt x="97469" y="89392"/>
                  <a:pt x="86125" y="177613"/>
                  <a:pt x="52388" y="258299"/>
                </a:cubicBezTo>
                <a:cubicBezTo>
                  <a:pt x="44282" y="277663"/>
                  <a:pt x="35062" y="296675"/>
                  <a:pt x="30728" y="317202"/>
                </a:cubicBezTo>
                <a:cubicBezTo>
                  <a:pt x="25660" y="341890"/>
                  <a:pt x="28432" y="367360"/>
                  <a:pt x="29080" y="392525"/>
                </a:cubicBezTo>
                <a:cubicBezTo>
                  <a:pt x="30385" y="428692"/>
                  <a:pt x="26137" y="464810"/>
                  <a:pt x="16526" y="499672"/>
                </a:cubicBezTo>
                <a:cubicBezTo>
                  <a:pt x="11325" y="517865"/>
                  <a:pt x="4305" y="535581"/>
                  <a:pt x="1448" y="554250"/>
                </a:cubicBezTo>
                <a:cubicBezTo>
                  <a:pt x="-2105" y="577548"/>
                  <a:pt x="886" y="601285"/>
                  <a:pt x="3143" y="624716"/>
                </a:cubicBezTo>
                <a:cubicBezTo>
                  <a:pt x="7429" y="669798"/>
                  <a:pt x="8858" y="715146"/>
                  <a:pt x="7468" y="760409"/>
                </a:cubicBezTo>
                <a:cubicBezTo>
                  <a:pt x="6648" y="787003"/>
                  <a:pt x="29127" y="786394"/>
                  <a:pt x="44025" y="769972"/>
                </a:cubicBezTo>
                <a:cubicBezTo>
                  <a:pt x="54416" y="758542"/>
                  <a:pt x="54331" y="745979"/>
                  <a:pt x="57883" y="731730"/>
                </a:cubicBezTo>
                <a:cubicBezTo>
                  <a:pt x="69618" y="685171"/>
                  <a:pt x="92097" y="649310"/>
                  <a:pt x="89240" y="5986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15"/>
          <p:cNvSpPr/>
          <p:nvPr>
            <p:custDataLst>
              <p:tags r:id="rId7"/>
            </p:custDataLst>
          </p:nvPr>
        </p:nvSpPr>
        <p:spPr>
          <a:xfrm>
            <a:off x="8946587" y="4863828"/>
            <a:ext cx="146489" cy="264279"/>
          </a:xfrm>
          <a:custGeom>
            <a:avLst/>
            <a:gdLst/>
            <a:ahLst/>
            <a:cxnLst/>
            <a:rect l="l" t="t" r="r" b="b"/>
            <a:pathLst>
              <a:path w="146489" h="264279">
                <a:moveTo>
                  <a:pt x="134769" y="152171"/>
                </a:moveTo>
                <a:cubicBezTo>
                  <a:pt x="114929" y="120253"/>
                  <a:pt x="75343" y="102108"/>
                  <a:pt x="62617" y="66723"/>
                </a:cubicBezTo>
                <a:cubicBezTo>
                  <a:pt x="59407" y="57712"/>
                  <a:pt x="58283" y="48016"/>
                  <a:pt x="53950" y="39310"/>
                </a:cubicBezTo>
                <a:cubicBezTo>
                  <a:pt x="45291" y="19945"/>
                  <a:pt x="25279" y="8992"/>
                  <a:pt x="5658" y="67"/>
                </a:cubicBezTo>
                <a:cubicBezTo>
                  <a:pt x="3410" y="-752"/>
                  <a:pt x="933" y="371"/>
                  <a:pt x="76" y="2581"/>
                </a:cubicBezTo>
                <a:cubicBezTo>
                  <a:pt x="-57" y="3010"/>
                  <a:pt x="-143" y="3400"/>
                  <a:pt x="-190" y="3839"/>
                </a:cubicBezTo>
                <a:lnTo>
                  <a:pt x="-190" y="3839"/>
                </a:lnTo>
                <a:cubicBezTo>
                  <a:pt x="-276" y="8601"/>
                  <a:pt x="2019" y="13106"/>
                  <a:pt x="5915" y="15792"/>
                </a:cubicBezTo>
                <a:cubicBezTo>
                  <a:pt x="21212" y="26098"/>
                  <a:pt x="32423" y="41434"/>
                  <a:pt x="37624" y="59103"/>
                </a:cubicBezTo>
                <a:cubicBezTo>
                  <a:pt x="43682" y="79848"/>
                  <a:pt x="41043" y="102413"/>
                  <a:pt x="48577" y="122853"/>
                </a:cubicBezTo>
                <a:cubicBezTo>
                  <a:pt x="54902" y="139827"/>
                  <a:pt x="67894" y="153734"/>
                  <a:pt x="74000" y="170840"/>
                </a:cubicBezTo>
                <a:cubicBezTo>
                  <a:pt x="79591" y="186433"/>
                  <a:pt x="79029" y="203502"/>
                  <a:pt x="81629" y="219866"/>
                </a:cubicBezTo>
                <a:cubicBezTo>
                  <a:pt x="84230" y="236239"/>
                  <a:pt x="91545" y="253613"/>
                  <a:pt x="106575" y="260537"/>
                </a:cubicBezTo>
                <a:cubicBezTo>
                  <a:pt x="161230" y="285312"/>
                  <a:pt x="147628" y="172622"/>
                  <a:pt x="134769" y="15217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6"/>
          <p:cNvSpPr/>
          <p:nvPr>
            <p:custDataLst>
              <p:tags r:id="rId8"/>
            </p:custDataLst>
          </p:nvPr>
        </p:nvSpPr>
        <p:spPr>
          <a:xfrm>
            <a:off x="9209385" y="4792116"/>
            <a:ext cx="176158" cy="369745"/>
          </a:xfrm>
          <a:custGeom>
            <a:avLst/>
            <a:gdLst/>
            <a:ahLst/>
            <a:cxnLst/>
            <a:rect l="l" t="t" r="r" b="b"/>
            <a:pathLst>
              <a:path w="176158" h="369745">
                <a:moveTo>
                  <a:pt x="98403" y="213150"/>
                </a:moveTo>
                <a:cubicBezTo>
                  <a:pt x="97536" y="228610"/>
                  <a:pt x="99917" y="244764"/>
                  <a:pt x="94069" y="258966"/>
                </a:cubicBezTo>
                <a:cubicBezTo>
                  <a:pt x="90211" y="268110"/>
                  <a:pt x="83287" y="275425"/>
                  <a:pt x="77562" y="283531"/>
                </a:cubicBezTo>
                <a:cubicBezTo>
                  <a:pt x="57512" y="311848"/>
                  <a:pt x="50235" y="351996"/>
                  <a:pt x="19488" y="367941"/>
                </a:cubicBezTo>
                <a:cubicBezTo>
                  <a:pt x="17536" y="369151"/>
                  <a:pt x="15202" y="369713"/>
                  <a:pt x="12906" y="369494"/>
                </a:cubicBezTo>
                <a:cubicBezTo>
                  <a:pt x="9830" y="368503"/>
                  <a:pt x="7401" y="366036"/>
                  <a:pt x="6448" y="362912"/>
                </a:cubicBezTo>
                <a:cubicBezTo>
                  <a:pt x="-1133" y="345329"/>
                  <a:pt x="7363" y="325536"/>
                  <a:pt x="12382" y="307086"/>
                </a:cubicBezTo>
                <a:cubicBezTo>
                  <a:pt x="13602" y="303924"/>
                  <a:pt x="13602" y="300418"/>
                  <a:pt x="12382" y="297256"/>
                </a:cubicBezTo>
                <a:cubicBezTo>
                  <a:pt x="10697" y="294008"/>
                  <a:pt x="6839" y="292579"/>
                  <a:pt x="4201" y="290027"/>
                </a:cubicBezTo>
                <a:cubicBezTo>
                  <a:pt x="-1048" y="284912"/>
                  <a:pt x="-562" y="276463"/>
                  <a:pt x="476" y="269186"/>
                </a:cubicBezTo>
                <a:cubicBezTo>
                  <a:pt x="3077" y="251003"/>
                  <a:pt x="6753" y="233029"/>
                  <a:pt x="11478" y="215265"/>
                </a:cubicBezTo>
                <a:cubicBezTo>
                  <a:pt x="13687" y="205092"/>
                  <a:pt x="17583" y="195348"/>
                  <a:pt x="22993" y="186461"/>
                </a:cubicBezTo>
                <a:cubicBezTo>
                  <a:pt x="30013" y="177375"/>
                  <a:pt x="38195" y="169269"/>
                  <a:pt x="47339" y="162382"/>
                </a:cubicBezTo>
                <a:cubicBezTo>
                  <a:pt x="85839" y="129169"/>
                  <a:pt x="114900" y="86335"/>
                  <a:pt x="131493" y="38252"/>
                </a:cubicBezTo>
                <a:cubicBezTo>
                  <a:pt x="135036" y="27908"/>
                  <a:pt x="138198" y="16945"/>
                  <a:pt x="145561" y="8849"/>
                </a:cubicBezTo>
                <a:cubicBezTo>
                  <a:pt x="152924" y="752"/>
                  <a:pt x="166011" y="-3448"/>
                  <a:pt x="174974" y="2829"/>
                </a:cubicBezTo>
                <a:cubicBezTo>
                  <a:pt x="181337" y="7163"/>
                  <a:pt x="155219" y="49254"/>
                  <a:pt x="152190" y="54283"/>
                </a:cubicBezTo>
                <a:cubicBezTo>
                  <a:pt x="143532" y="68666"/>
                  <a:pt x="143532" y="81182"/>
                  <a:pt x="138465" y="97155"/>
                </a:cubicBezTo>
                <a:cubicBezTo>
                  <a:pt x="126244" y="136265"/>
                  <a:pt x="100784" y="171260"/>
                  <a:pt x="98403" y="21315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17"/>
          <p:cNvSpPr/>
          <p:nvPr>
            <p:custDataLst>
              <p:tags r:id="rId9"/>
            </p:custDataLst>
          </p:nvPr>
        </p:nvSpPr>
        <p:spPr>
          <a:xfrm>
            <a:off x="9155721" y="4653416"/>
            <a:ext cx="193893" cy="492207"/>
          </a:xfrm>
          <a:custGeom>
            <a:avLst/>
            <a:gdLst/>
            <a:ahLst/>
            <a:cxnLst/>
            <a:rect l="l" t="t" r="r" b="b"/>
            <a:pathLst>
              <a:path w="193893" h="492207">
                <a:moveTo>
                  <a:pt x="121701" y="369684"/>
                </a:moveTo>
                <a:cubicBezTo>
                  <a:pt x="128026" y="355225"/>
                  <a:pt x="132483" y="339976"/>
                  <a:pt x="135045" y="324383"/>
                </a:cubicBezTo>
                <a:cubicBezTo>
                  <a:pt x="137122" y="307057"/>
                  <a:pt x="134350" y="289179"/>
                  <a:pt x="137341" y="271853"/>
                </a:cubicBezTo>
                <a:cubicBezTo>
                  <a:pt x="141151" y="249631"/>
                  <a:pt x="154143" y="230095"/>
                  <a:pt x="160553" y="208445"/>
                </a:cubicBezTo>
                <a:cubicBezTo>
                  <a:pt x="165183" y="192853"/>
                  <a:pt x="166316" y="176432"/>
                  <a:pt x="169212" y="160372"/>
                </a:cubicBezTo>
                <a:cubicBezTo>
                  <a:pt x="177184" y="114462"/>
                  <a:pt x="198796" y="69418"/>
                  <a:pt x="192605" y="23460"/>
                </a:cubicBezTo>
                <a:cubicBezTo>
                  <a:pt x="191262" y="13411"/>
                  <a:pt x="186709" y="1810"/>
                  <a:pt x="176755" y="-10"/>
                </a:cubicBezTo>
                <a:cubicBezTo>
                  <a:pt x="167697" y="-1572"/>
                  <a:pt x="159429" y="6706"/>
                  <a:pt x="157134" y="15535"/>
                </a:cubicBezTo>
                <a:cubicBezTo>
                  <a:pt x="154838" y="24374"/>
                  <a:pt x="156524" y="33766"/>
                  <a:pt x="157134" y="42910"/>
                </a:cubicBezTo>
                <a:cubicBezTo>
                  <a:pt x="158867" y="68675"/>
                  <a:pt x="151762" y="94278"/>
                  <a:pt x="136903" y="115414"/>
                </a:cubicBezTo>
                <a:cubicBezTo>
                  <a:pt x="122701" y="135465"/>
                  <a:pt x="102260" y="150533"/>
                  <a:pt x="89259" y="171717"/>
                </a:cubicBezTo>
                <a:cubicBezTo>
                  <a:pt x="73628" y="197482"/>
                  <a:pt x="71504" y="228933"/>
                  <a:pt x="63494" y="257994"/>
                </a:cubicBezTo>
                <a:cubicBezTo>
                  <a:pt x="47644" y="315763"/>
                  <a:pt x="7791" y="366265"/>
                  <a:pt x="514" y="425729"/>
                </a:cubicBezTo>
                <a:cubicBezTo>
                  <a:pt x="-2381" y="449428"/>
                  <a:pt x="3200" y="478184"/>
                  <a:pt x="25032" y="487670"/>
                </a:cubicBezTo>
                <a:cubicBezTo>
                  <a:pt x="88306" y="514864"/>
                  <a:pt x="107366" y="406718"/>
                  <a:pt x="121701" y="36968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8"/>
          <p:cNvSpPr/>
          <p:nvPr>
            <p:custDataLst>
              <p:tags r:id="rId10"/>
            </p:custDataLst>
          </p:nvPr>
        </p:nvSpPr>
        <p:spPr>
          <a:xfrm>
            <a:off x="9006703" y="5096676"/>
            <a:ext cx="310954" cy="253974"/>
          </a:xfrm>
          <a:custGeom>
            <a:avLst/>
            <a:gdLst/>
            <a:ahLst/>
            <a:cxnLst/>
            <a:rect l="l" t="t" r="r" b="b"/>
            <a:pathLst>
              <a:path w="310954" h="253974">
                <a:moveTo>
                  <a:pt x="160191" y="-200"/>
                </a:moveTo>
                <a:lnTo>
                  <a:pt x="15059" y="-200"/>
                </a:lnTo>
                <a:cubicBezTo>
                  <a:pt x="6525" y="-114"/>
                  <a:pt x="-276" y="6906"/>
                  <a:pt x="-190" y="15392"/>
                </a:cubicBezTo>
                <a:cubicBezTo>
                  <a:pt x="-143" y="16602"/>
                  <a:pt x="-19" y="17774"/>
                  <a:pt x="286" y="18945"/>
                </a:cubicBezTo>
                <a:lnTo>
                  <a:pt x="53216" y="241945"/>
                </a:lnTo>
                <a:cubicBezTo>
                  <a:pt x="54864" y="248879"/>
                  <a:pt x="61055" y="253775"/>
                  <a:pt x="68151" y="253775"/>
                </a:cubicBezTo>
                <a:lnTo>
                  <a:pt x="242526" y="253775"/>
                </a:lnTo>
                <a:cubicBezTo>
                  <a:pt x="249631" y="253775"/>
                  <a:pt x="255822" y="248879"/>
                  <a:pt x="257470" y="241945"/>
                </a:cubicBezTo>
                <a:lnTo>
                  <a:pt x="310353" y="18945"/>
                </a:lnTo>
                <a:cubicBezTo>
                  <a:pt x="312296" y="10668"/>
                  <a:pt x="307191" y="2353"/>
                  <a:pt x="298914" y="400"/>
                </a:cubicBezTo>
                <a:cubicBezTo>
                  <a:pt x="297742" y="105"/>
                  <a:pt x="296580" y="-29"/>
                  <a:pt x="295408" y="-2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9"/>
          <p:cNvSpPr/>
          <p:nvPr>
            <p:custDataLst>
              <p:tags r:id="rId11"/>
            </p:custDataLst>
          </p:nvPr>
        </p:nvSpPr>
        <p:spPr>
          <a:xfrm>
            <a:off x="6708372" y="4132057"/>
            <a:ext cx="180346" cy="1006803"/>
          </a:xfrm>
          <a:custGeom>
            <a:avLst/>
            <a:gdLst/>
            <a:ahLst/>
            <a:cxnLst/>
            <a:rect l="l" t="t" r="r" b="b"/>
            <a:pathLst>
              <a:path w="180346" h="1006803">
                <a:moveTo>
                  <a:pt x="180156" y="1006602"/>
                </a:moveTo>
                <a:lnTo>
                  <a:pt x="172060" y="1006602"/>
                </a:lnTo>
                <a:cubicBezTo>
                  <a:pt x="169116" y="976713"/>
                  <a:pt x="163306" y="947223"/>
                  <a:pt x="154734" y="918467"/>
                </a:cubicBezTo>
                <a:cubicBezTo>
                  <a:pt x="119691" y="800310"/>
                  <a:pt x="135026" y="785022"/>
                  <a:pt x="75905" y="711175"/>
                </a:cubicBezTo>
                <a:cubicBezTo>
                  <a:pt x="16793" y="637337"/>
                  <a:pt x="12459" y="484184"/>
                  <a:pt x="12459" y="484184"/>
                </a:cubicBezTo>
                <a:cubicBezTo>
                  <a:pt x="12459" y="484184"/>
                  <a:pt x="-16002" y="310248"/>
                  <a:pt x="12459" y="233677"/>
                </a:cubicBezTo>
                <a:cubicBezTo>
                  <a:pt x="40910" y="157105"/>
                  <a:pt x="43082" y="80524"/>
                  <a:pt x="112071" y="-200"/>
                </a:cubicBezTo>
                <a:cubicBezTo>
                  <a:pt x="112071" y="-200"/>
                  <a:pt x="125063" y="108071"/>
                  <a:pt x="141656" y="157315"/>
                </a:cubicBezTo>
                <a:cubicBezTo>
                  <a:pt x="158239" y="206569"/>
                  <a:pt x="173660" y="253603"/>
                  <a:pt x="161449" y="371751"/>
                </a:cubicBezTo>
                <a:cubicBezTo>
                  <a:pt x="149228" y="489899"/>
                  <a:pt x="141742" y="499739"/>
                  <a:pt x="138970" y="530352"/>
                </a:cubicBezTo>
                <a:cubicBezTo>
                  <a:pt x="136198" y="560975"/>
                  <a:pt x="140522" y="690086"/>
                  <a:pt x="133988" y="711394"/>
                </a:cubicBezTo>
                <a:cubicBezTo>
                  <a:pt x="127444" y="732701"/>
                  <a:pt x="172279" y="880310"/>
                  <a:pt x="175565" y="943842"/>
                </a:cubicBezTo>
                <a:cubicBezTo>
                  <a:pt x="176822" y="962682"/>
                  <a:pt x="178594" y="984428"/>
                  <a:pt x="180156" y="1006602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20"/>
          <p:cNvSpPr/>
          <p:nvPr>
            <p:custDataLst>
              <p:tags r:id="rId12"/>
            </p:custDataLst>
          </p:nvPr>
        </p:nvSpPr>
        <p:spPr>
          <a:xfrm>
            <a:off x="6601134" y="4802542"/>
            <a:ext cx="254321" cy="287290"/>
          </a:xfrm>
          <a:custGeom>
            <a:avLst/>
            <a:gdLst/>
            <a:ahLst/>
            <a:cxnLst/>
            <a:rect l="l" t="t" r="r" b="b"/>
            <a:pathLst>
              <a:path w="254321" h="287290">
                <a:moveTo>
                  <a:pt x="246898" y="287093"/>
                </a:moveTo>
                <a:cubicBezTo>
                  <a:pt x="236287" y="267814"/>
                  <a:pt x="218656" y="253394"/>
                  <a:pt x="197701" y="246764"/>
                </a:cubicBezTo>
                <a:cubicBezTo>
                  <a:pt x="133683" y="226276"/>
                  <a:pt x="92583" y="231391"/>
                  <a:pt x="57026" y="169154"/>
                </a:cubicBezTo>
                <a:cubicBezTo>
                  <a:pt x="21469" y="106918"/>
                  <a:pt x="11630" y="17564"/>
                  <a:pt x="-190" y="238"/>
                </a:cubicBezTo>
                <a:cubicBezTo>
                  <a:pt x="-190" y="238"/>
                  <a:pt x="25498" y="-6991"/>
                  <a:pt x="56807" y="36967"/>
                </a:cubicBezTo>
                <a:cubicBezTo>
                  <a:pt x="88125" y="80924"/>
                  <a:pt x="109690" y="113843"/>
                  <a:pt x="127797" y="139398"/>
                </a:cubicBezTo>
                <a:cubicBezTo>
                  <a:pt x="145894" y="164954"/>
                  <a:pt x="166773" y="154943"/>
                  <a:pt x="187652" y="173612"/>
                </a:cubicBezTo>
                <a:cubicBezTo>
                  <a:pt x="204968" y="189252"/>
                  <a:pt x="223904" y="228009"/>
                  <a:pt x="231610" y="247888"/>
                </a:cubicBezTo>
                <a:cubicBezTo>
                  <a:pt x="234077" y="254346"/>
                  <a:pt x="237411" y="260452"/>
                  <a:pt x="241440" y="266081"/>
                </a:cubicBezTo>
                <a:cubicBezTo>
                  <a:pt x="245126" y="271196"/>
                  <a:pt x="249498" y="277435"/>
                  <a:pt x="252184" y="281892"/>
                </a:cubicBezTo>
                <a:cubicBezTo>
                  <a:pt x="252965" y="283274"/>
                  <a:pt x="253613" y="284702"/>
                  <a:pt x="254127" y="2862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21"/>
          <p:cNvSpPr/>
          <p:nvPr>
            <p:custDataLst>
              <p:tags r:id="rId13"/>
            </p:custDataLst>
          </p:nvPr>
        </p:nvSpPr>
        <p:spPr>
          <a:xfrm>
            <a:off x="6918039" y="4019276"/>
            <a:ext cx="207947" cy="1119584"/>
          </a:xfrm>
          <a:custGeom>
            <a:avLst/>
            <a:gdLst/>
            <a:ahLst/>
            <a:cxnLst/>
            <a:rect l="l" t="t" r="r" b="b"/>
            <a:pathLst>
              <a:path w="207947" h="1119584">
                <a:moveTo>
                  <a:pt x="204930" y="652748"/>
                </a:moveTo>
                <a:cubicBezTo>
                  <a:pt x="211474" y="736987"/>
                  <a:pt x="157848" y="730406"/>
                  <a:pt x="155638" y="784031"/>
                </a:cubicBezTo>
                <a:cubicBezTo>
                  <a:pt x="153429" y="837648"/>
                  <a:pt x="83439" y="928421"/>
                  <a:pt x="50959" y="992962"/>
                </a:cubicBezTo>
                <a:cubicBezTo>
                  <a:pt x="34109" y="1026528"/>
                  <a:pt x="27880" y="1077849"/>
                  <a:pt x="25794" y="1119388"/>
                </a:cubicBezTo>
                <a:lnTo>
                  <a:pt x="-190" y="1119388"/>
                </a:lnTo>
                <a:cubicBezTo>
                  <a:pt x="9858" y="1014270"/>
                  <a:pt x="52521" y="941118"/>
                  <a:pt x="78029" y="882472"/>
                </a:cubicBezTo>
                <a:cubicBezTo>
                  <a:pt x="110861" y="806987"/>
                  <a:pt x="115795" y="772554"/>
                  <a:pt x="87906" y="713556"/>
                </a:cubicBezTo>
                <a:cubicBezTo>
                  <a:pt x="60008" y="654568"/>
                  <a:pt x="100898" y="501901"/>
                  <a:pt x="61312" y="433864"/>
                </a:cubicBezTo>
                <a:cubicBezTo>
                  <a:pt x="21727" y="365817"/>
                  <a:pt x="41910" y="259061"/>
                  <a:pt x="51044" y="218037"/>
                </a:cubicBezTo>
                <a:cubicBezTo>
                  <a:pt x="60188" y="177022"/>
                  <a:pt x="50140" y="149085"/>
                  <a:pt x="41910" y="105870"/>
                </a:cubicBezTo>
                <a:cubicBezTo>
                  <a:pt x="33680" y="62646"/>
                  <a:pt x="51044" y="-200"/>
                  <a:pt x="51044" y="-200"/>
                </a:cubicBezTo>
                <a:cubicBezTo>
                  <a:pt x="52559" y="53369"/>
                  <a:pt x="93364" y="126702"/>
                  <a:pt x="122901" y="173736"/>
                </a:cubicBezTo>
                <a:cubicBezTo>
                  <a:pt x="152438" y="220770"/>
                  <a:pt x="208264" y="348748"/>
                  <a:pt x="201720" y="406698"/>
                </a:cubicBezTo>
                <a:cubicBezTo>
                  <a:pt x="195186" y="464649"/>
                  <a:pt x="198434" y="469068"/>
                  <a:pt x="198434" y="469068"/>
                </a:cubicBezTo>
                <a:cubicBezTo>
                  <a:pt x="218961" y="546640"/>
                  <a:pt x="198177" y="568509"/>
                  <a:pt x="204930" y="65274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22"/>
          <p:cNvSpPr/>
          <p:nvPr>
            <p:custDataLst>
              <p:tags r:id="rId14"/>
            </p:custDataLst>
          </p:nvPr>
        </p:nvSpPr>
        <p:spPr>
          <a:xfrm>
            <a:off x="6926615" y="4671321"/>
            <a:ext cx="293281" cy="467540"/>
          </a:xfrm>
          <a:custGeom>
            <a:avLst/>
            <a:gdLst/>
            <a:ahLst/>
            <a:cxnLst/>
            <a:rect l="l" t="t" r="r" b="b"/>
            <a:pathLst>
              <a:path w="293281" h="467540">
                <a:moveTo>
                  <a:pt x="39738" y="398907"/>
                </a:moveTo>
                <a:cubicBezTo>
                  <a:pt x="36366" y="408956"/>
                  <a:pt x="25622" y="434635"/>
                  <a:pt x="15792" y="467335"/>
                </a:cubicBezTo>
                <a:lnTo>
                  <a:pt x="-190" y="467335"/>
                </a:lnTo>
                <a:cubicBezTo>
                  <a:pt x="7087" y="425672"/>
                  <a:pt x="19650" y="377380"/>
                  <a:pt x="40824" y="349663"/>
                </a:cubicBezTo>
                <a:cubicBezTo>
                  <a:pt x="83534" y="293875"/>
                  <a:pt x="168850" y="269796"/>
                  <a:pt x="178727" y="229343"/>
                </a:cubicBezTo>
                <a:cubicBezTo>
                  <a:pt x="188605" y="188890"/>
                  <a:pt x="177641" y="67447"/>
                  <a:pt x="240011" y="-200"/>
                </a:cubicBezTo>
                <a:cubicBezTo>
                  <a:pt x="240011" y="-200"/>
                  <a:pt x="231353" y="75286"/>
                  <a:pt x="240011" y="95517"/>
                </a:cubicBezTo>
                <a:cubicBezTo>
                  <a:pt x="248679" y="115738"/>
                  <a:pt x="323174" y="209817"/>
                  <a:pt x="279425" y="288598"/>
                </a:cubicBezTo>
                <a:cubicBezTo>
                  <a:pt x="235677" y="367379"/>
                  <a:pt x="137150" y="357502"/>
                  <a:pt x="106490" y="375218"/>
                </a:cubicBezTo>
                <a:cubicBezTo>
                  <a:pt x="75819" y="392925"/>
                  <a:pt x="45196" y="382495"/>
                  <a:pt x="39738" y="39890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23"/>
          <p:cNvSpPr/>
          <p:nvPr>
            <p:custDataLst>
              <p:tags r:id="rId15"/>
            </p:custDataLst>
          </p:nvPr>
        </p:nvSpPr>
        <p:spPr>
          <a:xfrm>
            <a:off x="6869472" y="4379016"/>
            <a:ext cx="177541" cy="759845"/>
          </a:xfrm>
          <a:custGeom>
            <a:avLst/>
            <a:gdLst/>
            <a:ahLst/>
            <a:cxnLst/>
            <a:rect l="l" t="t" r="r" b="b"/>
            <a:pathLst>
              <a:path w="177541" h="759845">
                <a:moveTo>
                  <a:pt x="136255" y="327965"/>
                </a:moveTo>
                <a:cubicBezTo>
                  <a:pt x="137379" y="408908"/>
                  <a:pt x="73885" y="439531"/>
                  <a:pt x="74971" y="484356"/>
                </a:cubicBezTo>
                <a:cubicBezTo>
                  <a:pt x="76057" y="529190"/>
                  <a:pt x="61979" y="577348"/>
                  <a:pt x="49806" y="613467"/>
                </a:cubicBezTo>
                <a:cubicBezTo>
                  <a:pt x="42186" y="636299"/>
                  <a:pt x="46425" y="700088"/>
                  <a:pt x="47768" y="759647"/>
                </a:cubicBezTo>
                <a:lnTo>
                  <a:pt x="30147" y="759647"/>
                </a:lnTo>
                <a:cubicBezTo>
                  <a:pt x="25813" y="715766"/>
                  <a:pt x="20831" y="652453"/>
                  <a:pt x="22431" y="624383"/>
                </a:cubicBezTo>
                <a:cubicBezTo>
                  <a:pt x="24641" y="586092"/>
                  <a:pt x="7144" y="555479"/>
                  <a:pt x="5105" y="488775"/>
                </a:cubicBezTo>
                <a:cubicBezTo>
                  <a:pt x="3077" y="422081"/>
                  <a:pt x="-11306" y="361874"/>
                  <a:pt x="18107" y="277635"/>
                </a:cubicBezTo>
                <a:cubicBezTo>
                  <a:pt x="47511" y="193396"/>
                  <a:pt x="42186" y="92783"/>
                  <a:pt x="165878" y="-200"/>
                </a:cubicBezTo>
                <a:cubicBezTo>
                  <a:pt x="165878" y="-200"/>
                  <a:pt x="187538" y="98241"/>
                  <a:pt x="171336" y="151819"/>
                </a:cubicBezTo>
                <a:cubicBezTo>
                  <a:pt x="155143" y="205397"/>
                  <a:pt x="135169" y="247193"/>
                  <a:pt x="136255" y="32796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24"/>
          <p:cNvSpPr/>
          <p:nvPr>
            <p:custDataLst>
              <p:tags r:id="rId16"/>
            </p:custDataLst>
          </p:nvPr>
        </p:nvSpPr>
        <p:spPr>
          <a:xfrm>
            <a:off x="6734344" y="5060338"/>
            <a:ext cx="362743" cy="296419"/>
          </a:xfrm>
          <a:custGeom>
            <a:avLst/>
            <a:gdLst/>
            <a:ahLst/>
            <a:cxnLst/>
            <a:rect l="l" t="t" r="r" b="b"/>
            <a:pathLst>
              <a:path w="362743" h="296419">
                <a:moveTo>
                  <a:pt x="175231" y="-200"/>
                </a:moveTo>
                <a:lnTo>
                  <a:pt x="344748" y="-200"/>
                </a:lnTo>
                <a:cubicBezTo>
                  <a:pt x="354673" y="-114"/>
                  <a:pt x="362636" y="8030"/>
                  <a:pt x="362550" y="17945"/>
                </a:cubicBezTo>
                <a:cubicBezTo>
                  <a:pt x="362550" y="19288"/>
                  <a:pt x="362379" y="20631"/>
                  <a:pt x="362074" y="21927"/>
                </a:cubicBezTo>
                <a:lnTo>
                  <a:pt x="300314" y="282397"/>
                </a:lnTo>
                <a:cubicBezTo>
                  <a:pt x="298409" y="290417"/>
                  <a:pt x="291265" y="296132"/>
                  <a:pt x="282988" y="296218"/>
                </a:cubicBezTo>
                <a:lnTo>
                  <a:pt x="79429" y="296218"/>
                </a:lnTo>
                <a:cubicBezTo>
                  <a:pt x="71161" y="296170"/>
                  <a:pt x="64008" y="290455"/>
                  <a:pt x="62103" y="282397"/>
                </a:cubicBezTo>
                <a:lnTo>
                  <a:pt x="305" y="21927"/>
                </a:lnTo>
                <a:cubicBezTo>
                  <a:pt x="-1991" y="12268"/>
                  <a:pt x="3981" y="2572"/>
                  <a:pt x="13640" y="276"/>
                </a:cubicBezTo>
                <a:cubicBezTo>
                  <a:pt x="14945" y="-29"/>
                  <a:pt x="16288" y="-200"/>
                  <a:pt x="17621" y="-20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25"/>
          <p:cNvSpPr/>
          <p:nvPr>
            <p:custDataLst>
              <p:tags r:id="rId17"/>
            </p:custDataLst>
          </p:nvPr>
        </p:nvSpPr>
        <p:spPr>
          <a:xfrm>
            <a:off x="7242524" y="5105209"/>
            <a:ext cx="1562264" cy="1018280"/>
          </a:xfrm>
          <a:custGeom>
            <a:avLst/>
            <a:gdLst/>
            <a:ahLst/>
            <a:cxnLst/>
            <a:rect l="l" t="t" r="r" b="b"/>
            <a:pathLst>
              <a:path w="1562264" h="1018280">
                <a:moveTo>
                  <a:pt x="1527658" y="629917"/>
                </a:moveTo>
                <a:lnTo>
                  <a:pt x="34604" y="629917"/>
                </a:lnTo>
                <a:lnTo>
                  <a:pt x="34604" y="0"/>
                </a:lnTo>
                <a:lnTo>
                  <a:pt x="0" y="0"/>
                </a:lnTo>
                <a:lnTo>
                  <a:pt x="0" y="629917"/>
                </a:lnTo>
                <a:lnTo>
                  <a:pt x="0" y="664864"/>
                </a:lnTo>
                <a:lnTo>
                  <a:pt x="0" y="1018280"/>
                </a:lnTo>
                <a:lnTo>
                  <a:pt x="34604" y="1018280"/>
                </a:lnTo>
                <a:lnTo>
                  <a:pt x="34604" y="664864"/>
                </a:lnTo>
                <a:lnTo>
                  <a:pt x="1527658" y="664864"/>
                </a:lnTo>
                <a:lnTo>
                  <a:pt x="1527658" y="1018280"/>
                </a:lnTo>
                <a:lnTo>
                  <a:pt x="1562262" y="1018280"/>
                </a:lnTo>
                <a:lnTo>
                  <a:pt x="1562262" y="664864"/>
                </a:lnTo>
                <a:lnTo>
                  <a:pt x="1562262" y="629917"/>
                </a:lnTo>
                <a:lnTo>
                  <a:pt x="1562262" y="0"/>
                </a:lnTo>
                <a:lnTo>
                  <a:pt x="1527658" y="0"/>
                </a:lnTo>
                <a:lnTo>
                  <a:pt x="1527658" y="629917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26"/>
          <p:cNvSpPr/>
          <p:nvPr>
            <p:custDataLst>
              <p:tags r:id="rId18"/>
            </p:custDataLst>
          </p:nvPr>
        </p:nvSpPr>
        <p:spPr>
          <a:xfrm>
            <a:off x="9432710" y="5103779"/>
            <a:ext cx="1562308" cy="1018237"/>
          </a:xfrm>
          <a:custGeom>
            <a:avLst/>
            <a:gdLst/>
            <a:ahLst/>
            <a:cxnLst/>
            <a:rect l="l" t="t" r="r" b="b"/>
            <a:pathLst>
              <a:path w="1562308" h="1018237">
                <a:moveTo>
                  <a:pt x="1527658" y="0"/>
                </a:moveTo>
                <a:lnTo>
                  <a:pt x="1527658" y="629917"/>
                </a:lnTo>
                <a:lnTo>
                  <a:pt x="34652" y="629917"/>
                </a:lnTo>
                <a:lnTo>
                  <a:pt x="34652" y="0"/>
                </a:lnTo>
                <a:lnTo>
                  <a:pt x="0" y="0"/>
                </a:lnTo>
                <a:lnTo>
                  <a:pt x="0" y="629917"/>
                </a:lnTo>
                <a:lnTo>
                  <a:pt x="0" y="664864"/>
                </a:lnTo>
                <a:lnTo>
                  <a:pt x="0" y="1018242"/>
                </a:lnTo>
                <a:lnTo>
                  <a:pt x="34652" y="1018242"/>
                </a:lnTo>
                <a:lnTo>
                  <a:pt x="34652" y="664864"/>
                </a:lnTo>
                <a:lnTo>
                  <a:pt x="1527658" y="664864"/>
                </a:lnTo>
                <a:lnTo>
                  <a:pt x="1527658" y="1018242"/>
                </a:lnTo>
                <a:lnTo>
                  <a:pt x="1562310" y="1018242"/>
                </a:lnTo>
                <a:lnTo>
                  <a:pt x="1562310" y="664864"/>
                </a:lnTo>
                <a:lnTo>
                  <a:pt x="1562310" y="629917"/>
                </a:lnTo>
                <a:lnTo>
                  <a:pt x="1562310" y="0"/>
                </a:lnTo>
                <a:lnTo>
                  <a:pt x="1527658" y="0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27"/>
          <p:cNvSpPr/>
          <p:nvPr>
            <p:custDataLst>
              <p:tags r:id="rId19"/>
            </p:custDataLst>
          </p:nvPr>
        </p:nvSpPr>
        <p:spPr>
          <a:xfrm>
            <a:off x="7177255" y="5053495"/>
            <a:ext cx="3882859" cy="611722"/>
          </a:xfrm>
          <a:custGeom>
            <a:avLst/>
            <a:gdLst/>
            <a:ahLst/>
            <a:cxnLst/>
            <a:rect l="l" t="t" r="r" b="b"/>
            <a:pathLst>
              <a:path w="3882859" h="611722">
                <a:moveTo>
                  <a:pt x="1627346" y="611524"/>
                </a:moveTo>
                <a:lnTo>
                  <a:pt x="65084" y="611524"/>
                </a:lnTo>
                <a:lnTo>
                  <a:pt x="65084" y="128387"/>
                </a:lnTo>
                <a:lnTo>
                  <a:pt x="1627346" y="128387"/>
                </a:lnTo>
                <a:close/>
                <a:moveTo>
                  <a:pt x="1692612" y="1267"/>
                </a:moveTo>
                <a:lnTo>
                  <a:pt x="-190" y="1267"/>
                </a:lnTo>
                <a:lnTo>
                  <a:pt x="-190" y="51511"/>
                </a:lnTo>
                <a:lnTo>
                  <a:pt x="1692612" y="51511"/>
                </a:lnTo>
                <a:close/>
                <a:moveTo>
                  <a:pt x="3817706" y="610095"/>
                </a:moveTo>
                <a:lnTo>
                  <a:pt x="2255263" y="610095"/>
                </a:lnTo>
                <a:lnTo>
                  <a:pt x="2255263" y="127092"/>
                </a:lnTo>
                <a:lnTo>
                  <a:pt x="3817706" y="127092"/>
                </a:lnTo>
                <a:close/>
                <a:moveTo>
                  <a:pt x="3882666" y="-200"/>
                </a:moveTo>
                <a:lnTo>
                  <a:pt x="2189998" y="-200"/>
                </a:lnTo>
                <a:lnTo>
                  <a:pt x="2189998" y="50082"/>
                </a:lnTo>
                <a:lnTo>
                  <a:pt x="3882666" y="5008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8"/>
          <p:cNvSpPr/>
          <p:nvPr>
            <p:custDataLst>
              <p:tags r:id="rId20"/>
            </p:custDataLst>
          </p:nvPr>
        </p:nvSpPr>
        <p:spPr>
          <a:xfrm>
            <a:off x="6475316" y="3215210"/>
            <a:ext cx="377540" cy="513363"/>
          </a:xfrm>
          <a:custGeom>
            <a:avLst/>
            <a:gdLst/>
            <a:ahLst/>
            <a:cxnLst/>
            <a:rect l="l" t="t" r="r" b="b"/>
            <a:pathLst>
              <a:path w="377540" h="513363">
                <a:moveTo>
                  <a:pt x="0" y="0"/>
                </a:moveTo>
                <a:lnTo>
                  <a:pt x="377542" y="0"/>
                </a:lnTo>
                <a:lnTo>
                  <a:pt x="377542" y="513359"/>
                </a:lnTo>
                <a:lnTo>
                  <a:pt x="0" y="51335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9"/>
          <p:cNvSpPr/>
          <p:nvPr>
            <p:custDataLst>
              <p:tags r:id="rId21"/>
            </p:custDataLst>
          </p:nvPr>
        </p:nvSpPr>
        <p:spPr>
          <a:xfrm>
            <a:off x="7839824" y="3215210"/>
            <a:ext cx="377540" cy="513363"/>
          </a:xfrm>
          <a:custGeom>
            <a:avLst/>
            <a:gdLst/>
            <a:ahLst/>
            <a:cxnLst/>
            <a:rect l="l" t="t" r="r" b="b"/>
            <a:pathLst>
              <a:path w="377540" h="513363">
                <a:moveTo>
                  <a:pt x="0" y="0"/>
                </a:moveTo>
                <a:lnTo>
                  <a:pt x="377542" y="0"/>
                </a:lnTo>
                <a:lnTo>
                  <a:pt x="377542" y="513359"/>
                </a:lnTo>
                <a:lnTo>
                  <a:pt x="0" y="51335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30"/>
          <p:cNvSpPr/>
          <p:nvPr>
            <p:custDataLst>
              <p:tags r:id="rId22"/>
            </p:custDataLst>
          </p:nvPr>
        </p:nvSpPr>
        <p:spPr>
          <a:xfrm>
            <a:off x="7039310" y="3309022"/>
            <a:ext cx="598079" cy="513363"/>
          </a:xfrm>
          <a:custGeom>
            <a:avLst/>
            <a:gdLst/>
            <a:ahLst/>
            <a:cxnLst/>
            <a:rect l="l" t="t" r="r" b="b"/>
            <a:pathLst>
              <a:path w="598079" h="513363">
                <a:moveTo>
                  <a:pt x="0" y="0"/>
                </a:moveTo>
                <a:lnTo>
                  <a:pt x="598075" y="0"/>
                </a:lnTo>
                <a:lnTo>
                  <a:pt x="598075" y="513359"/>
                </a:lnTo>
                <a:lnTo>
                  <a:pt x="0" y="513359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31"/>
          <p:cNvSpPr/>
          <p:nvPr>
            <p:custDataLst>
              <p:tags r:id="rId23"/>
            </p:custDataLst>
          </p:nvPr>
        </p:nvSpPr>
        <p:spPr>
          <a:xfrm>
            <a:off x="6531144" y="3279787"/>
            <a:ext cx="1630392" cy="478021"/>
          </a:xfrm>
          <a:custGeom>
            <a:avLst/>
            <a:gdLst/>
            <a:ahLst/>
            <a:cxnLst/>
            <a:rect l="l" t="t" r="r" b="b"/>
            <a:pathLst>
              <a:path w="1630392" h="478021">
                <a:moveTo>
                  <a:pt x="265652" y="384010"/>
                </a:moveTo>
                <a:lnTo>
                  <a:pt x="-190" y="384010"/>
                </a:lnTo>
                <a:lnTo>
                  <a:pt x="-190" y="-200"/>
                </a:lnTo>
                <a:lnTo>
                  <a:pt x="265652" y="-200"/>
                </a:lnTo>
                <a:close/>
                <a:moveTo>
                  <a:pt x="1630204" y="-200"/>
                </a:moveTo>
                <a:lnTo>
                  <a:pt x="1364361" y="-200"/>
                </a:lnTo>
                <a:lnTo>
                  <a:pt x="1364361" y="384010"/>
                </a:lnTo>
                <a:lnTo>
                  <a:pt x="1630204" y="384010"/>
                </a:lnTo>
                <a:close/>
                <a:moveTo>
                  <a:pt x="1047417" y="93612"/>
                </a:moveTo>
                <a:lnTo>
                  <a:pt x="566661" y="93612"/>
                </a:lnTo>
                <a:lnTo>
                  <a:pt x="566661" y="477822"/>
                </a:lnTo>
                <a:lnTo>
                  <a:pt x="1047417" y="477822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32"/>
          <p:cNvSpPr/>
          <p:nvPr>
            <p:custDataLst>
              <p:tags r:id="rId24"/>
            </p:custDataLst>
          </p:nvPr>
        </p:nvSpPr>
        <p:spPr>
          <a:xfrm>
            <a:off x="10626789" y="2170856"/>
            <a:ext cx="1007453" cy="2004035"/>
          </a:xfrm>
          <a:custGeom>
            <a:avLst/>
            <a:gdLst/>
            <a:ahLst/>
            <a:cxnLst/>
            <a:rect l="l" t="t" r="r" b="b"/>
            <a:pathLst>
              <a:path w="1007453" h="2004035">
                <a:moveTo>
                  <a:pt x="0" y="0"/>
                </a:moveTo>
                <a:lnTo>
                  <a:pt x="1007450" y="0"/>
                </a:lnTo>
                <a:lnTo>
                  <a:pt x="1007450" y="2004031"/>
                </a:lnTo>
                <a:lnTo>
                  <a:pt x="0" y="200403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33"/>
          <p:cNvSpPr/>
          <p:nvPr>
            <p:custDataLst>
              <p:tags r:id="rId25"/>
            </p:custDataLst>
          </p:nvPr>
        </p:nvSpPr>
        <p:spPr>
          <a:xfrm>
            <a:off x="10540341" y="3209840"/>
            <a:ext cx="1093511" cy="965052"/>
          </a:xfrm>
          <a:custGeom>
            <a:avLst/>
            <a:gdLst/>
            <a:ahLst/>
            <a:cxnLst/>
            <a:rect l="l" t="t" r="r" b="b"/>
            <a:pathLst>
              <a:path w="1093511" h="965052">
                <a:moveTo>
                  <a:pt x="1064409" y="317040"/>
                </a:moveTo>
                <a:lnTo>
                  <a:pt x="1064409" y="55264"/>
                </a:lnTo>
                <a:lnTo>
                  <a:pt x="1048207" y="55264"/>
                </a:lnTo>
                <a:lnTo>
                  <a:pt x="1048207" y="0"/>
                </a:lnTo>
                <a:lnTo>
                  <a:pt x="905847" y="0"/>
                </a:lnTo>
                <a:lnTo>
                  <a:pt x="905847" y="55264"/>
                </a:lnTo>
                <a:lnTo>
                  <a:pt x="889645" y="55264"/>
                </a:lnTo>
                <a:lnTo>
                  <a:pt x="889645" y="408080"/>
                </a:lnTo>
                <a:lnTo>
                  <a:pt x="859679" y="408080"/>
                </a:lnTo>
                <a:lnTo>
                  <a:pt x="859679" y="298066"/>
                </a:lnTo>
                <a:lnTo>
                  <a:pt x="834685" y="298066"/>
                </a:lnTo>
                <a:lnTo>
                  <a:pt x="834685" y="244269"/>
                </a:lnTo>
                <a:lnTo>
                  <a:pt x="798481" y="244269"/>
                </a:lnTo>
                <a:lnTo>
                  <a:pt x="798481" y="87230"/>
                </a:lnTo>
                <a:lnTo>
                  <a:pt x="746074" y="87230"/>
                </a:lnTo>
                <a:lnTo>
                  <a:pt x="746074" y="244269"/>
                </a:lnTo>
                <a:lnTo>
                  <a:pt x="709860" y="244269"/>
                </a:lnTo>
                <a:lnTo>
                  <a:pt x="709860" y="298066"/>
                </a:lnTo>
                <a:lnTo>
                  <a:pt x="684876" y="298066"/>
                </a:lnTo>
                <a:lnTo>
                  <a:pt x="684876" y="484175"/>
                </a:lnTo>
                <a:lnTo>
                  <a:pt x="667417" y="484175"/>
                </a:lnTo>
                <a:lnTo>
                  <a:pt x="653644" y="484003"/>
                </a:lnTo>
                <a:lnTo>
                  <a:pt x="653644" y="268357"/>
                </a:lnTo>
                <a:lnTo>
                  <a:pt x="284121" y="271863"/>
                </a:lnTo>
                <a:lnTo>
                  <a:pt x="284121" y="757466"/>
                </a:lnTo>
                <a:lnTo>
                  <a:pt x="252936" y="757466"/>
                </a:lnTo>
                <a:lnTo>
                  <a:pt x="252936" y="693791"/>
                </a:lnTo>
                <a:lnTo>
                  <a:pt x="140541" y="693791"/>
                </a:lnTo>
                <a:lnTo>
                  <a:pt x="140541" y="816102"/>
                </a:lnTo>
                <a:lnTo>
                  <a:pt x="108109" y="816102"/>
                </a:lnTo>
                <a:lnTo>
                  <a:pt x="108109" y="771192"/>
                </a:lnTo>
                <a:lnTo>
                  <a:pt x="36947" y="771192"/>
                </a:lnTo>
                <a:lnTo>
                  <a:pt x="36947" y="848544"/>
                </a:lnTo>
                <a:lnTo>
                  <a:pt x="36947" y="862279"/>
                </a:lnTo>
                <a:lnTo>
                  <a:pt x="0" y="862279"/>
                </a:lnTo>
                <a:lnTo>
                  <a:pt x="0" y="965054"/>
                </a:lnTo>
                <a:lnTo>
                  <a:pt x="1093508" y="965054"/>
                </a:lnTo>
                <a:lnTo>
                  <a:pt x="1093508" y="316297"/>
                </a:lnTo>
                <a:lnTo>
                  <a:pt x="1064409" y="31704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34"/>
          <p:cNvSpPr/>
          <p:nvPr>
            <p:custDataLst>
              <p:tags r:id="rId26"/>
            </p:custDataLst>
          </p:nvPr>
        </p:nvSpPr>
        <p:spPr>
          <a:xfrm>
            <a:off x="10593570" y="2170856"/>
            <a:ext cx="33219" cy="1979435"/>
          </a:xfrm>
          <a:custGeom>
            <a:avLst/>
            <a:gdLst/>
            <a:ahLst/>
            <a:cxnLst/>
            <a:rect l="l" t="t" r="r" b="b"/>
            <a:pathLst>
              <a:path w="33219" h="1979435">
                <a:moveTo>
                  <a:pt x="0" y="0"/>
                </a:moveTo>
                <a:lnTo>
                  <a:pt x="33223" y="0"/>
                </a:lnTo>
                <a:lnTo>
                  <a:pt x="33223" y="1979438"/>
                </a:lnTo>
                <a:lnTo>
                  <a:pt x="0" y="1979438"/>
                </a:lnTo>
                <a:close/>
              </a:path>
            </a:pathLst>
          </a:custGeom>
          <a:solidFill>
            <a:schemeClr val="accent1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: 形状 35"/>
          <p:cNvSpPr/>
          <p:nvPr>
            <p:custDataLst>
              <p:tags r:id="rId27"/>
            </p:custDataLst>
          </p:nvPr>
        </p:nvSpPr>
        <p:spPr>
          <a:xfrm>
            <a:off x="10472776" y="2170856"/>
            <a:ext cx="1161467" cy="2025647"/>
          </a:xfrm>
          <a:custGeom>
            <a:avLst/>
            <a:gdLst/>
            <a:ahLst/>
            <a:cxnLst/>
            <a:rect l="l" t="t" r="r" b="b"/>
            <a:pathLst>
              <a:path w="1161467" h="2025647">
                <a:moveTo>
                  <a:pt x="120796" y="1933661"/>
                </a:moveTo>
                <a:lnTo>
                  <a:pt x="120796" y="0"/>
                </a:lnTo>
                <a:lnTo>
                  <a:pt x="54359" y="0"/>
                </a:lnTo>
                <a:lnTo>
                  <a:pt x="54359" y="1933661"/>
                </a:lnTo>
                <a:lnTo>
                  <a:pt x="0" y="1933661"/>
                </a:lnTo>
                <a:lnTo>
                  <a:pt x="0" y="2025644"/>
                </a:lnTo>
                <a:lnTo>
                  <a:pt x="1161469" y="2025644"/>
                </a:lnTo>
                <a:lnTo>
                  <a:pt x="1161469" y="1933661"/>
                </a:lnTo>
                <a:lnTo>
                  <a:pt x="120796" y="1933661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36"/>
          <p:cNvSpPr/>
          <p:nvPr>
            <p:custDataLst>
              <p:tags r:id="rId28"/>
            </p:custDataLst>
          </p:nvPr>
        </p:nvSpPr>
        <p:spPr>
          <a:xfrm>
            <a:off x="10472776" y="4196504"/>
            <a:ext cx="1161467" cy="22131"/>
          </a:xfrm>
          <a:custGeom>
            <a:avLst/>
            <a:gdLst/>
            <a:ahLst/>
            <a:cxnLst/>
            <a:rect l="l" t="t" r="r" b="b"/>
            <a:pathLst>
              <a:path w="1161467" h="22131">
                <a:moveTo>
                  <a:pt x="1161469" y="0"/>
                </a:moveTo>
                <a:lnTo>
                  <a:pt x="0" y="0"/>
                </a:lnTo>
                <a:lnTo>
                  <a:pt x="44139" y="22136"/>
                </a:lnTo>
                <a:lnTo>
                  <a:pt x="1161469" y="22136"/>
                </a:lnTo>
                <a:lnTo>
                  <a:pt x="1161469" y="0"/>
                </a:lnTo>
                <a:close/>
              </a:path>
            </a:pathLst>
          </a:custGeom>
          <a:solidFill>
            <a:schemeClr val="accent1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: 形状 37"/>
          <p:cNvSpPr/>
          <p:nvPr>
            <p:custDataLst>
              <p:tags r:id="rId29"/>
            </p:custDataLst>
          </p:nvPr>
        </p:nvSpPr>
        <p:spPr>
          <a:xfrm>
            <a:off x="10677549" y="2435756"/>
            <a:ext cx="877824" cy="726744"/>
          </a:xfrm>
          <a:custGeom>
            <a:avLst/>
            <a:gdLst/>
            <a:ahLst/>
            <a:cxnLst/>
            <a:rect l="l" t="t" r="r" b="b"/>
            <a:pathLst>
              <a:path w="877824" h="726744">
                <a:moveTo>
                  <a:pt x="535781" y="487118"/>
                </a:moveTo>
                <a:cubicBezTo>
                  <a:pt x="535610" y="485423"/>
                  <a:pt x="535524" y="483718"/>
                  <a:pt x="535524" y="482013"/>
                </a:cubicBezTo>
                <a:cubicBezTo>
                  <a:pt x="535562" y="452999"/>
                  <a:pt x="559127" y="429501"/>
                  <a:pt x="588102" y="429539"/>
                </a:cubicBezTo>
                <a:cubicBezTo>
                  <a:pt x="596979" y="429549"/>
                  <a:pt x="605733" y="431806"/>
                  <a:pt x="613486" y="436102"/>
                </a:cubicBezTo>
                <a:cubicBezTo>
                  <a:pt x="627945" y="396345"/>
                  <a:pt x="671951" y="375856"/>
                  <a:pt x="711708" y="390334"/>
                </a:cubicBezTo>
                <a:cubicBezTo>
                  <a:pt x="728129" y="396326"/>
                  <a:pt x="742026" y="407765"/>
                  <a:pt x="751084" y="422758"/>
                </a:cubicBezTo>
                <a:cubicBezTo>
                  <a:pt x="780745" y="413509"/>
                  <a:pt x="812673" y="427615"/>
                  <a:pt x="825837" y="455762"/>
                </a:cubicBezTo>
                <a:cubicBezTo>
                  <a:pt x="829304" y="454838"/>
                  <a:pt x="832895" y="454371"/>
                  <a:pt x="836486" y="454381"/>
                </a:cubicBezTo>
                <a:cubicBezTo>
                  <a:pt x="856155" y="454400"/>
                  <a:pt x="873214" y="467963"/>
                  <a:pt x="877634" y="487118"/>
                </a:cubicBezTo>
                <a:close/>
                <a:moveTo>
                  <a:pt x="607590" y="145437"/>
                </a:moveTo>
                <a:cubicBezTo>
                  <a:pt x="601180" y="117920"/>
                  <a:pt x="576624" y="98469"/>
                  <a:pt x="548383" y="98536"/>
                </a:cubicBezTo>
                <a:cubicBezTo>
                  <a:pt x="543230" y="98536"/>
                  <a:pt x="538077" y="99193"/>
                  <a:pt x="533095" y="100489"/>
                </a:cubicBezTo>
                <a:cubicBezTo>
                  <a:pt x="514217" y="60027"/>
                  <a:pt x="468306" y="39748"/>
                  <a:pt x="425682" y="53016"/>
                </a:cubicBezTo>
                <a:cubicBezTo>
                  <a:pt x="394325" y="991"/>
                  <a:pt x="326717" y="-15754"/>
                  <a:pt x="274663" y="15621"/>
                </a:cubicBezTo>
                <a:cubicBezTo>
                  <a:pt x="253136" y="28604"/>
                  <a:pt x="236725" y="48568"/>
                  <a:pt x="228105" y="72200"/>
                </a:cubicBezTo>
                <a:cubicBezTo>
                  <a:pt x="191633" y="51968"/>
                  <a:pt x="145685" y="65113"/>
                  <a:pt x="125454" y="101565"/>
                </a:cubicBezTo>
                <a:cubicBezTo>
                  <a:pt x="119263" y="112747"/>
                  <a:pt x="115967" y="125330"/>
                  <a:pt x="115967" y="138122"/>
                </a:cubicBezTo>
                <a:cubicBezTo>
                  <a:pt x="115967" y="140589"/>
                  <a:pt x="115967" y="143018"/>
                  <a:pt x="116319" y="145437"/>
                </a:cubicBezTo>
                <a:close/>
                <a:moveTo>
                  <a:pt x="232258" y="726538"/>
                </a:moveTo>
                <a:cubicBezTo>
                  <a:pt x="229229" y="713546"/>
                  <a:pt x="217665" y="704345"/>
                  <a:pt x="204321" y="704326"/>
                </a:cubicBezTo>
                <a:cubicBezTo>
                  <a:pt x="201901" y="704317"/>
                  <a:pt x="199473" y="704621"/>
                  <a:pt x="197091" y="705231"/>
                </a:cubicBezTo>
                <a:cubicBezTo>
                  <a:pt x="190167" y="690391"/>
                  <a:pt x="175222" y="680904"/>
                  <a:pt x="158848" y="680895"/>
                </a:cubicBezTo>
                <a:cubicBezTo>
                  <a:pt x="154600" y="680904"/>
                  <a:pt x="150362" y="681542"/>
                  <a:pt x="146285" y="682800"/>
                </a:cubicBezTo>
                <a:cubicBezTo>
                  <a:pt x="131521" y="658177"/>
                  <a:pt x="99593" y="650186"/>
                  <a:pt x="75000" y="664950"/>
                </a:cubicBezTo>
                <a:cubicBezTo>
                  <a:pt x="64732" y="671112"/>
                  <a:pt x="56893" y="680628"/>
                  <a:pt x="52826" y="691896"/>
                </a:cubicBezTo>
                <a:cubicBezTo>
                  <a:pt x="35624" y="682304"/>
                  <a:pt x="13926" y="688467"/>
                  <a:pt x="4315" y="705650"/>
                </a:cubicBezTo>
                <a:cubicBezTo>
                  <a:pt x="1372" y="710984"/>
                  <a:pt x="-190" y="716975"/>
                  <a:pt x="-190" y="723081"/>
                </a:cubicBezTo>
                <a:cubicBezTo>
                  <a:pt x="-190" y="724243"/>
                  <a:pt x="-190" y="725376"/>
                  <a:pt x="-190" y="726538"/>
                </a:cubicBez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: 形状 38"/>
          <p:cNvSpPr/>
          <p:nvPr>
            <p:custDataLst>
              <p:tags r:id="rId30"/>
            </p:custDataLst>
          </p:nvPr>
        </p:nvSpPr>
        <p:spPr>
          <a:xfrm>
            <a:off x="8763861" y="2440033"/>
            <a:ext cx="744080" cy="743127"/>
          </a:xfrm>
          <a:custGeom>
            <a:avLst/>
            <a:gdLst/>
            <a:ahLst/>
            <a:cxnLst/>
            <a:rect l="l" t="t" r="r" b="b"/>
            <a:pathLst>
              <a:path w="744080" h="743127">
                <a:moveTo>
                  <a:pt x="744084" y="371561"/>
                </a:moveTo>
                <a:cubicBezTo>
                  <a:pt x="744084" y="576777"/>
                  <a:pt x="577510" y="743131"/>
                  <a:pt x="372037" y="743131"/>
                </a:cubicBezTo>
                <a:cubicBezTo>
                  <a:pt x="166564" y="743131"/>
                  <a:pt x="0" y="576777"/>
                  <a:pt x="0" y="371561"/>
                </a:cubicBezTo>
                <a:cubicBezTo>
                  <a:pt x="0" y="166354"/>
                  <a:pt x="166564" y="0"/>
                  <a:pt x="372037" y="0"/>
                </a:cubicBezTo>
                <a:cubicBezTo>
                  <a:pt x="577510" y="0"/>
                  <a:pt x="744084" y="166354"/>
                  <a:pt x="744084" y="37156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9"/>
          <p:cNvSpPr/>
          <p:nvPr>
            <p:custDataLst>
              <p:tags r:id="rId31"/>
            </p:custDataLst>
          </p:nvPr>
        </p:nvSpPr>
        <p:spPr>
          <a:xfrm>
            <a:off x="8808223" y="2484280"/>
            <a:ext cx="655394" cy="655420"/>
          </a:xfrm>
          <a:custGeom>
            <a:avLst/>
            <a:gdLst/>
            <a:ahLst/>
            <a:cxnLst/>
            <a:rect l="l" t="t" r="r" b="b"/>
            <a:pathLst>
              <a:path w="655394" h="655420">
                <a:moveTo>
                  <a:pt x="654529" y="306629"/>
                </a:moveTo>
                <a:cubicBezTo>
                  <a:pt x="666045" y="487242"/>
                  <a:pt x="529009" y="643004"/>
                  <a:pt x="348405" y="654539"/>
                </a:cubicBezTo>
                <a:cubicBezTo>
                  <a:pt x="167802" y="666074"/>
                  <a:pt x="12011" y="529009"/>
                  <a:pt x="495" y="348405"/>
                </a:cubicBezTo>
                <a:cubicBezTo>
                  <a:pt x="-11078" y="167792"/>
                  <a:pt x="126006" y="12030"/>
                  <a:pt x="306610" y="486"/>
                </a:cubicBezTo>
                <a:cubicBezTo>
                  <a:pt x="306743" y="486"/>
                  <a:pt x="306915" y="476"/>
                  <a:pt x="307048" y="467"/>
                </a:cubicBezTo>
                <a:cubicBezTo>
                  <a:pt x="487518" y="-10973"/>
                  <a:pt x="643090" y="126063"/>
                  <a:pt x="654529" y="306534"/>
                </a:cubicBezTo>
                <a:cubicBezTo>
                  <a:pt x="654529" y="306572"/>
                  <a:pt x="654529" y="306600"/>
                  <a:pt x="654529" y="306629"/>
                </a:cubicBez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40"/>
          <p:cNvSpPr/>
          <p:nvPr>
            <p:custDataLst>
              <p:tags r:id="rId32"/>
            </p:custDataLst>
          </p:nvPr>
        </p:nvSpPr>
        <p:spPr>
          <a:xfrm>
            <a:off x="8841127" y="2519249"/>
            <a:ext cx="590500" cy="587771"/>
          </a:xfrm>
          <a:custGeom>
            <a:avLst/>
            <a:gdLst/>
            <a:ahLst/>
            <a:cxnLst/>
            <a:rect l="l" t="t" r="r" b="b"/>
            <a:pathLst>
              <a:path w="590500" h="587771">
                <a:moveTo>
                  <a:pt x="100898" y="286903"/>
                </a:moveTo>
                <a:lnTo>
                  <a:pt x="100898" y="294656"/>
                </a:lnTo>
                <a:lnTo>
                  <a:pt x="-190" y="294656"/>
                </a:lnTo>
                <a:lnTo>
                  <a:pt x="-190" y="286903"/>
                </a:lnTo>
                <a:close/>
                <a:moveTo>
                  <a:pt x="489175" y="286903"/>
                </a:moveTo>
                <a:lnTo>
                  <a:pt x="489175" y="294656"/>
                </a:lnTo>
                <a:lnTo>
                  <a:pt x="590312" y="294656"/>
                </a:lnTo>
                <a:lnTo>
                  <a:pt x="590312" y="286903"/>
                </a:lnTo>
                <a:close/>
                <a:moveTo>
                  <a:pt x="298180" y="-200"/>
                </a:moveTo>
                <a:lnTo>
                  <a:pt x="290427" y="-200"/>
                </a:lnTo>
                <a:lnTo>
                  <a:pt x="290427" y="100755"/>
                </a:lnTo>
                <a:lnTo>
                  <a:pt x="298180" y="100755"/>
                </a:lnTo>
                <a:close/>
                <a:moveTo>
                  <a:pt x="298180" y="486566"/>
                </a:moveTo>
                <a:lnTo>
                  <a:pt x="290427" y="486566"/>
                </a:lnTo>
                <a:lnTo>
                  <a:pt x="290427" y="587569"/>
                </a:lnTo>
                <a:lnTo>
                  <a:pt x="298180" y="587569"/>
                </a:lnTo>
                <a:close/>
                <a:moveTo>
                  <a:pt x="294713" y="283007"/>
                </a:moveTo>
                <a:cubicBezTo>
                  <a:pt x="289646" y="282988"/>
                  <a:pt x="285579" y="287055"/>
                  <a:pt x="285531" y="292103"/>
                </a:cubicBezTo>
                <a:cubicBezTo>
                  <a:pt x="285493" y="297151"/>
                  <a:pt x="289560" y="301257"/>
                  <a:pt x="294627" y="301285"/>
                </a:cubicBezTo>
                <a:cubicBezTo>
                  <a:pt x="299695" y="301304"/>
                  <a:pt x="303762" y="297237"/>
                  <a:pt x="303809" y="292189"/>
                </a:cubicBezTo>
                <a:cubicBezTo>
                  <a:pt x="303809" y="292179"/>
                  <a:pt x="303809" y="292160"/>
                  <a:pt x="303809" y="292141"/>
                </a:cubicBezTo>
                <a:cubicBezTo>
                  <a:pt x="303809" y="287103"/>
                  <a:pt x="299742" y="283007"/>
                  <a:pt x="294675" y="283007"/>
                </a:cubicBezTo>
                <a:cubicBezTo>
                  <a:pt x="294627" y="283007"/>
                  <a:pt x="294627" y="283007"/>
                  <a:pt x="294580" y="283007"/>
                </a:cubicBezTo>
                <a:close/>
                <a:moveTo>
                  <a:pt x="297571" y="295046"/>
                </a:moveTo>
                <a:cubicBezTo>
                  <a:pt x="299047" y="293399"/>
                  <a:pt x="299047" y="290894"/>
                  <a:pt x="297571" y="289246"/>
                </a:cubicBezTo>
                <a:lnTo>
                  <a:pt x="133512" y="125397"/>
                </a:lnTo>
                <a:cubicBezTo>
                  <a:pt x="131912" y="123796"/>
                  <a:pt x="129311" y="123787"/>
                  <a:pt x="127749" y="125378"/>
                </a:cubicBezTo>
                <a:cubicBezTo>
                  <a:pt x="126101" y="126968"/>
                  <a:pt x="126101" y="129559"/>
                  <a:pt x="127711" y="131159"/>
                </a:cubicBezTo>
                <a:lnTo>
                  <a:pt x="291808" y="295046"/>
                </a:lnTo>
                <a:cubicBezTo>
                  <a:pt x="292589" y="295780"/>
                  <a:pt x="293627" y="296208"/>
                  <a:pt x="294713" y="296218"/>
                </a:cubicBezTo>
                <a:cubicBezTo>
                  <a:pt x="295751" y="296189"/>
                  <a:pt x="296704" y="295770"/>
                  <a:pt x="297447" y="295046"/>
                </a:cubicBezTo>
                <a:close/>
                <a:moveTo>
                  <a:pt x="349548" y="457943"/>
                </a:moveTo>
                <a:cubicBezTo>
                  <a:pt x="351101" y="457429"/>
                  <a:pt x="351968" y="455743"/>
                  <a:pt x="351453" y="454171"/>
                </a:cubicBezTo>
                <a:lnTo>
                  <a:pt x="298399" y="294180"/>
                </a:lnTo>
                <a:cubicBezTo>
                  <a:pt x="297875" y="292627"/>
                  <a:pt x="296189" y="291779"/>
                  <a:pt x="294675" y="292294"/>
                </a:cubicBezTo>
                <a:cubicBezTo>
                  <a:pt x="293113" y="292818"/>
                  <a:pt x="292246" y="294484"/>
                  <a:pt x="292760" y="296047"/>
                </a:cubicBezTo>
                <a:lnTo>
                  <a:pt x="345824" y="456038"/>
                </a:lnTo>
                <a:cubicBezTo>
                  <a:pt x="346034" y="456790"/>
                  <a:pt x="346596" y="457419"/>
                  <a:pt x="347291" y="457762"/>
                </a:cubicBezTo>
                <a:cubicBezTo>
                  <a:pt x="347986" y="458143"/>
                  <a:pt x="348853" y="458200"/>
                  <a:pt x="349587" y="45794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: 形状 41"/>
          <p:cNvSpPr/>
          <p:nvPr>
            <p:custDataLst>
              <p:tags r:id="rId33"/>
            </p:custDataLst>
          </p:nvPr>
        </p:nvSpPr>
        <p:spPr>
          <a:xfrm>
            <a:off x="6708675" y="2170683"/>
            <a:ext cx="4396829" cy="495649"/>
          </a:xfrm>
          <a:custGeom>
            <a:avLst/>
            <a:gdLst/>
            <a:ahLst/>
            <a:cxnLst/>
            <a:rect l="l" t="t" r="r" b="b"/>
            <a:pathLst>
              <a:path w="4396829" h="495649">
                <a:moveTo>
                  <a:pt x="1327461" y="495443"/>
                </a:moveTo>
                <a:lnTo>
                  <a:pt x="-190" y="495443"/>
                </a:lnTo>
                <a:lnTo>
                  <a:pt x="68504" y="364865"/>
                </a:lnTo>
                <a:lnTo>
                  <a:pt x="134331" y="364865"/>
                </a:lnTo>
                <a:lnTo>
                  <a:pt x="134331" y="-200"/>
                </a:lnTo>
                <a:lnTo>
                  <a:pt x="152390" y="-200"/>
                </a:lnTo>
                <a:lnTo>
                  <a:pt x="152390" y="364693"/>
                </a:lnTo>
                <a:lnTo>
                  <a:pt x="1185662" y="364693"/>
                </a:lnTo>
                <a:lnTo>
                  <a:pt x="1185662" y="-200"/>
                </a:lnTo>
                <a:lnTo>
                  <a:pt x="1203722" y="-200"/>
                </a:lnTo>
                <a:lnTo>
                  <a:pt x="1203722" y="364693"/>
                </a:lnTo>
                <a:lnTo>
                  <a:pt x="1258852" y="364693"/>
                </a:lnTo>
                <a:close/>
                <a:moveTo>
                  <a:pt x="4327903" y="364865"/>
                </a:moveTo>
                <a:lnTo>
                  <a:pt x="4272858" y="364865"/>
                </a:lnTo>
                <a:lnTo>
                  <a:pt x="4272858" y="-200"/>
                </a:lnTo>
                <a:lnTo>
                  <a:pt x="4254751" y="-200"/>
                </a:lnTo>
                <a:lnTo>
                  <a:pt x="4254751" y="364693"/>
                </a:lnTo>
                <a:lnTo>
                  <a:pt x="3221526" y="364693"/>
                </a:lnTo>
                <a:lnTo>
                  <a:pt x="3221526" y="-200"/>
                </a:lnTo>
                <a:lnTo>
                  <a:pt x="3203514" y="-200"/>
                </a:lnTo>
                <a:lnTo>
                  <a:pt x="3203514" y="364693"/>
                </a:lnTo>
                <a:lnTo>
                  <a:pt x="3137640" y="364693"/>
                </a:lnTo>
                <a:lnTo>
                  <a:pt x="3068993" y="495271"/>
                </a:lnTo>
                <a:lnTo>
                  <a:pt x="4396635" y="495271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: 形状 42"/>
          <p:cNvSpPr/>
          <p:nvPr>
            <p:custDataLst>
              <p:tags r:id="rId34"/>
            </p:custDataLst>
          </p:nvPr>
        </p:nvSpPr>
        <p:spPr>
          <a:xfrm>
            <a:off x="9578754" y="4104512"/>
            <a:ext cx="1243454" cy="949157"/>
          </a:xfrm>
          <a:custGeom>
            <a:avLst/>
            <a:gdLst/>
            <a:ahLst/>
            <a:cxnLst/>
            <a:rect l="l" t="t" r="r" b="b"/>
            <a:pathLst>
              <a:path w="1243454" h="949157">
                <a:moveTo>
                  <a:pt x="1192292" y="-200"/>
                </a:moveTo>
                <a:lnTo>
                  <a:pt x="50482" y="-200"/>
                </a:lnTo>
                <a:cubicBezTo>
                  <a:pt x="22508" y="-200"/>
                  <a:pt x="-190" y="22489"/>
                  <a:pt x="-190" y="50473"/>
                </a:cubicBezTo>
                <a:lnTo>
                  <a:pt x="-190" y="733920"/>
                </a:lnTo>
                <a:cubicBezTo>
                  <a:pt x="-190" y="753580"/>
                  <a:pt x="12802" y="769477"/>
                  <a:pt x="28785" y="769477"/>
                </a:cubicBezTo>
                <a:lnTo>
                  <a:pt x="518846" y="769477"/>
                </a:lnTo>
                <a:lnTo>
                  <a:pt x="518846" y="909714"/>
                </a:lnTo>
                <a:lnTo>
                  <a:pt x="228667" y="909714"/>
                </a:lnTo>
                <a:cubicBezTo>
                  <a:pt x="207007" y="909714"/>
                  <a:pt x="189424" y="927297"/>
                  <a:pt x="189424" y="948957"/>
                </a:cubicBezTo>
                <a:lnTo>
                  <a:pt x="1047455" y="948957"/>
                </a:lnTo>
                <a:cubicBezTo>
                  <a:pt x="1047417" y="927259"/>
                  <a:pt x="1029872" y="909714"/>
                  <a:pt x="1008174" y="909714"/>
                </a:cubicBezTo>
                <a:lnTo>
                  <a:pt x="717994" y="909714"/>
                </a:lnTo>
                <a:lnTo>
                  <a:pt x="717994" y="769477"/>
                </a:lnTo>
                <a:lnTo>
                  <a:pt x="1214285" y="769477"/>
                </a:lnTo>
                <a:cubicBezTo>
                  <a:pt x="1230316" y="769477"/>
                  <a:pt x="1243270" y="753580"/>
                  <a:pt x="1243270" y="733920"/>
                </a:cubicBezTo>
                <a:lnTo>
                  <a:pt x="1243270" y="50473"/>
                </a:lnTo>
                <a:cubicBezTo>
                  <a:pt x="1243270" y="22489"/>
                  <a:pt x="1220572" y="-200"/>
                  <a:pt x="1192587" y="-200"/>
                </a:cubicBezTo>
                <a:cubicBezTo>
                  <a:pt x="1192501" y="-200"/>
                  <a:pt x="1192378" y="-200"/>
                  <a:pt x="1192292" y="-200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: 形状 43"/>
          <p:cNvSpPr/>
          <p:nvPr>
            <p:custDataLst>
              <p:tags r:id="rId35"/>
            </p:custDataLst>
          </p:nvPr>
        </p:nvSpPr>
        <p:spPr>
          <a:xfrm>
            <a:off x="9795568" y="4848419"/>
            <a:ext cx="858030" cy="205076"/>
          </a:xfrm>
          <a:custGeom>
            <a:avLst/>
            <a:gdLst/>
            <a:ahLst/>
            <a:cxnLst/>
            <a:rect l="l" t="t" r="r" b="b"/>
            <a:pathLst>
              <a:path w="858030" h="205076">
                <a:moveTo>
                  <a:pt x="818255" y="165640"/>
                </a:moveTo>
                <a:lnTo>
                  <a:pt x="528076" y="165640"/>
                </a:lnTo>
                <a:lnTo>
                  <a:pt x="528076" y="-200"/>
                </a:lnTo>
                <a:lnTo>
                  <a:pt x="329279" y="-200"/>
                </a:lnTo>
                <a:lnTo>
                  <a:pt x="329279" y="165640"/>
                </a:lnTo>
                <a:lnTo>
                  <a:pt x="39091" y="165640"/>
                </a:lnTo>
                <a:cubicBezTo>
                  <a:pt x="17393" y="165640"/>
                  <a:pt x="-143" y="183175"/>
                  <a:pt x="-190" y="204873"/>
                </a:cubicBezTo>
                <a:lnTo>
                  <a:pt x="857841" y="204873"/>
                </a:lnTo>
                <a:cubicBezTo>
                  <a:pt x="857841" y="183223"/>
                  <a:pt x="840257" y="165640"/>
                  <a:pt x="818598" y="165640"/>
                </a:cubicBezTo>
                <a:cubicBezTo>
                  <a:pt x="818474" y="165640"/>
                  <a:pt x="818388" y="165640"/>
                  <a:pt x="818255" y="165640"/>
                </a:cubicBez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: 形状 44"/>
          <p:cNvSpPr/>
          <p:nvPr>
            <p:custDataLst>
              <p:tags r:id="rId36"/>
            </p:custDataLst>
          </p:nvPr>
        </p:nvSpPr>
        <p:spPr>
          <a:xfrm>
            <a:off x="9605780" y="4104382"/>
            <a:ext cx="1243194" cy="639701"/>
          </a:xfrm>
          <a:custGeom>
            <a:avLst/>
            <a:gdLst/>
            <a:ahLst/>
            <a:cxnLst/>
            <a:rect l="l" t="t" r="r" b="b"/>
            <a:pathLst>
              <a:path w="1243194" h="639701">
                <a:moveTo>
                  <a:pt x="1243003" y="639499"/>
                </a:moveTo>
                <a:lnTo>
                  <a:pt x="1243003" y="50473"/>
                </a:lnTo>
                <a:cubicBezTo>
                  <a:pt x="1243003" y="22489"/>
                  <a:pt x="1220314" y="-200"/>
                  <a:pt x="1192330" y="-200"/>
                </a:cubicBezTo>
                <a:lnTo>
                  <a:pt x="50482" y="-200"/>
                </a:lnTo>
                <a:cubicBezTo>
                  <a:pt x="22508" y="-200"/>
                  <a:pt x="-190" y="22489"/>
                  <a:pt x="-190" y="50473"/>
                </a:cubicBezTo>
                <a:lnTo>
                  <a:pt x="-190" y="63949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: 形状 45"/>
          <p:cNvSpPr/>
          <p:nvPr>
            <p:custDataLst>
              <p:tags r:id="rId37"/>
            </p:custDataLst>
          </p:nvPr>
        </p:nvSpPr>
        <p:spPr>
          <a:xfrm>
            <a:off x="9605780" y="4744083"/>
            <a:ext cx="1243194" cy="130105"/>
          </a:xfrm>
          <a:custGeom>
            <a:avLst/>
            <a:gdLst/>
            <a:ahLst/>
            <a:cxnLst/>
            <a:rect l="l" t="t" r="r" b="b"/>
            <a:pathLst>
              <a:path w="1243194" h="130105">
                <a:moveTo>
                  <a:pt x="-190" y="-200"/>
                </a:moveTo>
                <a:lnTo>
                  <a:pt x="-190" y="94345"/>
                </a:lnTo>
                <a:cubicBezTo>
                  <a:pt x="-190" y="114005"/>
                  <a:pt x="12802" y="129902"/>
                  <a:pt x="28832" y="129902"/>
                </a:cubicBezTo>
                <a:lnTo>
                  <a:pt x="1214028" y="129902"/>
                </a:lnTo>
                <a:cubicBezTo>
                  <a:pt x="1230011" y="129902"/>
                  <a:pt x="1243003" y="114005"/>
                  <a:pt x="1243003" y="94345"/>
                </a:cubicBezTo>
                <a:lnTo>
                  <a:pt x="1243003" y="-2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46"/>
          <p:cNvSpPr/>
          <p:nvPr>
            <p:custDataLst>
              <p:tags r:id="rId38"/>
            </p:custDataLst>
          </p:nvPr>
        </p:nvSpPr>
        <p:spPr>
          <a:xfrm>
            <a:off x="9634884" y="4130105"/>
            <a:ext cx="1184984" cy="588425"/>
          </a:xfrm>
          <a:custGeom>
            <a:avLst/>
            <a:gdLst/>
            <a:ahLst/>
            <a:cxnLst/>
            <a:rect l="l" t="t" r="r" b="b"/>
            <a:pathLst>
              <a:path w="1184984" h="588425">
                <a:moveTo>
                  <a:pt x="1184796" y="588226"/>
                </a:moveTo>
                <a:lnTo>
                  <a:pt x="1184796" y="26480"/>
                </a:lnTo>
                <a:cubicBezTo>
                  <a:pt x="1184491" y="11497"/>
                  <a:pt x="1172147" y="-457"/>
                  <a:pt x="1157164" y="-200"/>
                </a:cubicBezTo>
                <a:lnTo>
                  <a:pt x="27442" y="-200"/>
                </a:lnTo>
                <a:cubicBezTo>
                  <a:pt x="12459" y="-457"/>
                  <a:pt x="114" y="11497"/>
                  <a:pt x="-190" y="26480"/>
                </a:cubicBezTo>
                <a:lnTo>
                  <a:pt x="-190" y="588226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47"/>
          <p:cNvSpPr/>
          <p:nvPr>
            <p:custDataLst>
              <p:tags r:id="rId39"/>
            </p:custDataLst>
          </p:nvPr>
        </p:nvSpPr>
        <p:spPr>
          <a:xfrm>
            <a:off x="9988381" y="4497038"/>
            <a:ext cx="465554" cy="221707"/>
          </a:xfrm>
          <a:custGeom>
            <a:avLst/>
            <a:gdLst/>
            <a:ahLst/>
            <a:cxnLst/>
            <a:rect l="l" t="t" r="r" b="b"/>
            <a:pathLst>
              <a:path w="465554" h="221707">
                <a:moveTo>
                  <a:pt x="465191" y="29080"/>
                </a:moveTo>
                <a:cubicBezTo>
                  <a:pt x="466839" y="13525"/>
                  <a:pt x="456533" y="-200"/>
                  <a:pt x="443055" y="-200"/>
                </a:cubicBezTo>
                <a:lnTo>
                  <a:pt x="432530" y="-200"/>
                </a:lnTo>
                <a:cubicBezTo>
                  <a:pt x="421967" y="3267"/>
                  <a:pt x="411185" y="5991"/>
                  <a:pt x="400221" y="7896"/>
                </a:cubicBezTo>
                <a:cubicBezTo>
                  <a:pt x="363284" y="14697"/>
                  <a:pt x="325946" y="19031"/>
                  <a:pt x="288436" y="20888"/>
                </a:cubicBezTo>
                <a:cubicBezTo>
                  <a:pt x="271596" y="21498"/>
                  <a:pt x="254222" y="21669"/>
                  <a:pt x="238630" y="21669"/>
                </a:cubicBezTo>
                <a:lnTo>
                  <a:pt x="226505" y="21669"/>
                </a:lnTo>
                <a:cubicBezTo>
                  <a:pt x="210912" y="21669"/>
                  <a:pt x="193548" y="21669"/>
                  <a:pt x="176651" y="20888"/>
                </a:cubicBezTo>
                <a:cubicBezTo>
                  <a:pt x="139151" y="19031"/>
                  <a:pt x="101813" y="14697"/>
                  <a:pt x="64865" y="7896"/>
                </a:cubicBezTo>
                <a:cubicBezTo>
                  <a:pt x="53959" y="6029"/>
                  <a:pt x="43167" y="3391"/>
                  <a:pt x="32604" y="19"/>
                </a:cubicBezTo>
                <a:lnTo>
                  <a:pt x="22127" y="19"/>
                </a:lnTo>
                <a:cubicBezTo>
                  <a:pt x="8696" y="19"/>
                  <a:pt x="-1695" y="13745"/>
                  <a:pt x="-10" y="29289"/>
                </a:cubicBezTo>
                <a:lnTo>
                  <a:pt x="20564" y="221504"/>
                </a:lnTo>
                <a:lnTo>
                  <a:pt x="444532" y="22150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8"/>
          <p:cNvSpPr/>
          <p:nvPr>
            <p:custDataLst>
              <p:tags r:id="rId40"/>
            </p:custDataLst>
          </p:nvPr>
        </p:nvSpPr>
        <p:spPr>
          <a:xfrm>
            <a:off x="10049432" y="4248016"/>
            <a:ext cx="337180" cy="302135"/>
          </a:xfrm>
          <a:custGeom>
            <a:avLst/>
            <a:gdLst/>
            <a:ahLst/>
            <a:cxnLst/>
            <a:rect l="l" t="t" r="r" b="b"/>
            <a:pathLst>
              <a:path w="337180" h="302135">
                <a:moveTo>
                  <a:pt x="120196" y="14383"/>
                </a:moveTo>
                <a:cubicBezTo>
                  <a:pt x="120196" y="14383"/>
                  <a:pt x="75581" y="6153"/>
                  <a:pt x="55531" y="53359"/>
                </a:cubicBezTo>
                <a:cubicBezTo>
                  <a:pt x="35481" y="100565"/>
                  <a:pt x="49473" y="94031"/>
                  <a:pt x="39805" y="117586"/>
                </a:cubicBezTo>
                <a:cubicBezTo>
                  <a:pt x="30147" y="141151"/>
                  <a:pt x="-5144" y="142446"/>
                  <a:pt x="400" y="175536"/>
                </a:cubicBezTo>
                <a:cubicBezTo>
                  <a:pt x="5944" y="208626"/>
                  <a:pt x="22050" y="211179"/>
                  <a:pt x="22050" y="211179"/>
                </a:cubicBezTo>
                <a:cubicBezTo>
                  <a:pt x="16726" y="229114"/>
                  <a:pt x="20536" y="248555"/>
                  <a:pt x="32233" y="263157"/>
                </a:cubicBezTo>
                <a:cubicBezTo>
                  <a:pt x="52111" y="287017"/>
                  <a:pt x="94383" y="303390"/>
                  <a:pt x="125997" y="294342"/>
                </a:cubicBezTo>
                <a:cubicBezTo>
                  <a:pt x="125997" y="294342"/>
                  <a:pt x="178794" y="312791"/>
                  <a:pt x="225219" y="292170"/>
                </a:cubicBezTo>
                <a:cubicBezTo>
                  <a:pt x="271653" y="271558"/>
                  <a:pt x="254718" y="274377"/>
                  <a:pt x="274558" y="271034"/>
                </a:cubicBezTo>
                <a:cubicBezTo>
                  <a:pt x="294389" y="267700"/>
                  <a:pt x="343510" y="231581"/>
                  <a:pt x="328089" y="193338"/>
                </a:cubicBezTo>
                <a:cubicBezTo>
                  <a:pt x="328089" y="193338"/>
                  <a:pt x="354073" y="149028"/>
                  <a:pt x="317259" y="122615"/>
                </a:cubicBezTo>
                <a:cubicBezTo>
                  <a:pt x="280445" y="96193"/>
                  <a:pt x="268834" y="64922"/>
                  <a:pt x="243326" y="25375"/>
                </a:cubicBezTo>
                <a:cubicBezTo>
                  <a:pt x="217818" y="-14164"/>
                  <a:pt x="140551" y="429"/>
                  <a:pt x="120196" y="14383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9"/>
          <p:cNvSpPr/>
          <p:nvPr>
            <p:custDataLst>
              <p:tags r:id="rId41"/>
            </p:custDataLst>
          </p:nvPr>
        </p:nvSpPr>
        <p:spPr>
          <a:xfrm>
            <a:off x="9982068" y="4518238"/>
            <a:ext cx="196266" cy="189030"/>
          </a:xfrm>
          <a:custGeom>
            <a:avLst/>
            <a:gdLst/>
            <a:ahLst/>
            <a:cxnLst/>
            <a:rect l="l" t="t" r="r" b="b"/>
            <a:pathLst>
              <a:path w="196266" h="189030">
                <a:moveTo>
                  <a:pt x="169545" y="-95"/>
                </a:moveTo>
                <a:cubicBezTo>
                  <a:pt x="169545" y="-95"/>
                  <a:pt x="138789" y="-4429"/>
                  <a:pt x="90973" y="41577"/>
                </a:cubicBezTo>
                <a:cubicBezTo>
                  <a:pt x="43158" y="87563"/>
                  <a:pt x="-21326" y="143875"/>
                  <a:pt x="6563" y="188824"/>
                </a:cubicBezTo>
                <a:lnTo>
                  <a:pt x="124025" y="186014"/>
                </a:lnTo>
                <a:cubicBezTo>
                  <a:pt x="124025" y="186014"/>
                  <a:pt x="195005" y="102470"/>
                  <a:pt x="196044" y="98136"/>
                </a:cubicBezTo>
                <a:cubicBezTo>
                  <a:pt x="197091" y="93802"/>
                  <a:pt x="169545" y="-95"/>
                  <a:pt x="169545" y="-95"/>
                </a:cubicBezTo>
                <a:close/>
              </a:path>
            </a:pathLst>
          </a:custGeom>
          <a:solidFill>
            <a:schemeClr val="accent4">
              <a:lumMod val="39999"/>
              <a:lumOff val="6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50"/>
          <p:cNvSpPr/>
          <p:nvPr>
            <p:custDataLst>
              <p:tags r:id="rId42"/>
            </p:custDataLst>
          </p:nvPr>
        </p:nvSpPr>
        <p:spPr>
          <a:xfrm>
            <a:off x="10272898" y="4518022"/>
            <a:ext cx="196279" cy="189116"/>
          </a:xfrm>
          <a:custGeom>
            <a:avLst/>
            <a:gdLst/>
            <a:ahLst/>
            <a:cxnLst/>
            <a:rect l="l" t="t" r="r" b="b"/>
            <a:pathLst>
              <a:path w="196279" h="189116">
                <a:moveTo>
                  <a:pt x="15745" y="-95"/>
                </a:moveTo>
                <a:cubicBezTo>
                  <a:pt x="15745" y="-95"/>
                  <a:pt x="57112" y="-4429"/>
                  <a:pt x="104927" y="41662"/>
                </a:cubicBezTo>
                <a:cubicBezTo>
                  <a:pt x="152743" y="87744"/>
                  <a:pt x="217227" y="143961"/>
                  <a:pt x="189338" y="188919"/>
                </a:cubicBezTo>
                <a:lnTo>
                  <a:pt x="71876" y="186099"/>
                </a:lnTo>
                <a:cubicBezTo>
                  <a:pt x="71876" y="186099"/>
                  <a:pt x="848" y="102556"/>
                  <a:pt x="-152" y="98222"/>
                </a:cubicBezTo>
                <a:cubicBezTo>
                  <a:pt x="-1143" y="93888"/>
                  <a:pt x="15745" y="-95"/>
                  <a:pt x="15745" y="-95"/>
                </a:cubicBezTo>
                <a:close/>
              </a:path>
            </a:pathLst>
          </a:custGeom>
          <a:solidFill>
            <a:schemeClr val="accent4">
              <a:lumMod val="39999"/>
              <a:lumOff val="6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: 形状 51"/>
          <p:cNvSpPr/>
          <p:nvPr>
            <p:custDataLst>
              <p:tags r:id="rId43"/>
            </p:custDataLst>
          </p:nvPr>
        </p:nvSpPr>
        <p:spPr>
          <a:xfrm>
            <a:off x="10079471" y="4514665"/>
            <a:ext cx="279008" cy="203864"/>
          </a:xfrm>
          <a:custGeom>
            <a:avLst/>
            <a:gdLst/>
            <a:ahLst/>
            <a:cxnLst/>
            <a:rect l="l" t="t" r="r" b="b"/>
            <a:pathLst>
              <a:path w="279008" h="203864">
                <a:moveTo>
                  <a:pt x="278816" y="203664"/>
                </a:moveTo>
                <a:lnTo>
                  <a:pt x="269243" y="124016"/>
                </a:lnTo>
                <a:cubicBezTo>
                  <a:pt x="256251" y="15735"/>
                  <a:pt x="221390" y="4477"/>
                  <a:pt x="211731" y="3477"/>
                </a:cubicBezTo>
                <a:lnTo>
                  <a:pt x="209217" y="3477"/>
                </a:lnTo>
                <a:lnTo>
                  <a:pt x="209217" y="3477"/>
                </a:lnTo>
                <a:cubicBezTo>
                  <a:pt x="190290" y="3000"/>
                  <a:pt x="165516" y="1619"/>
                  <a:pt x="141389" y="105"/>
                </a:cubicBezTo>
                <a:lnTo>
                  <a:pt x="141389" y="-200"/>
                </a:lnTo>
                <a:lnTo>
                  <a:pt x="139313" y="-200"/>
                </a:lnTo>
                <a:lnTo>
                  <a:pt x="137236" y="-200"/>
                </a:lnTo>
                <a:lnTo>
                  <a:pt x="137236" y="105"/>
                </a:lnTo>
                <a:cubicBezTo>
                  <a:pt x="113109" y="1619"/>
                  <a:pt x="88335" y="3000"/>
                  <a:pt x="69409" y="3477"/>
                </a:cubicBezTo>
                <a:lnTo>
                  <a:pt x="69409" y="3477"/>
                </a:lnTo>
                <a:lnTo>
                  <a:pt x="66856" y="3477"/>
                </a:lnTo>
                <a:cubicBezTo>
                  <a:pt x="57236" y="4477"/>
                  <a:pt x="22422" y="15602"/>
                  <a:pt x="9382" y="124016"/>
                </a:cubicBezTo>
                <a:lnTo>
                  <a:pt x="-190" y="203664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52"/>
          <p:cNvSpPr/>
          <p:nvPr>
            <p:custDataLst>
              <p:tags r:id="rId44"/>
            </p:custDataLst>
          </p:nvPr>
        </p:nvSpPr>
        <p:spPr>
          <a:xfrm>
            <a:off x="10371039" y="4640211"/>
            <a:ext cx="101830" cy="67014"/>
          </a:xfrm>
          <a:custGeom>
            <a:avLst/>
            <a:gdLst/>
            <a:ahLst/>
            <a:cxnLst/>
            <a:rect l="l" t="t" r="r" b="b"/>
            <a:pathLst>
              <a:path w="101830" h="67014">
                <a:moveTo>
                  <a:pt x="94231" y="66808"/>
                </a:moveTo>
                <a:cubicBezTo>
                  <a:pt x="94231" y="66808"/>
                  <a:pt x="108042" y="56074"/>
                  <a:pt x="97955" y="28918"/>
                </a:cubicBezTo>
                <a:cubicBezTo>
                  <a:pt x="87859" y="1762"/>
                  <a:pt x="15659" y="-16478"/>
                  <a:pt x="-190" y="21117"/>
                </a:cubicBezTo>
                <a:close/>
              </a:path>
            </a:pathLst>
          </a:custGeom>
          <a:solidFill>
            <a:srgbClr val="FFCC80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53"/>
          <p:cNvSpPr/>
          <p:nvPr>
            <p:custDataLst>
              <p:tags r:id="rId45"/>
            </p:custDataLst>
          </p:nvPr>
        </p:nvSpPr>
        <p:spPr>
          <a:xfrm>
            <a:off x="9978593" y="4640211"/>
            <a:ext cx="101830" cy="67014"/>
          </a:xfrm>
          <a:custGeom>
            <a:avLst/>
            <a:gdLst/>
            <a:ahLst/>
            <a:cxnLst/>
            <a:rect l="l" t="t" r="r" b="b"/>
            <a:pathLst>
              <a:path w="101830" h="67014">
                <a:moveTo>
                  <a:pt x="7220" y="66808"/>
                </a:moveTo>
                <a:cubicBezTo>
                  <a:pt x="7220" y="66808"/>
                  <a:pt x="-6591" y="56074"/>
                  <a:pt x="3496" y="28918"/>
                </a:cubicBezTo>
                <a:cubicBezTo>
                  <a:pt x="13592" y="1762"/>
                  <a:pt x="85792" y="-16478"/>
                  <a:pt x="101641" y="21117"/>
                </a:cubicBezTo>
                <a:close/>
              </a:path>
            </a:pathLst>
          </a:custGeom>
          <a:solidFill>
            <a:srgbClr val="FFCC80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54"/>
          <p:cNvSpPr/>
          <p:nvPr>
            <p:custDataLst>
              <p:tags r:id="rId46"/>
            </p:custDataLst>
          </p:nvPr>
        </p:nvSpPr>
        <p:spPr>
          <a:xfrm>
            <a:off x="10175837" y="4687969"/>
            <a:ext cx="111226" cy="32857"/>
          </a:xfrm>
          <a:custGeom>
            <a:avLst/>
            <a:gdLst/>
            <a:ahLst/>
            <a:cxnLst/>
            <a:rect l="l" t="t" r="r" b="b"/>
            <a:pathLst>
              <a:path w="111226" h="32857">
                <a:moveTo>
                  <a:pt x="106442" y="21650"/>
                </a:moveTo>
                <a:cubicBezTo>
                  <a:pt x="107918" y="19355"/>
                  <a:pt x="104146" y="15411"/>
                  <a:pt x="101327" y="12468"/>
                </a:cubicBezTo>
                <a:cubicBezTo>
                  <a:pt x="98517" y="9525"/>
                  <a:pt x="79153" y="953"/>
                  <a:pt x="75905" y="-48"/>
                </a:cubicBezTo>
                <a:cubicBezTo>
                  <a:pt x="72657" y="-1038"/>
                  <a:pt x="44939" y="2896"/>
                  <a:pt x="34328" y="6363"/>
                </a:cubicBezTo>
                <a:cubicBezTo>
                  <a:pt x="28699" y="8439"/>
                  <a:pt x="22631" y="9134"/>
                  <a:pt x="16697" y="8401"/>
                </a:cubicBezTo>
                <a:cubicBezTo>
                  <a:pt x="13926" y="7839"/>
                  <a:pt x="9725" y="7106"/>
                  <a:pt x="6477" y="6410"/>
                </a:cubicBezTo>
                <a:lnTo>
                  <a:pt x="-190" y="31185"/>
                </a:lnTo>
                <a:cubicBezTo>
                  <a:pt x="24755" y="30832"/>
                  <a:pt x="50825" y="32699"/>
                  <a:pt x="53169" y="32652"/>
                </a:cubicBezTo>
                <a:cubicBezTo>
                  <a:pt x="60665" y="32652"/>
                  <a:pt x="74390" y="24641"/>
                  <a:pt x="77553" y="23470"/>
                </a:cubicBezTo>
                <a:cubicBezTo>
                  <a:pt x="82277" y="22517"/>
                  <a:pt x="87211" y="23165"/>
                  <a:pt x="91545" y="25251"/>
                </a:cubicBezTo>
                <a:cubicBezTo>
                  <a:pt x="95869" y="27280"/>
                  <a:pt x="108480" y="32137"/>
                  <a:pt x="110595" y="31013"/>
                </a:cubicBezTo>
                <a:cubicBezTo>
                  <a:pt x="112719" y="29880"/>
                  <a:pt x="106442" y="21650"/>
                  <a:pt x="106442" y="21650"/>
                </a:cubicBezTo>
                <a:close/>
              </a:path>
            </a:pathLst>
          </a:custGeom>
          <a:solidFill>
            <a:srgbClr val="E59159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: 形状 55"/>
          <p:cNvSpPr/>
          <p:nvPr>
            <p:custDataLst>
              <p:tags r:id="rId47"/>
            </p:custDataLst>
          </p:nvPr>
        </p:nvSpPr>
        <p:spPr>
          <a:xfrm>
            <a:off x="9984890" y="4653992"/>
            <a:ext cx="209311" cy="69525"/>
          </a:xfrm>
          <a:custGeom>
            <a:avLst/>
            <a:gdLst/>
            <a:ahLst/>
            <a:cxnLst/>
            <a:rect l="l" t="t" r="r" b="b"/>
            <a:pathLst>
              <a:path w="209311" h="69525">
                <a:moveTo>
                  <a:pt x="209121" y="42596"/>
                </a:moveTo>
                <a:cubicBezTo>
                  <a:pt x="209121" y="42596"/>
                  <a:pt x="69009" y="-8515"/>
                  <a:pt x="37519" y="972"/>
                </a:cubicBezTo>
                <a:cubicBezTo>
                  <a:pt x="6039" y="10458"/>
                  <a:pt x="-6563" y="39948"/>
                  <a:pt x="2877" y="58922"/>
                </a:cubicBezTo>
                <a:cubicBezTo>
                  <a:pt x="12316" y="77895"/>
                  <a:pt x="198072" y="65113"/>
                  <a:pt x="198072" y="65113"/>
                </a:cubicBezTo>
                <a:close/>
              </a:path>
            </a:pathLst>
          </a:custGeom>
          <a:solidFill>
            <a:srgbClr val="E59159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56"/>
          <p:cNvSpPr/>
          <p:nvPr>
            <p:custDataLst>
              <p:tags r:id="rId48"/>
            </p:custDataLst>
          </p:nvPr>
        </p:nvSpPr>
        <p:spPr>
          <a:xfrm>
            <a:off x="10178141" y="4446191"/>
            <a:ext cx="81177" cy="100075"/>
          </a:xfrm>
          <a:custGeom>
            <a:avLst/>
            <a:gdLst/>
            <a:ahLst/>
            <a:cxnLst/>
            <a:rect l="l" t="t" r="r" b="b"/>
            <a:pathLst>
              <a:path w="81177" h="100075">
                <a:moveTo>
                  <a:pt x="74600" y="27299"/>
                </a:moveTo>
                <a:cubicBezTo>
                  <a:pt x="74600" y="28251"/>
                  <a:pt x="78629" y="61646"/>
                  <a:pt x="80877" y="79277"/>
                </a:cubicBezTo>
                <a:cubicBezTo>
                  <a:pt x="81705" y="85858"/>
                  <a:pt x="77762" y="92135"/>
                  <a:pt x="71438" y="94212"/>
                </a:cubicBezTo>
                <a:cubicBezTo>
                  <a:pt x="54635" y="99851"/>
                  <a:pt x="21974" y="106775"/>
                  <a:pt x="2143" y="84734"/>
                </a:cubicBezTo>
                <a:cubicBezTo>
                  <a:pt x="362" y="82696"/>
                  <a:pt x="-457" y="80010"/>
                  <a:pt x="-114" y="77324"/>
                </a:cubicBezTo>
                <a:lnTo>
                  <a:pt x="10763" y="-200"/>
                </a:ln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: 形状 57"/>
          <p:cNvSpPr/>
          <p:nvPr>
            <p:custDataLst>
              <p:tags r:id="rId49"/>
            </p:custDataLst>
          </p:nvPr>
        </p:nvSpPr>
        <p:spPr>
          <a:xfrm>
            <a:off x="10183849" y="4446191"/>
            <a:ext cx="70640" cy="50024"/>
          </a:xfrm>
          <a:custGeom>
            <a:avLst/>
            <a:gdLst/>
            <a:ahLst/>
            <a:cxnLst/>
            <a:rect l="l" t="t" r="r" b="b"/>
            <a:pathLst>
              <a:path w="70640" h="50024">
                <a:moveTo>
                  <a:pt x="65732" y="44186"/>
                </a:moveTo>
                <a:cubicBezTo>
                  <a:pt x="67466" y="43586"/>
                  <a:pt x="69066" y="42634"/>
                  <a:pt x="70447" y="41415"/>
                </a:cubicBezTo>
                <a:cubicBezTo>
                  <a:pt x="69494" y="33490"/>
                  <a:pt x="68847" y="27689"/>
                  <a:pt x="68894" y="27299"/>
                </a:cubicBezTo>
                <a:lnTo>
                  <a:pt x="5134" y="-200"/>
                </a:lnTo>
                <a:lnTo>
                  <a:pt x="-190" y="37910"/>
                </a:lnTo>
                <a:cubicBezTo>
                  <a:pt x="19688" y="55969"/>
                  <a:pt x="49787" y="49520"/>
                  <a:pt x="65732" y="44186"/>
                </a:cubicBezTo>
                <a:close/>
              </a:path>
            </a:pathLst>
          </a:custGeom>
          <a:solidFill>
            <a:srgbClr val="E59159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8"/>
          <p:cNvSpPr/>
          <p:nvPr>
            <p:custDataLst>
              <p:tags r:id="rId50"/>
            </p:custDataLst>
          </p:nvPr>
        </p:nvSpPr>
        <p:spPr>
          <a:xfrm>
            <a:off x="10112955" y="4372872"/>
            <a:ext cx="35345" cy="48051"/>
          </a:xfrm>
          <a:custGeom>
            <a:avLst/>
            <a:gdLst/>
            <a:ahLst/>
            <a:cxnLst/>
            <a:rect l="l" t="t" r="r" b="b"/>
            <a:pathLst>
              <a:path w="35345" h="48051">
                <a:moveTo>
                  <a:pt x="33376" y="18717"/>
                </a:moveTo>
                <a:cubicBezTo>
                  <a:pt x="37700" y="31709"/>
                  <a:pt x="33842" y="44701"/>
                  <a:pt x="25051" y="47349"/>
                </a:cubicBezTo>
                <a:cubicBezTo>
                  <a:pt x="16269" y="49987"/>
                  <a:pt x="5734" y="41977"/>
                  <a:pt x="1534" y="28985"/>
                </a:cubicBezTo>
                <a:cubicBezTo>
                  <a:pt x="-2667" y="15992"/>
                  <a:pt x="1057" y="3000"/>
                  <a:pt x="9849" y="314"/>
                </a:cubicBezTo>
                <a:cubicBezTo>
                  <a:pt x="18640" y="-2372"/>
                  <a:pt x="29166" y="5725"/>
                  <a:pt x="33376" y="18717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9"/>
          <p:cNvSpPr/>
          <p:nvPr>
            <p:custDataLst>
              <p:tags r:id="rId51"/>
            </p:custDataLst>
          </p:nvPr>
        </p:nvSpPr>
        <p:spPr>
          <a:xfrm>
            <a:off x="10288663" y="4359536"/>
            <a:ext cx="33979" cy="49131"/>
          </a:xfrm>
          <a:custGeom>
            <a:avLst/>
            <a:gdLst/>
            <a:ahLst/>
            <a:cxnLst/>
            <a:rect l="l" t="t" r="r" b="b"/>
            <a:pathLst>
              <a:path w="33979" h="49131">
                <a:moveTo>
                  <a:pt x="324" y="21622"/>
                </a:moveTo>
                <a:cubicBezTo>
                  <a:pt x="-1972" y="35090"/>
                  <a:pt x="3581" y="47254"/>
                  <a:pt x="12716" y="48768"/>
                </a:cubicBezTo>
                <a:cubicBezTo>
                  <a:pt x="21850" y="50292"/>
                  <a:pt x="31032" y="40634"/>
                  <a:pt x="33290" y="27118"/>
                </a:cubicBezTo>
                <a:cubicBezTo>
                  <a:pt x="35538" y="13602"/>
                  <a:pt x="29994" y="1524"/>
                  <a:pt x="20898" y="-38"/>
                </a:cubicBezTo>
                <a:cubicBezTo>
                  <a:pt x="11801" y="-1600"/>
                  <a:pt x="2496" y="8144"/>
                  <a:pt x="324" y="21622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60"/>
          <p:cNvSpPr/>
          <p:nvPr>
            <p:custDataLst>
              <p:tags r:id="rId52"/>
            </p:custDataLst>
          </p:nvPr>
        </p:nvSpPr>
        <p:spPr>
          <a:xfrm>
            <a:off x="10135846" y="4275804"/>
            <a:ext cx="166270" cy="210951"/>
          </a:xfrm>
          <a:custGeom>
            <a:avLst/>
            <a:gdLst/>
            <a:ahLst/>
            <a:cxnLst/>
            <a:rect l="l" t="t" r="r" b="b"/>
            <a:pathLst>
              <a:path w="166270" h="210951">
                <a:moveTo>
                  <a:pt x="165706" y="99203"/>
                </a:moveTo>
                <a:cubicBezTo>
                  <a:pt x="170040" y="157363"/>
                  <a:pt x="136341" y="207474"/>
                  <a:pt x="90649" y="210598"/>
                </a:cubicBezTo>
                <a:cubicBezTo>
                  <a:pt x="44958" y="213712"/>
                  <a:pt x="4420" y="169488"/>
                  <a:pt x="171" y="111328"/>
                </a:cubicBezTo>
                <a:cubicBezTo>
                  <a:pt x="-4077" y="53159"/>
                  <a:pt x="29537" y="3305"/>
                  <a:pt x="75228" y="-29"/>
                </a:cubicBezTo>
                <a:cubicBezTo>
                  <a:pt x="120920" y="-3362"/>
                  <a:pt x="161458" y="41205"/>
                  <a:pt x="165706" y="99203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61"/>
          <p:cNvSpPr/>
          <p:nvPr>
            <p:custDataLst>
              <p:tags r:id="rId53"/>
            </p:custDataLst>
          </p:nvPr>
        </p:nvSpPr>
        <p:spPr>
          <a:xfrm>
            <a:off x="10173001" y="4514579"/>
            <a:ext cx="47619" cy="36161"/>
          </a:xfrm>
          <a:custGeom>
            <a:avLst/>
            <a:gdLst/>
            <a:ahLst/>
            <a:cxnLst/>
            <a:rect l="l" t="t" r="r" b="b"/>
            <a:pathLst>
              <a:path w="47619" h="36161">
                <a:moveTo>
                  <a:pt x="6372" y="-200"/>
                </a:moveTo>
                <a:cubicBezTo>
                  <a:pt x="15592" y="15173"/>
                  <a:pt x="30232" y="26480"/>
                  <a:pt x="47425" y="31499"/>
                </a:cubicBezTo>
                <a:cubicBezTo>
                  <a:pt x="47425" y="31499"/>
                  <a:pt x="26337" y="39386"/>
                  <a:pt x="14297" y="34185"/>
                </a:cubicBezTo>
                <a:cubicBezTo>
                  <a:pt x="2257" y="28985"/>
                  <a:pt x="-6972" y="18898"/>
                  <a:pt x="6372" y="-200"/>
                </a:cubicBezTo>
                <a:close/>
              </a:path>
            </a:pathLst>
          </a:custGeom>
          <a:solidFill>
            <a:srgbClr val="F4F4F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: 形状 62"/>
          <p:cNvSpPr/>
          <p:nvPr>
            <p:custDataLst>
              <p:tags r:id="rId54"/>
            </p:custDataLst>
          </p:nvPr>
        </p:nvSpPr>
        <p:spPr>
          <a:xfrm>
            <a:off x="10217242" y="4514579"/>
            <a:ext cx="47082" cy="36161"/>
          </a:xfrm>
          <a:custGeom>
            <a:avLst/>
            <a:gdLst/>
            <a:ahLst/>
            <a:cxnLst/>
            <a:rect l="l" t="t" r="r" b="b"/>
            <a:pathLst>
              <a:path w="47082" h="36161">
                <a:moveTo>
                  <a:pt x="40396" y="-200"/>
                </a:moveTo>
                <a:cubicBezTo>
                  <a:pt x="31337" y="15088"/>
                  <a:pt x="16831" y="26432"/>
                  <a:pt x="-190" y="31499"/>
                </a:cubicBezTo>
                <a:cubicBezTo>
                  <a:pt x="-190" y="31499"/>
                  <a:pt x="20641" y="39386"/>
                  <a:pt x="32595" y="34185"/>
                </a:cubicBezTo>
                <a:cubicBezTo>
                  <a:pt x="44548" y="28985"/>
                  <a:pt x="53559" y="18898"/>
                  <a:pt x="40396" y="-200"/>
                </a:cubicBezTo>
                <a:close/>
              </a:path>
            </a:pathLst>
          </a:custGeom>
          <a:solidFill>
            <a:srgbClr val="F4F4F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: 形状 63"/>
          <p:cNvSpPr/>
          <p:nvPr>
            <p:custDataLst>
              <p:tags r:id="rId55"/>
            </p:custDataLst>
          </p:nvPr>
        </p:nvSpPr>
        <p:spPr>
          <a:xfrm>
            <a:off x="10257045" y="4653992"/>
            <a:ext cx="208648" cy="71727"/>
          </a:xfrm>
          <a:custGeom>
            <a:avLst/>
            <a:gdLst/>
            <a:ahLst/>
            <a:cxnLst/>
            <a:rect l="l" t="t" r="r" b="b"/>
            <a:pathLst>
              <a:path w="208648" h="71727">
                <a:moveTo>
                  <a:pt x="-190" y="42596"/>
                </a:moveTo>
                <a:cubicBezTo>
                  <a:pt x="-190" y="42596"/>
                  <a:pt x="139922" y="-8515"/>
                  <a:pt x="171402" y="972"/>
                </a:cubicBezTo>
                <a:cubicBezTo>
                  <a:pt x="202892" y="10458"/>
                  <a:pt x="214722" y="41338"/>
                  <a:pt x="205321" y="60265"/>
                </a:cubicBezTo>
                <a:cubicBezTo>
                  <a:pt x="195920" y="79191"/>
                  <a:pt x="1762" y="68532"/>
                  <a:pt x="1762" y="68532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64"/>
          <p:cNvSpPr/>
          <p:nvPr>
            <p:custDataLst>
              <p:tags r:id="rId56"/>
            </p:custDataLst>
          </p:nvPr>
        </p:nvSpPr>
        <p:spPr>
          <a:xfrm>
            <a:off x="10201781" y="4426051"/>
            <a:ext cx="45486" cy="21568"/>
          </a:xfrm>
          <a:custGeom>
            <a:avLst/>
            <a:gdLst/>
            <a:ahLst/>
            <a:cxnLst/>
            <a:rect l="l" t="t" r="r" b="b"/>
            <a:pathLst>
              <a:path w="45486" h="21568">
                <a:moveTo>
                  <a:pt x="-190" y="5258"/>
                </a:moveTo>
                <a:lnTo>
                  <a:pt x="45282" y="-200"/>
                </a:lnTo>
                <a:cubicBezTo>
                  <a:pt x="45634" y="10716"/>
                  <a:pt x="37357" y="20022"/>
                  <a:pt x="26441" y="20888"/>
                </a:cubicBezTo>
                <a:cubicBezTo>
                  <a:pt x="2153" y="24613"/>
                  <a:pt x="-190" y="5258"/>
                  <a:pt x="-190" y="525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65"/>
          <p:cNvSpPr/>
          <p:nvPr>
            <p:custDataLst>
              <p:tags r:id="rId57"/>
            </p:custDataLst>
          </p:nvPr>
        </p:nvSpPr>
        <p:spPr>
          <a:xfrm>
            <a:off x="10221616" y="4690681"/>
            <a:ext cx="15115" cy="28022"/>
          </a:xfrm>
          <a:custGeom>
            <a:avLst/>
            <a:gdLst/>
            <a:ahLst/>
            <a:cxnLst/>
            <a:rect l="l" t="t" r="r" b="b"/>
            <a:pathLst>
              <a:path w="15115" h="28022">
                <a:moveTo>
                  <a:pt x="15116" y="10658"/>
                </a:moveTo>
                <a:lnTo>
                  <a:pt x="0" y="28023"/>
                </a:lnTo>
                <a:lnTo>
                  <a:pt x="1429" y="5067"/>
                </a:lnTo>
                <a:lnTo>
                  <a:pt x="8706" y="0"/>
                </a:lnTo>
                <a:lnTo>
                  <a:pt x="15116" y="10658"/>
                </a:lnTo>
                <a:close/>
              </a:path>
            </a:pathLst>
          </a:custGeom>
          <a:solidFill>
            <a:srgbClr val="F2E9D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66"/>
          <p:cNvSpPr/>
          <p:nvPr>
            <p:custDataLst>
              <p:tags r:id="rId58"/>
            </p:custDataLst>
          </p:nvPr>
        </p:nvSpPr>
        <p:spPr>
          <a:xfrm>
            <a:off x="10221616" y="4690681"/>
            <a:ext cx="10351" cy="28022"/>
          </a:xfrm>
          <a:custGeom>
            <a:avLst/>
            <a:gdLst/>
            <a:ahLst/>
            <a:cxnLst/>
            <a:rect l="l" t="t" r="r" b="b"/>
            <a:pathLst>
              <a:path w="10351" h="28022">
                <a:moveTo>
                  <a:pt x="8706" y="0"/>
                </a:moveTo>
                <a:lnTo>
                  <a:pt x="10354" y="2734"/>
                </a:lnTo>
                <a:lnTo>
                  <a:pt x="0" y="28023"/>
                </a:lnTo>
                <a:lnTo>
                  <a:pt x="1429" y="5067"/>
                </a:lnTo>
                <a:lnTo>
                  <a:pt x="8706" y="0"/>
                </a:lnTo>
                <a:close/>
              </a:path>
            </a:pathLst>
          </a:custGeom>
          <a:solidFill>
            <a:srgbClr val="E0D5C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67"/>
          <p:cNvSpPr/>
          <p:nvPr>
            <p:custDataLst>
              <p:tags r:id="rId59"/>
            </p:custDataLst>
          </p:nvPr>
        </p:nvSpPr>
        <p:spPr>
          <a:xfrm>
            <a:off x="10222699" y="4616273"/>
            <a:ext cx="37464" cy="85409"/>
          </a:xfrm>
          <a:custGeom>
            <a:avLst/>
            <a:gdLst/>
            <a:ahLst/>
            <a:cxnLst/>
            <a:rect l="l" t="t" r="r" b="b"/>
            <a:pathLst>
              <a:path w="37464" h="85409">
                <a:moveTo>
                  <a:pt x="343" y="79477"/>
                </a:moveTo>
                <a:lnTo>
                  <a:pt x="0" y="85411"/>
                </a:lnTo>
                <a:lnTo>
                  <a:pt x="4201" y="81039"/>
                </a:lnTo>
                <a:lnTo>
                  <a:pt x="37462" y="0"/>
                </a:lnTo>
                <a:lnTo>
                  <a:pt x="32614" y="914"/>
                </a:lnTo>
                <a:lnTo>
                  <a:pt x="343" y="79477"/>
                </a:lnTo>
                <a:close/>
              </a:path>
            </a:pathLst>
          </a:custGeom>
          <a:solidFill>
            <a:srgbClr val="FCC13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: 形状 68"/>
          <p:cNvSpPr/>
          <p:nvPr>
            <p:custDataLst>
              <p:tags r:id="rId60"/>
            </p:custDataLst>
          </p:nvPr>
        </p:nvSpPr>
        <p:spPr>
          <a:xfrm>
            <a:off x="10226901" y="4616273"/>
            <a:ext cx="39195" cy="87487"/>
          </a:xfrm>
          <a:custGeom>
            <a:avLst/>
            <a:gdLst/>
            <a:ahLst/>
            <a:cxnLst/>
            <a:rect l="l" t="t" r="r" b="b"/>
            <a:pathLst>
              <a:path w="39195" h="87487">
                <a:moveTo>
                  <a:pt x="0" y="81039"/>
                </a:moveTo>
                <a:lnTo>
                  <a:pt x="819" y="87487"/>
                </a:lnTo>
                <a:lnTo>
                  <a:pt x="5972" y="83506"/>
                </a:lnTo>
                <a:lnTo>
                  <a:pt x="39195" y="2467"/>
                </a:lnTo>
                <a:lnTo>
                  <a:pt x="33261" y="0"/>
                </a:lnTo>
                <a:lnTo>
                  <a:pt x="0" y="81039"/>
                </a:lnTo>
                <a:close/>
              </a:path>
            </a:pathLst>
          </a:custGeom>
          <a:solidFill>
            <a:srgbClr val="FED835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: 形状 69"/>
          <p:cNvSpPr/>
          <p:nvPr>
            <p:custDataLst>
              <p:tags r:id="rId61"/>
            </p:custDataLst>
          </p:nvPr>
        </p:nvSpPr>
        <p:spPr>
          <a:xfrm>
            <a:off x="10232791" y="4618741"/>
            <a:ext cx="36164" cy="87098"/>
          </a:xfrm>
          <a:custGeom>
            <a:avLst/>
            <a:gdLst/>
            <a:ahLst/>
            <a:cxnLst/>
            <a:rect l="l" t="t" r="r" b="b"/>
            <a:pathLst>
              <a:path w="36164" h="87098">
                <a:moveTo>
                  <a:pt x="86" y="81039"/>
                </a:moveTo>
                <a:lnTo>
                  <a:pt x="0" y="87097"/>
                </a:lnTo>
                <a:lnTo>
                  <a:pt x="3943" y="82591"/>
                </a:lnTo>
                <a:lnTo>
                  <a:pt x="36166" y="4029"/>
                </a:lnTo>
                <a:lnTo>
                  <a:pt x="33309" y="0"/>
                </a:lnTo>
                <a:lnTo>
                  <a:pt x="86" y="81039"/>
                </a:lnTo>
                <a:close/>
              </a:path>
            </a:pathLst>
          </a:custGeom>
          <a:solidFill>
            <a:srgbClr val="FEE0B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: 形状 70"/>
          <p:cNvSpPr/>
          <p:nvPr>
            <p:custDataLst>
              <p:tags r:id="rId62"/>
            </p:custDataLst>
          </p:nvPr>
        </p:nvSpPr>
        <p:spPr>
          <a:xfrm rot="17538000">
            <a:off x="10258286" y="4616804"/>
            <a:ext cx="6453" cy="6453"/>
          </a:xfrm>
          <a:custGeom>
            <a:avLst/>
            <a:gdLst/>
            <a:ahLst/>
            <a:cxnLst/>
            <a:rect l="l" t="t" r="r" b="b"/>
            <a:pathLst>
              <a:path w="6453" h="6453">
                <a:moveTo>
                  <a:pt x="-190" y="-200"/>
                </a:moveTo>
                <a:lnTo>
                  <a:pt x="6267" y="-200"/>
                </a:lnTo>
                <a:lnTo>
                  <a:pt x="6267" y="6248"/>
                </a:lnTo>
                <a:lnTo>
                  <a:pt x="-190" y="6248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71"/>
          <p:cNvSpPr/>
          <p:nvPr>
            <p:custDataLst>
              <p:tags r:id="rId63"/>
            </p:custDataLst>
          </p:nvPr>
        </p:nvSpPr>
        <p:spPr>
          <a:xfrm>
            <a:off x="10263672" y="4618741"/>
            <a:ext cx="5283" cy="7536"/>
          </a:xfrm>
          <a:custGeom>
            <a:avLst/>
            <a:gdLst/>
            <a:ahLst/>
            <a:cxnLst/>
            <a:rect l="l" t="t" r="r" b="b"/>
            <a:pathLst>
              <a:path w="5283" h="7536">
                <a:moveTo>
                  <a:pt x="0" y="5982"/>
                </a:moveTo>
                <a:lnTo>
                  <a:pt x="2429" y="0"/>
                </a:lnTo>
                <a:lnTo>
                  <a:pt x="5286" y="4029"/>
                </a:lnTo>
                <a:lnTo>
                  <a:pt x="3858" y="7534"/>
                </a:lnTo>
                <a:lnTo>
                  <a:pt x="0" y="5982"/>
                </a:lnTo>
                <a:close/>
              </a:path>
            </a:pathLst>
          </a:custGeom>
          <a:solidFill>
            <a:srgbClr val="88B5E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72"/>
          <p:cNvSpPr/>
          <p:nvPr>
            <p:custDataLst>
              <p:tags r:id="rId64"/>
            </p:custDataLst>
          </p:nvPr>
        </p:nvSpPr>
        <p:spPr>
          <a:xfrm>
            <a:off x="10253840" y="4616273"/>
            <a:ext cx="6323" cy="5976"/>
          </a:xfrm>
          <a:custGeom>
            <a:avLst/>
            <a:gdLst/>
            <a:ahLst/>
            <a:cxnLst/>
            <a:rect l="l" t="t" r="r" b="b"/>
            <a:pathLst>
              <a:path w="6323" h="5976">
                <a:moveTo>
                  <a:pt x="0" y="4420"/>
                </a:moveTo>
                <a:lnTo>
                  <a:pt x="1476" y="914"/>
                </a:lnTo>
                <a:lnTo>
                  <a:pt x="6325" y="0"/>
                </a:lnTo>
                <a:lnTo>
                  <a:pt x="3896" y="5982"/>
                </a:lnTo>
                <a:lnTo>
                  <a:pt x="0" y="4420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: 形状 73"/>
          <p:cNvSpPr/>
          <p:nvPr>
            <p:custDataLst>
              <p:tags r:id="rId65"/>
            </p:custDataLst>
          </p:nvPr>
        </p:nvSpPr>
        <p:spPr>
          <a:xfrm rot="12138602">
            <a:off x="10262739" y="4624600"/>
            <a:ext cx="4157" cy="7579"/>
          </a:xfrm>
          <a:custGeom>
            <a:avLst/>
            <a:gdLst/>
            <a:ahLst/>
            <a:cxnLst/>
            <a:rect l="l" t="t" r="r" b="b"/>
            <a:pathLst>
              <a:path w="4157" h="7579">
                <a:moveTo>
                  <a:pt x="-190" y="-200"/>
                </a:moveTo>
                <a:lnTo>
                  <a:pt x="3972" y="-200"/>
                </a:lnTo>
                <a:lnTo>
                  <a:pt x="3972" y="7372"/>
                </a:lnTo>
                <a:lnTo>
                  <a:pt x="-190" y="7372"/>
                </a:lnTo>
                <a:close/>
              </a:path>
            </a:pathLst>
          </a:custGeom>
          <a:solidFill>
            <a:srgbClr val="FEF8F8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: 形状 74"/>
          <p:cNvSpPr/>
          <p:nvPr>
            <p:custDataLst>
              <p:tags r:id="rId66"/>
            </p:custDataLst>
          </p:nvPr>
        </p:nvSpPr>
        <p:spPr>
          <a:xfrm rot="12137999">
            <a:off x="10252770" y="4620745"/>
            <a:ext cx="4157" cy="7579"/>
          </a:xfrm>
          <a:custGeom>
            <a:avLst/>
            <a:gdLst/>
            <a:ahLst/>
            <a:cxnLst/>
            <a:rect l="l" t="t" r="r" b="b"/>
            <a:pathLst>
              <a:path w="4157" h="7579">
                <a:moveTo>
                  <a:pt x="-190" y="-200"/>
                </a:moveTo>
                <a:lnTo>
                  <a:pt x="3972" y="-200"/>
                </a:lnTo>
                <a:lnTo>
                  <a:pt x="3972" y="7372"/>
                </a:lnTo>
                <a:lnTo>
                  <a:pt x="-190" y="7372"/>
                </a:ln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: 形状 75"/>
          <p:cNvSpPr/>
          <p:nvPr>
            <p:custDataLst>
              <p:tags r:id="rId67"/>
            </p:custDataLst>
          </p:nvPr>
        </p:nvSpPr>
        <p:spPr>
          <a:xfrm rot="12137401">
            <a:off x="10256006" y="4623193"/>
            <a:ext cx="6453" cy="7579"/>
          </a:xfrm>
          <a:custGeom>
            <a:avLst/>
            <a:gdLst/>
            <a:ahLst/>
            <a:cxnLst/>
            <a:rect l="l" t="t" r="r" b="b"/>
            <a:pathLst>
              <a:path w="6453" h="7579">
                <a:moveTo>
                  <a:pt x="-190" y="-200"/>
                </a:moveTo>
                <a:lnTo>
                  <a:pt x="6267" y="-200"/>
                </a:lnTo>
                <a:lnTo>
                  <a:pt x="6267" y="7372"/>
                </a:lnTo>
                <a:lnTo>
                  <a:pt x="-190" y="7372"/>
                </a:lnTo>
                <a:close/>
              </a:path>
            </a:pathLst>
          </a:custGeom>
          <a:solidFill>
            <a:srgbClr val="F2E9D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: 形状 76"/>
          <p:cNvSpPr/>
          <p:nvPr>
            <p:custDataLst>
              <p:tags r:id="rId68"/>
            </p:custDataLst>
          </p:nvPr>
        </p:nvSpPr>
        <p:spPr>
          <a:xfrm>
            <a:off x="10221616" y="4711124"/>
            <a:ext cx="5111" cy="7795"/>
          </a:xfrm>
          <a:custGeom>
            <a:avLst/>
            <a:gdLst/>
            <a:ahLst/>
            <a:cxnLst/>
            <a:rect l="l" t="t" r="r" b="b"/>
            <a:pathLst>
              <a:path w="5111" h="7795">
                <a:moveTo>
                  <a:pt x="4924" y="1705"/>
                </a:moveTo>
                <a:lnTo>
                  <a:pt x="-190" y="7591"/>
                </a:lnTo>
                <a:lnTo>
                  <a:pt x="286" y="-200"/>
                </a:lnTo>
                <a:lnTo>
                  <a:pt x="2105" y="2010"/>
                </a:lnTo>
                <a:close/>
              </a:path>
            </a:pathLst>
          </a:custGeom>
          <a:solidFill>
            <a:srgbClr val="DB3F2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: 形状 77"/>
          <p:cNvSpPr/>
          <p:nvPr>
            <p:custDataLst>
              <p:tags r:id="rId69"/>
            </p:custDataLst>
          </p:nvPr>
        </p:nvSpPr>
        <p:spPr>
          <a:xfrm>
            <a:off x="10200769" y="4680160"/>
            <a:ext cx="80963" cy="53952"/>
          </a:xfrm>
          <a:custGeom>
            <a:avLst/>
            <a:gdLst/>
            <a:ahLst/>
            <a:cxnLst/>
            <a:rect l="l" t="t" r="r" b="b"/>
            <a:pathLst>
              <a:path w="80963" h="53952">
                <a:moveTo>
                  <a:pt x="80772" y="8630"/>
                </a:moveTo>
                <a:cubicBezTo>
                  <a:pt x="77391" y="9277"/>
                  <a:pt x="73933" y="9582"/>
                  <a:pt x="70504" y="9496"/>
                </a:cubicBezTo>
                <a:cubicBezTo>
                  <a:pt x="65703" y="6725"/>
                  <a:pt x="60550" y="4648"/>
                  <a:pt x="55178" y="3258"/>
                </a:cubicBezTo>
                <a:cubicBezTo>
                  <a:pt x="50111" y="2648"/>
                  <a:pt x="41624" y="-600"/>
                  <a:pt x="39148" y="-162"/>
                </a:cubicBezTo>
                <a:cubicBezTo>
                  <a:pt x="36681" y="267"/>
                  <a:pt x="24517" y="6639"/>
                  <a:pt x="22736" y="6944"/>
                </a:cubicBezTo>
                <a:cubicBezTo>
                  <a:pt x="21050" y="7506"/>
                  <a:pt x="19488" y="8458"/>
                  <a:pt x="18145" y="9668"/>
                </a:cubicBezTo>
                <a:cubicBezTo>
                  <a:pt x="17107" y="10449"/>
                  <a:pt x="5153" y="12440"/>
                  <a:pt x="2810" y="14002"/>
                </a:cubicBezTo>
                <a:cubicBezTo>
                  <a:pt x="733" y="17202"/>
                  <a:pt x="610" y="21317"/>
                  <a:pt x="2467" y="24651"/>
                </a:cubicBezTo>
                <a:cubicBezTo>
                  <a:pt x="2467" y="24651"/>
                  <a:pt x="2467" y="25308"/>
                  <a:pt x="1562" y="26299"/>
                </a:cubicBezTo>
                <a:cubicBezTo>
                  <a:pt x="219" y="28032"/>
                  <a:pt x="-391" y="30242"/>
                  <a:pt x="-133" y="32404"/>
                </a:cubicBezTo>
                <a:cubicBezTo>
                  <a:pt x="305" y="34271"/>
                  <a:pt x="2381" y="37043"/>
                  <a:pt x="4896" y="36738"/>
                </a:cubicBezTo>
                <a:cubicBezTo>
                  <a:pt x="4896" y="36738"/>
                  <a:pt x="6153" y="36738"/>
                  <a:pt x="6325" y="37262"/>
                </a:cubicBezTo>
                <a:cubicBezTo>
                  <a:pt x="6239" y="39033"/>
                  <a:pt x="6363" y="40805"/>
                  <a:pt x="6801" y="42539"/>
                </a:cubicBezTo>
                <a:cubicBezTo>
                  <a:pt x="7668" y="44748"/>
                  <a:pt x="9782" y="46053"/>
                  <a:pt x="13773" y="45701"/>
                </a:cubicBezTo>
                <a:cubicBezTo>
                  <a:pt x="13773" y="45701"/>
                  <a:pt x="11906" y="54369"/>
                  <a:pt x="20307" y="53711"/>
                </a:cubicBezTo>
                <a:lnTo>
                  <a:pt x="31785" y="52549"/>
                </a:lnTo>
                <a:cubicBezTo>
                  <a:pt x="34776" y="53064"/>
                  <a:pt x="37805" y="53197"/>
                  <a:pt x="40843" y="53026"/>
                </a:cubicBezTo>
                <a:cubicBezTo>
                  <a:pt x="43615" y="52549"/>
                  <a:pt x="60674" y="50121"/>
                  <a:pt x="61893" y="49301"/>
                </a:cubicBezTo>
                <a:cubicBezTo>
                  <a:pt x="63360" y="48168"/>
                  <a:pt x="64961" y="47215"/>
                  <a:pt x="66608" y="46396"/>
                </a:cubicBezTo>
                <a:cubicBezTo>
                  <a:pt x="70123" y="45491"/>
                  <a:pt x="73581" y="44272"/>
                  <a:pt x="76914" y="42891"/>
                </a:cubicBezTo>
                <a:cubicBezTo>
                  <a:pt x="78172" y="42367"/>
                  <a:pt x="79477" y="41939"/>
                  <a:pt x="80772" y="41634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: 形状 78"/>
          <p:cNvSpPr/>
          <p:nvPr>
            <p:custDataLst>
              <p:tags r:id="rId70"/>
            </p:custDataLst>
          </p:nvPr>
        </p:nvSpPr>
        <p:spPr>
          <a:xfrm>
            <a:off x="7408968" y="4104512"/>
            <a:ext cx="1243411" cy="949157"/>
          </a:xfrm>
          <a:custGeom>
            <a:avLst/>
            <a:gdLst/>
            <a:ahLst/>
            <a:cxnLst/>
            <a:rect l="l" t="t" r="r" b="b"/>
            <a:pathLst>
              <a:path w="1243411" h="949157">
                <a:moveTo>
                  <a:pt x="1192330" y="-200"/>
                </a:moveTo>
                <a:lnTo>
                  <a:pt x="50482" y="-200"/>
                </a:lnTo>
                <a:cubicBezTo>
                  <a:pt x="22508" y="-200"/>
                  <a:pt x="-190" y="22489"/>
                  <a:pt x="-190" y="50473"/>
                </a:cubicBezTo>
                <a:lnTo>
                  <a:pt x="-190" y="733920"/>
                </a:lnTo>
                <a:cubicBezTo>
                  <a:pt x="-190" y="753580"/>
                  <a:pt x="12802" y="769477"/>
                  <a:pt x="28785" y="769477"/>
                </a:cubicBezTo>
                <a:lnTo>
                  <a:pt x="518846" y="769477"/>
                </a:lnTo>
                <a:lnTo>
                  <a:pt x="518846" y="909714"/>
                </a:lnTo>
                <a:lnTo>
                  <a:pt x="228667" y="909714"/>
                </a:lnTo>
                <a:cubicBezTo>
                  <a:pt x="206969" y="909714"/>
                  <a:pt x="189424" y="927259"/>
                  <a:pt x="189386" y="948957"/>
                </a:cubicBezTo>
                <a:lnTo>
                  <a:pt x="1047417" y="948957"/>
                </a:lnTo>
                <a:cubicBezTo>
                  <a:pt x="1047369" y="927259"/>
                  <a:pt x="1029834" y="909714"/>
                  <a:pt x="1008126" y="909714"/>
                </a:cubicBezTo>
                <a:lnTo>
                  <a:pt x="717947" y="909714"/>
                </a:lnTo>
                <a:lnTo>
                  <a:pt x="717947" y="769477"/>
                </a:lnTo>
                <a:lnTo>
                  <a:pt x="1214247" y="769477"/>
                </a:lnTo>
                <a:cubicBezTo>
                  <a:pt x="1230268" y="769477"/>
                  <a:pt x="1243222" y="753580"/>
                  <a:pt x="1243222" y="733920"/>
                </a:cubicBezTo>
                <a:lnTo>
                  <a:pt x="1243222" y="50473"/>
                </a:lnTo>
                <a:cubicBezTo>
                  <a:pt x="1243270" y="22489"/>
                  <a:pt x="1220610" y="-162"/>
                  <a:pt x="1192635" y="-200"/>
                </a:cubicBezTo>
                <a:cubicBezTo>
                  <a:pt x="1192549" y="-200"/>
                  <a:pt x="1192416" y="-200"/>
                  <a:pt x="1192330" y="-200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: 形状 79"/>
          <p:cNvSpPr/>
          <p:nvPr>
            <p:custDataLst>
              <p:tags r:id="rId71"/>
            </p:custDataLst>
          </p:nvPr>
        </p:nvSpPr>
        <p:spPr>
          <a:xfrm>
            <a:off x="7625695" y="4848419"/>
            <a:ext cx="858073" cy="205076"/>
          </a:xfrm>
          <a:custGeom>
            <a:avLst/>
            <a:gdLst/>
            <a:ahLst/>
            <a:cxnLst/>
            <a:rect l="l" t="t" r="r" b="b"/>
            <a:pathLst>
              <a:path w="858073" h="205076">
                <a:moveTo>
                  <a:pt x="818255" y="165640"/>
                </a:moveTo>
                <a:lnTo>
                  <a:pt x="528076" y="165640"/>
                </a:lnTo>
                <a:lnTo>
                  <a:pt x="528076" y="-200"/>
                </a:lnTo>
                <a:lnTo>
                  <a:pt x="329279" y="-200"/>
                </a:lnTo>
                <a:lnTo>
                  <a:pt x="329279" y="165640"/>
                </a:lnTo>
                <a:lnTo>
                  <a:pt x="39091" y="165640"/>
                </a:lnTo>
                <a:cubicBezTo>
                  <a:pt x="17393" y="165640"/>
                  <a:pt x="-143" y="183175"/>
                  <a:pt x="-190" y="204873"/>
                </a:cubicBezTo>
                <a:lnTo>
                  <a:pt x="857888" y="204873"/>
                </a:lnTo>
                <a:cubicBezTo>
                  <a:pt x="857841" y="183175"/>
                  <a:pt x="840257" y="165592"/>
                  <a:pt x="818559" y="165640"/>
                </a:cubicBezTo>
                <a:cubicBezTo>
                  <a:pt x="818474" y="165640"/>
                  <a:pt x="818340" y="165640"/>
                  <a:pt x="818255" y="165640"/>
                </a:cubicBez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: 形状 80"/>
          <p:cNvSpPr/>
          <p:nvPr>
            <p:custDataLst>
              <p:tags r:id="rId72"/>
            </p:custDataLst>
          </p:nvPr>
        </p:nvSpPr>
        <p:spPr>
          <a:xfrm>
            <a:off x="7436037" y="4104382"/>
            <a:ext cx="1243151" cy="639701"/>
          </a:xfrm>
          <a:custGeom>
            <a:avLst/>
            <a:gdLst/>
            <a:ahLst/>
            <a:cxnLst/>
            <a:rect l="l" t="t" r="r" b="b"/>
            <a:pathLst>
              <a:path w="1243151" h="639701">
                <a:moveTo>
                  <a:pt x="1242965" y="639499"/>
                </a:moveTo>
                <a:lnTo>
                  <a:pt x="1242965" y="50473"/>
                </a:lnTo>
                <a:cubicBezTo>
                  <a:pt x="1242965" y="22489"/>
                  <a:pt x="1220267" y="-200"/>
                  <a:pt x="1192292" y="-200"/>
                </a:cubicBezTo>
                <a:lnTo>
                  <a:pt x="50444" y="-200"/>
                </a:lnTo>
                <a:cubicBezTo>
                  <a:pt x="22460" y="-200"/>
                  <a:pt x="-190" y="22450"/>
                  <a:pt x="-190" y="50425"/>
                </a:cubicBezTo>
                <a:cubicBezTo>
                  <a:pt x="-190" y="50425"/>
                  <a:pt x="-190" y="50473"/>
                  <a:pt x="-190" y="50473"/>
                </a:cubicBezTo>
                <a:lnTo>
                  <a:pt x="-190" y="63949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81"/>
          <p:cNvSpPr/>
          <p:nvPr>
            <p:custDataLst>
              <p:tags r:id="rId73"/>
            </p:custDataLst>
          </p:nvPr>
        </p:nvSpPr>
        <p:spPr>
          <a:xfrm>
            <a:off x="7436037" y="4744083"/>
            <a:ext cx="1243151" cy="130105"/>
          </a:xfrm>
          <a:custGeom>
            <a:avLst/>
            <a:gdLst/>
            <a:ahLst/>
            <a:cxnLst/>
            <a:rect l="l" t="t" r="r" b="b"/>
            <a:pathLst>
              <a:path w="1243151" h="130105">
                <a:moveTo>
                  <a:pt x="-190" y="-200"/>
                </a:moveTo>
                <a:lnTo>
                  <a:pt x="-190" y="94345"/>
                </a:lnTo>
                <a:cubicBezTo>
                  <a:pt x="-190" y="114005"/>
                  <a:pt x="12802" y="129902"/>
                  <a:pt x="28785" y="129902"/>
                </a:cubicBezTo>
                <a:lnTo>
                  <a:pt x="1213990" y="129902"/>
                </a:lnTo>
                <a:cubicBezTo>
                  <a:pt x="1230011" y="129902"/>
                  <a:pt x="1242965" y="114005"/>
                  <a:pt x="1242965" y="94345"/>
                </a:cubicBezTo>
                <a:lnTo>
                  <a:pt x="1242965" y="-2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82"/>
          <p:cNvSpPr/>
          <p:nvPr>
            <p:custDataLst>
              <p:tags r:id="rId74"/>
            </p:custDataLst>
          </p:nvPr>
        </p:nvSpPr>
        <p:spPr>
          <a:xfrm>
            <a:off x="7465142" y="4130105"/>
            <a:ext cx="1184941" cy="588425"/>
          </a:xfrm>
          <a:custGeom>
            <a:avLst/>
            <a:gdLst/>
            <a:ahLst/>
            <a:cxnLst/>
            <a:rect l="l" t="t" r="r" b="b"/>
            <a:pathLst>
              <a:path w="1184941" h="588425">
                <a:moveTo>
                  <a:pt x="1184748" y="588226"/>
                </a:moveTo>
                <a:lnTo>
                  <a:pt x="1184748" y="26480"/>
                </a:lnTo>
                <a:cubicBezTo>
                  <a:pt x="1184491" y="11497"/>
                  <a:pt x="1172108" y="-457"/>
                  <a:pt x="1157116" y="-200"/>
                </a:cubicBezTo>
                <a:cubicBezTo>
                  <a:pt x="1157116" y="-200"/>
                  <a:pt x="1157116" y="-200"/>
                  <a:pt x="1157116" y="-200"/>
                </a:cubicBezTo>
                <a:lnTo>
                  <a:pt x="27403" y="-200"/>
                </a:lnTo>
                <a:cubicBezTo>
                  <a:pt x="12411" y="-457"/>
                  <a:pt x="67" y="11497"/>
                  <a:pt x="-190" y="26480"/>
                </a:cubicBezTo>
                <a:lnTo>
                  <a:pt x="-190" y="588226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: 形状 83"/>
          <p:cNvSpPr/>
          <p:nvPr>
            <p:custDataLst>
              <p:tags r:id="rId75"/>
            </p:custDataLst>
          </p:nvPr>
        </p:nvSpPr>
        <p:spPr>
          <a:xfrm>
            <a:off x="7825957" y="4498770"/>
            <a:ext cx="456114" cy="219759"/>
          </a:xfrm>
          <a:custGeom>
            <a:avLst/>
            <a:gdLst/>
            <a:ahLst/>
            <a:cxnLst/>
            <a:rect l="l" t="t" r="r" b="b"/>
            <a:pathLst>
              <a:path w="456114" h="219759">
                <a:moveTo>
                  <a:pt x="455752" y="28470"/>
                </a:moveTo>
                <a:cubicBezTo>
                  <a:pt x="457400" y="13221"/>
                  <a:pt x="447084" y="-200"/>
                  <a:pt x="434092" y="-200"/>
                </a:cubicBezTo>
                <a:lnTo>
                  <a:pt x="423834" y="-200"/>
                </a:lnTo>
                <a:cubicBezTo>
                  <a:pt x="413480" y="3134"/>
                  <a:pt x="402907" y="5686"/>
                  <a:pt x="392211" y="7506"/>
                </a:cubicBezTo>
                <a:cubicBezTo>
                  <a:pt x="356006" y="14259"/>
                  <a:pt x="319411" y="18593"/>
                  <a:pt x="282635" y="20498"/>
                </a:cubicBezTo>
                <a:cubicBezTo>
                  <a:pt x="266090" y="21107"/>
                  <a:pt x="249117" y="21279"/>
                  <a:pt x="233829" y="21279"/>
                </a:cubicBezTo>
                <a:lnTo>
                  <a:pt x="221913" y="21279"/>
                </a:lnTo>
                <a:cubicBezTo>
                  <a:pt x="206626" y="21279"/>
                  <a:pt x="189652" y="21279"/>
                  <a:pt x="173107" y="20498"/>
                </a:cubicBezTo>
                <a:cubicBezTo>
                  <a:pt x="136331" y="18593"/>
                  <a:pt x="99736" y="14259"/>
                  <a:pt x="63532" y="7506"/>
                </a:cubicBezTo>
                <a:cubicBezTo>
                  <a:pt x="52826" y="5686"/>
                  <a:pt x="42262" y="3134"/>
                  <a:pt x="31909" y="-200"/>
                </a:cubicBezTo>
                <a:lnTo>
                  <a:pt x="21650" y="-200"/>
                </a:lnTo>
                <a:cubicBezTo>
                  <a:pt x="8649" y="-200"/>
                  <a:pt x="-1695" y="13221"/>
                  <a:pt x="-10" y="28470"/>
                </a:cubicBezTo>
                <a:lnTo>
                  <a:pt x="20479" y="219561"/>
                </a:lnTo>
                <a:lnTo>
                  <a:pt x="435350" y="21956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84"/>
          <p:cNvSpPr/>
          <p:nvPr>
            <p:custDataLst>
              <p:tags r:id="rId76"/>
            </p:custDataLst>
          </p:nvPr>
        </p:nvSpPr>
        <p:spPr>
          <a:xfrm>
            <a:off x="7714653" y="4268014"/>
            <a:ext cx="163024" cy="351290"/>
          </a:xfrm>
          <a:custGeom>
            <a:avLst/>
            <a:gdLst/>
            <a:ahLst/>
            <a:cxnLst/>
            <a:rect l="l" t="t" r="r" b="b"/>
            <a:pathLst>
              <a:path w="163024" h="351290">
                <a:moveTo>
                  <a:pt x="13887" y="33833"/>
                </a:moveTo>
                <a:cubicBezTo>
                  <a:pt x="19040" y="29508"/>
                  <a:pt x="35547" y="56578"/>
                  <a:pt x="42386" y="55493"/>
                </a:cubicBezTo>
                <a:cubicBezTo>
                  <a:pt x="49235" y="54407"/>
                  <a:pt x="34071" y="15992"/>
                  <a:pt x="38833" y="12440"/>
                </a:cubicBezTo>
                <a:cubicBezTo>
                  <a:pt x="47501" y="5944"/>
                  <a:pt x="57941" y="53711"/>
                  <a:pt x="62179" y="50987"/>
                </a:cubicBezTo>
                <a:cubicBezTo>
                  <a:pt x="66427" y="48263"/>
                  <a:pt x="58236" y="-1553"/>
                  <a:pt x="68113" y="229"/>
                </a:cubicBezTo>
                <a:cubicBezTo>
                  <a:pt x="77991" y="2000"/>
                  <a:pt x="71190" y="52721"/>
                  <a:pt x="77076" y="51806"/>
                </a:cubicBezTo>
                <a:cubicBezTo>
                  <a:pt x="82972" y="50902"/>
                  <a:pt x="79115" y="4172"/>
                  <a:pt x="91154" y="-162"/>
                </a:cubicBezTo>
                <a:cubicBezTo>
                  <a:pt x="97612" y="-2286"/>
                  <a:pt x="87478" y="80743"/>
                  <a:pt x="94059" y="87239"/>
                </a:cubicBezTo>
                <a:cubicBezTo>
                  <a:pt x="100641" y="93736"/>
                  <a:pt x="123549" y="65580"/>
                  <a:pt x="130435" y="69913"/>
                </a:cubicBezTo>
                <a:cubicBezTo>
                  <a:pt x="137322" y="74247"/>
                  <a:pt x="80324" y="118339"/>
                  <a:pt x="79934" y="123530"/>
                </a:cubicBezTo>
                <a:cubicBezTo>
                  <a:pt x="79543" y="128730"/>
                  <a:pt x="64218" y="241554"/>
                  <a:pt x="69066" y="277501"/>
                </a:cubicBezTo>
                <a:cubicBezTo>
                  <a:pt x="81629" y="277073"/>
                  <a:pt x="151095" y="282140"/>
                  <a:pt x="162839" y="281445"/>
                </a:cubicBezTo>
                <a:cubicBezTo>
                  <a:pt x="157201" y="305048"/>
                  <a:pt x="162839" y="327393"/>
                  <a:pt x="158506" y="351091"/>
                </a:cubicBezTo>
                <a:cubicBezTo>
                  <a:pt x="118662" y="351091"/>
                  <a:pt x="15192" y="338357"/>
                  <a:pt x="6915" y="330556"/>
                </a:cubicBezTo>
                <a:cubicBezTo>
                  <a:pt x="-17945" y="306829"/>
                  <a:pt x="29870" y="156886"/>
                  <a:pt x="36757" y="128035"/>
                </a:cubicBezTo>
                <a:cubicBezTo>
                  <a:pt x="43644" y="99193"/>
                  <a:pt x="33290" y="88411"/>
                  <a:pt x="32214" y="71218"/>
                </a:cubicBezTo>
                <a:cubicBezTo>
                  <a:pt x="31128" y="54016"/>
                  <a:pt x="8734" y="38338"/>
                  <a:pt x="13887" y="33833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85"/>
          <p:cNvSpPr/>
          <p:nvPr>
            <p:custDataLst>
              <p:tags r:id="rId77"/>
            </p:custDataLst>
          </p:nvPr>
        </p:nvSpPr>
        <p:spPr>
          <a:xfrm>
            <a:off x="7798809" y="4519712"/>
            <a:ext cx="496115" cy="185261"/>
          </a:xfrm>
          <a:custGeom>
            <a:avLst/>
            <a:gdLst/>
            <a:ahLst/>
            <a:cxnLst/>
            <a:rect l="l" t="t" r="r" b="b"/>
            <a:pathLst>
              <a:path w="496115" h="185261">
                <a:moveTo>
                  <a:pt x="-190" y="22555"/>
                </a:moveTo>
                <a:cubicBezTo>
                  <a:pt x="-190" y="22555"/>
                  <a:pt x="233953" y="-21574"/>
                  <a:pt x="254784" y="13068"/>
                </a:cubicBezTo>
                <a:cubicBezTo>
                  <a:pt x="275615" y="47720"/>
                  <a:pt x="241573" y="107051"/>
                  <a:pt x="197615" y="119577"/>
                </a:cubicBezTo>
                <a:cubicBezTo>
                  <a:pt x="153648" y="132093"/>
                  <a:pt x="8773" y="111728"/>
                  <a:pt x="8773" y="111728"/>
                </a:cubicBezTo>
                <a:close/>
                <a:moveTo>
                  <a:pt x="303638" y="96183"/>
                </a:moveTo>
                <a:cubicBezTo>
                  <a:pt x="304629" y="100517"/>
                  <a:pt x="374190" y="182289"/>
                  <a:pt x="374190" y="182289"/>
                </a:cubicBezTo>
                <a:lnTo>
                  <a:pt x="489309" y="185061"/>
                </a:lnTo>
                <a:cubicBezTo>
                  <a:pt x="516636" y="141056"/>
                  <a:pt x="453447" y="85963"/>
                  <a:pt x="406584" y="40786"/>
                </a:cubicBezTo>
                <a:cubicBezTo>
                  <a:pt x="359721" y="-4382"/>
                  <a:pt x="329575" y="-48"/>
                  <a:pt x="329575" y="-48"/>
                </a:cubicBezTo>
                <a:cubicBezTo>
                  <a:pt x="329575" y="-48"/>
                  <a:pt x="302724" y="91945"/>
                  <a:pt x="303724" y="9623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86"/>
          <p:cNvSpPr/>
          <p:nvPr>
            <p:custDataLst>
              <p:tags r:id="rId78"/>
            </p:custDataLst>
          </p:nvPr>
        </p:nvSpPr>
        <p:spPr>
          <a:xfrm>
            <a:off x="7928438" y="4516311"/>
            <a:ext cx="273854" cy="202218"/>
          </a:xfrm>
          <a:custGeom>
            <a:avLst/>
            <a:gdLst/>
            <a:ahLst/>
            <a:cxnLst/>
            <a:rect l="l" t="t" r="r" b="b"/>
            <a:pathLst>
              <a:path w="273854" h="202218">
                <a:moveTo>
                  <a:pt x="273663" y="202016"/>
                </a:moveTo>
                <a:lnTo>
                  <a:pt x="264004" y="121501"/>
                </a:lnTo>
                <a:cubicBezTo>
                  <a:pt x="251270" y="15307"/>
                  <a:pt x="217141" y="4562"/>
                  <a:pt x="207702" y="3391"/>
                </a:cubicBezTo>
                <a:lnTo>
                  <a:pt x="205235" y="3391"/>
                </a:lnTo>
                <a:lnTo>
                  <a:pt x="205235" y="3391"/>
                </a:lnTo>
                <a:cubicBezTo>
                  <a:pt x="186652" y="2915"/>
                  <a:pt x="162401" y="1572"/>
                  <a:pt x="138798" y="57"/>
                </a:cubicBezTo>
                <a:lnTo>
                  <a:pt x="138798" y="-200"/>
                </a:lnTo>
                <a:lnTo>
                  <a:pt x="136712" y="-200"/>
                </a:lnTo>
                <a:lnTo>
                  <a:pt x="134684" y="-200"/>
                </a:lnTo>
                <a:lnTo>
                  <a:pt x="134684" y="57"/>
                </a:lnTo>
                <a:cubicBezTo>
                  <a:pt x="111071" y="1572"/>
                  <a:pt x="86782" y="2915"/>
                  <a:pt x="68237" y="3391"/>
                </a:cubicBezTo>
                <a:lnTo>
                  <a:pt x="68237" y="3391"/>
                </a:lnTo>
                <a:lnTo>
                  <a:pt x="65770" y="3391"/>
                </a:lnTo>
                <a:cubicBezTo>
                  <a:pt x="56331" y="4343"/>
                  <a:pt x="22203" y="15307"/>
                  <a:pt x="9468" y="121501"/>
                </a:cubicBezTo>
                <a:lnTo>
                  <a:pt x="-190" y="20201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: 形状 87"/>
          <p:cNvSpPr/>
          <p:nvPr>
            <p:custDataLst>
              <p:tags r:id="rId79"/>
            </p:custDataLst>
          </p:nvPr>
        </p:nvSpPr>
        <p:spPr>
          <a:xfrm>
            <a:off x="7932884" y="4211971"/>
            <a:ext cx="265013" cy="269250"/>
          </a:xfrm>
          <a:custGeom>
            <a:avLst/>
            <a:gdLst/>
            <a:ahLst/>
            <a:cxnLst/>
            <a:rect l="l" t="t" r="r" b="b"/>
            <a:pathLst>
              <a:path w="265013" h="269250">
                <a:moveTo>
                  <a:pt x="144875" y="7458"/>
                </a:moveTo>
                <a:cubicBezTo>
                  <a:pt x="144875" y="7458"/>
                  <a:pt x="81553" y="-20869"/>
                  <a:pt x="65522" y="31413"/>
                </a:cubicBezTo>
                <a:cubicBezTo>
                  <a:pt x="65522" y="31413"/>
                  <a:pt x="13554" y="24917"/>
                  <a:pt x="26241" y="80915"/>
                </a:cubicBezTo>
                <a:cubicBezTo>
                  <a:pt x="26241" y="80915"/>
                  <a:pt x="-23870" y="107204"/>
                  <a:pt x="13897" y="178108"/>
                </a:cubicBezTo>
                <a:cubicBezTo>
                  <a:pt x="13897" y="178108"/>
                  <a:pt x="7315" y="242335"/>
                  <a:pt x="81772" y="247964"/>
                </a:cubicBezTo>
                <a:cubicBezTo>
                  <a:pt x="81772" y="247964"/>
                  <a:pt x="91211" y="273215"/>
                  <a:pt x="124692" y="268453"/>
                </a:cubicBezTo>
                <a:cubicBezTo>
                  <a:pt x="158172" y="263690"/>
                  <a:pt x="167088" y="248612"/>
                  <a:pt x="167088" y="248612"/>
                </a:cubicBezTo>
                <a:cubicBezTo>
                  <a:pt x="167088" y="248612"/>
                  <a:pt x="227419" y="273996"/>
                  <a:pt x="241630" y="217865"/>
                </a:cubicBezTo>
                <a:cubicBezTo>
                  <a:pt x="241630" y="217865"/>
                  <a:pt x="284940" y="202492"/>
                  <a:pt x="253194" y="146752"/>
                </a:cubicBezTo>
                <a:cubicBezTo>
                  <a:pt x="253194" y="146752"/>
                  <a:pt x="284207" y="76886"/>
                  <a:pt x="225428" y="48778"/>
                </a:cubicBezTo>
                <a:cubicBezTo>
                  <a:pt x="225428" y="48778"/>
                  <a:pt x="207893" y="-18879"/>
                  <a:pt x="144875" y="7458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任意多边形: 形状 88"/>
          <p:cNvSpPr/>
          <p:nvPr>
            <p:custDataLst>
              <p:tags r:id="rId80"/>
            </p:custDataLst>
          </p:nvPr>
        </p:nvSpPr>
        <p:spPr>
          <a:xfrm>
            <a:off x="7962269" y="4282389"/>
            <a:ext cx="205758" cy="264896"/>
          </a:xfrm>
          <a:custGeom>
            <a:avLst/>
            <a:gdLst/>
            <a:ahLst/>
            <a:cxnLst/>
            <a:rect l="l" t="t" r="r" b="b"/>
            <a:pathLst>
              <a:path w="205758" h="264896">
                <a:moveTo>
                  <a:pt x="136150" y="193567"/>
                </a:moveTo>
                <a:cubicBezTo>
                  <a:pt x="136150" y="194481"/>
                  <a:pt x="140132" y="227181"/>
                  <a:pt x="142294" y="244507"/>
                </a:cubicBezTo>
                <a:cubicBezTo>
                  <a:pt x="143123" y="250955"/>
                  <a:pt x="139265" y="257108"/>
                  <a:pt x="133074" y="259147"/>
                </a:cubicBezTo>
                <a:cubicBezTo>
                  <a:pt x="116615" y="264690"/>
                  <a:pt x="84563" y="271443"/>
                  <a:pt x="65246" y="249831"/>
                </a:cubicBezTo>
                <a:cubicBezTo>
                  <a:pt x="63475" y="247841"/>
                  <a:pt x="62694" y="245193"/>
                  <a:pt x="63036" y="242554"/>
                </a:cubicBezTo>
                <a:lnTo>
                  <a:pt x="73695" y="166592"/>
                </a:lnTo>
                <a:close/>
                <a:moveTo>
                  <a:pt x="133074" y="210112"/>
                </a:moveTo>
                <a:cubicBezTo>
                  <a:pt x="134807" y="209512"/>
                  <a:pt x="136360" y="208597"/>
                  <a:pt x="137703" y="207388"/>
                </a:cubicBezTo>
                <a:cubicBezTo>
                  <a:pt x="136798" y="199634"/>
                  <a:pt x="136103" y="193958"/>
                  <a:pt x="136150" y="193567"/>
                </a:cubicBezTo>
                <a:lnTo>
                  <a:pt x="73695" y="166592"/>
                </a:lnTo>
                <a:lnTo>
                  <a:pt x="68456" y="203968"/>
                </a:lnTo>
                <a:cubicBezTo>
                  <a:pt x="87982" y="221637"/>
                  <a:pt x="117481" y="215313"/>
                  <a:pt x="133074" y="210112"/>
                </a:cubicBezTo>
                <a:close/>
                <a:moveTo>
                  <a:pt x="10982" y="88583"/>
                </a:moveTo>
                <a:cubicBezTo>
                  <a:pt x="2315" y="90754"/>
                  <a:pt x="-2362" y="103003"/>
                  <a:pt x="800" y="116005"/>
                </a:cubicBezTo>
                <a:cubicBezTo>
                  <a:pt x="3962" y="128997"/>
                  <a:pt x="13792" y="137655"/>
                  <a:pt x="22460" y="135665"/>
                </a:cubicBezTo>
                <a:cubicBezTo>
                  <a:pt x="31118" y="133674"/>
                  <a:pt x="35795" y="121244"/>
                  <a:pt x="32595" y="108252"/>
                </a:cubicBezTo>
                <a:cubicBezTo>
                  <a:pt x="29385" y="95260"/>
                  <a:pt x="19774" y="86458"/>
                  <a:pt x="10982" y="88583"/>
                </a:cubicBezTo>
                <a:close/>
                <a:moveTo>
                  <a:pt x="194396" y="88583"/>
                </a:moveTo>
                <a:cubicBezTo>
                  <a:pt x="203063" y="90754"/>
                  <a:pt x="207740" y="103003"/>
                  <a:pt x="204578" y="116005"/>
                </a:cubicBezTo>
                <a:cubicBezTo>
                  <a:pt x="201416" y="128997"/>
                  <a:pt x="191586" y="137655"/>
                  <a:pt x="182928" y="135665"/>
                </a:cubicBezTo>
                <a:cubicBezTo>
                  <a:pt x="174260" y="133674"/>
                  <a:pt x="169583" y="121244"/>
                  <a:pt x="172745" y="108252"/>
                </a:cubicBezTo>
                <a:cubicBezTo>
                  <a:pt x="175908" y="95260"/>
                  <a:pt x="185604" y="86458"/>
                  <a:pt x="194396" y="88583"/>
                </a:cubicBezTo>
                <a:close/>
                <a:moveTo>
                  <a:pt x="185738" y="103270"/>
                </a:moveTo>
                <a:cubicBezTo>
                  <a:pt x="185738" y="160439"/>
                  <a:pt x="149314" y="206778"/>
                  <a:pt x="104404" y="206778"/>
                </a:cubicBezTo>
                <a:cubicBezTo>
                  <a:pt x="59484" y="206778"/>
                  <a:pt x="23060" y="160439"/>
                  <a:pt x="23060" y="103270"/>
                </a:cubicBezTo>
                <a:cubicBezTo>
                  <a:pt x="23060" y="46101"/>
                  <a:pt x="59484" y="-200"/>
                  <a:pt x="104404" y="-200"/>
                </a:cubicBezTo>
                <a:cubicBezTo>
                  <a:pt x="149314" y="-200"/>
                  <a:pt x="185566" y="46139"/>
                  <a:pt x="185566" y="103270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9"/>
          <p:cNvSpPr/>
          <p:nvPr>
            <p:custDataLst>
              <p:tags r:id="rId81"/>
            </p:custDataLst>
          </p:nvPr>
        </p:nvSpPr>
        <p:spPr>
          <a:xfrm>
            <a:off x="7996232" y="4652808"/>
            <a:ext cx="295390" cy="68934"/>
          </a:xfrm>
          <a:custGeom>
            <a:avLst/>
            <a:gdLst/>
            <a:ahLst/>
            <a:cxnLst/>
            <a:rect l="l" t="t" r="r" b="b"/>
            <a:pathLst>
              <a:path w="295390" h="68934">
                <a:moveTo>
                  <a:pt x="4220" y="54559"/>
                </a:moveTo>
                <a:cubicBezTo>
                  <a:pt x="2743" y="52311"/>
                  <a:pt x="6420" y="48416"/>
                  <a:pt x="9192" y="45549"/>
                </a:cubicBezTo>
                <a:cubicBezTo>
                  <a:pt x="11963" y="42691"/>
                  <a:pt x="30851" y="34252"/>
                  <a:pt x="34100" y="33299"/>
                </a:cubicBezTo>
                <a:cubicBezTo>
                  <a:pt x="37348" y="32347"/>
                  <a:pt x="64418" y="36157"/>
                  <a:pt x="74895" y="39576"/>
                </a:cubicBezTo>
                <a:cubicBezTo>
                  <a:pt x="80439" y="41615"/>
                  <a:pt x="86373" y="42301"/>
                  <a:pt x="92221" y="41567"/>
                </a:cubicBezTo>
                <a:lnTo>
                  <a:pt x="102222" y="39614"/>
                </a:lnTo>
                <a:lnTo>
                  <a:pt x="108766" y="63875"/>
                </a:lnTo>
                <a:cubicBezTo>
                  <a:pt x="84344" y="63570"/>
                  <a:pt x="58788" y="65389"/>
                  <a:pt x="56493" y="65303"/>
                </a:cubicBezTo>
                <a:cubicBezTo>
                  <a:pt x="49130" y="65303"/>
                  <a:pt x="35700" y="57464"/>
                  <a:pt x="32585" y="56340"/>
                </a:cubicBezTo>
                <a:cubicBezTo>
                  <a:pt x="27946" y="55426"/>
                  <a:pt x="23146" y="56036"/>
                  <a:pt x="18898" y="58074"/>
                </a:cubicBezTo>
                <a:cubicBezTo>
                  <a:pt x="14564" y="60065"/>
                  <a:pt x="2267" y="64780"/>
                  <a:pt x="229" y="63703"/>
                </a:cubicBezTo>
                <a:cubicBezTo>
                  <a:pt x="-1810" y="62617"/>
                  <a:pt x="4220" y="54559"/>
                  <a:pt x="4220" y="54559"/>
                </a:cubicBezTo>
                <a:close/>
                <a:moveTo>
                  <a:pt x="101537" y="63827"/>
                </a:moveTo>
                <a:cubicBezTo>
                  <a:pt x="101537" y="63827"/>
                  <a:pt x="282835" y="77562"/>
                  <a:pt x="292103" y="59065"/>
                </a:cubicBezTo>
                <a:cubicBezTo>
                  <a:pt x="301371" y="40577"/>
                  <a:pt x="289722" y="10211"/>
                  <a:pt x="258880" y="943"/>
                </a:cubicBezTo>
                <a:cubicBezTo>
                  <a:pt x="228048" y="-8325"/>
                  <a:pt x="90707" y="41739"/>
                  <a:pt x="90707" y="41739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: 形状 90"/>
          <p:cNvSpPr/>
          <p:nvPr>
            <p:custDataLst>
              <p:tags r:id="rId82"/>
            </p:custDataLst>
          </p:nvPr>
        </p:nvSpPr>
        <p:spPr>
          <a:xfrm>
            <a:off x="8020322" y="4434670"/>
            <a:ext cx="89483" cy="116993"/>
          </a:xfrm>
          <a:custGeom>
            <a:avLst/>
            <a:gdLst/>
            <a:ahLst/>
            <a:cxnLst/>
            <a:rect l="l" t="t" r="r" b="b"/>
            <a:pathLst>
              <a:path w="89483" h="116993">
                <a:moveTo>
                  <a:pt x="6239" y="81353"/>
                </a:moveTo>
                <a:cubicBezTo>
                  <a:pt x="15250" y="96422"/>
                  <a:pt x="29632" y="107509"/>
                  <a:pt x="46482" y="112405"/>
                </a:cubicBezTo>
                <a:cubicBezTo>
                  <a:pt x="46482" y="112405"/>
                  <a:pt x="25775" y="120158"/>
                  <a:pt x="13992" y="115052"/>
                </a:cubicBezTo>
                <a:cubicBezTo>
                  <a:pt x="2210" y="109938"/>
                  <a:pt x="-6839" y="100060"/>
                  <a:pt x="6239" y="81353"/>
                </a:cubicBezTo>
                <a:close/>
                <a:moveTo>
                  <a:pt x="82906" y="81353"/>
                </a:moveTo>
                <a:cubicBezTo>
                  <a:pt x="74028" y="96336"/>
                  <a:pt x="59817" y="107423"/>
                  <a:pt x="43139" y="112405"/>
                </a:cubicBezTo>
                <a:cubicBezTo>
                  <a:pt x="43139" y="112405"/>
                  <a:pt x="63589" y="120158"/>
                  <a:pt x="75276" y="115052"/>
                </a:cubicBezTo>
                <a:cubicBezTo>
                  <a:pt x="86973" y="109938"/>
                  <a:pt x="95850" y="100060"/>
                  <a:pt x="82906" y="81353"/>
                </a:cubicBezTo>
                <a:close/>
                <a:moveTo>
                  <a:pt x="46177" y="19593"/>
                </a:moveTo>
                <a:cubicBezTo>
                  <a:pt x="56874" y="20545"/>
                  <a:pt x="66399" y="12925"/>
                  <a:pt x="67828" y="2267"/>
                </a:cubicBezTo>
                <a:lnTo>
                  <a:pt x="23003" y="-200"/>
                </a:lnTo>
                <a:cubicBezTo>
                  <a:pt x="23003" y="-200"/>
                  <a:pt x="22098" y="18983"/>
                  <a:pt x="46177" y="19593"/>
                </a:cubicBezTo>
                <a:close/>
              </a:path>
            </a:pathLst>
          </a:custGeom>
          <a:solidFill>
            <a:srgbClr val="F4F4F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91"/>
          <p:cNvSpPr/>
          <p:nvPr>
            <p:custDataLst>
              <p:tags r:id="rId83"/>
            </p:custDataLst>
          </p:nvPr>
        </p:nvSpPr>
        <p:spPr>
          <a:xfrm>
            <a:off x="604399" y="4935661"/>
            <a:ext cx="2139480" cy="622300"/>
          </a:xfrm>
          <a:custGeom>
            <a:avLst/>
            <a:gdLst/>
            <a:ahLst/>
            <a:cxnLst/>
            <a:rect l="l" t="t" r="r" b="b"/>
            <a:pathLst>
              <a:path w="2139480" h="622300">
                <a:moveTo>
                  <a:pt x="0" y="0"/>
                </a:moveTo>
                <a:lnTo>
                  <a:pt x="2139477" y="0"/>
                </a:lnTo>
                <a:lnTo>
                  <a:pt x="2139477" y="622297"/>
                </a:lnTo>
                <a:lnTo>
                  <a:pt x="0" y="622297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汇报人"/>
          <p:cNvSpPr txBox="1"/>
          <p:nvPr>
            <p:custDataLst>
              <p:tags r:id="rId84"/>
            </p:custDataLst>
          </p:nvPr>
        </p:nvSpPr>
        <p:spPr>
          <a:xfrm>
            <a:off x="751470" y="5043263"/>
            <a:ext cx="1851660" cy="38798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厚爱健康</a:t>
            </a:r>
            <a:endParaRPr lang="zh-CN" altLang="en-US" sz="24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矩形 93"/>
          <p:cNvSpPr/>
          <p:nvPr>
            <p:custDataLst>
              <p:tags r:id="rId85"/>
            </p:custDataLst>
          </p:nvPr>
        </p:nvSpPr>
        <p:spPr>
          <a:xfrm>
            <a:off x="2743877" y="4935362"/>
            <a:ext cx="2139480" cy="622300"/>
          </a:xfrm>
          <a:custGeom>
            <a:avLst/>
            <a:gdLst/>
            <a:ahLst/>
            <a:cxnLst/>
            <a:rect l="l" t="t" r="r" b="b"/>
            <a:pathLst>
              <a:path w="2139480" h="622300">
                <a:moveTo>
                  <a:pt x="0" y="0"/>
                </a:moveTo>
                <a:lnTo>
                  <a:pt x="2139477" y="0"/>
                </a:lnTo>
                <a:lnTo>
                  <a:pt x="2139477" y="622297"/>
                </a:lnTo>
                <a:lnTo>
                  <a:pt x="0" y="622297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标题"/>
          <p:cNvSpPr txBox="1"/>
          <p:nvPr>
            <p:custDataLst>
              <p:tags r:id="rId86"/>
            </p:custDataLst>
          </p:nvPr>
        </p:nvSpPr>
        <p:spPr>
          <a:xfrm>
            <a:off x="604398" y="608432"/>
            <a:ext cx="7760721" cy="282056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6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厚爱健康生活</a:t>
            </a:r>
            <a:endParaRPr lang="zh-CN" altLang="en-US" sz="66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  <a:p>
            <a:pPr algn="l">
              <a:lnSpc>
                <a:spcPct val="100000"/>
              </a:lnSpc>
            </a:pPr>
            <a:r>
              <a:rPr lang="zh-CN" altLang="en-US" sz="66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大数据平台</a:t>
            </a:r>
            <a:endParaRPr lang="zh-CN" altLang="en-US" sz="66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88" name="副标题-翻译"/>
          <p:cNvSpPr txBox="1"/>
          <p:nvPr>
            <p:custDataLst>
              <p:tags r:id="rId87"/>
            </p:custDataLst>
          </p:nvPr>
        </p:nvSpPr>
        <p:spPr>
          <a:xfrm>
            <a:off x="534935" y="3086837"/>
            <a:ext cx="7760335" cy="113220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bg2">
                    <a:alpha val="100000"/>
                  </a:schemeClr>
                </a:solidFill>
                <a:latin typeface="MiSans-Bold"/>
                <a:ea typeface="MiSans-Bold"/>
              </a:rPr>
              <a:t>Big data platform for caring and healthy living</a:t>
            </a:r>
            <a:endParaRPr lang="zh-CN" altLang="en-US" sz="1600" b="0" i="0" u="none" strike="noStrike">
              <a:solidFill>
                <a:schemeClr val="bg2">
                  <a:alpha val="100000"/>
                </a:schemeClr>
              </a:solidFill>
              <a:latin typeface="MiSans-Bold"/>
              <a:ea typeface="MiSans-Bold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bg2">
                    <a:alpha val="100000"/>
                  </a:schemeClr>
                </a:solidFill>
                <a:latin typeface="MiSans-Bold"/>
                <a:ea typeface="MiSans-Bold"/>
              </a:rPr>
              <a:t> (government report )</a:t>
            </a:r>
            <a:endParaRPr lang="zh-CN" altLang="en-US" sz="1600" b="0" i="0" u="none" strike="noStrike">
              <a:solidFill>
                <a:schemeClr val="bg2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89" name="日期"/>
          <p:cNvSpPr txBox="1"/>
          <p:nvPr>
            <p:custDataLst>
              <p:tags r:id="rId88"/>
            </p:custDataLst>
          </p:nvPr>
        </p:nvSpPr>
        <p:spPr>
          <a:xfrm>
            <a:off x="2873640" y="5038183"/>
            <a:ext cx="1859280" cy="39878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2026.03.05</a:t>
            </a:r>
            <a:endParaRPr lang="zh-CN" altLang="en-US" sz="1400" b="0" i="0" u="none" strike="noStrike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0" name="图片 89" descr="微信图片_20260305144957_3_217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43510" y="5972175"/>
            <a:ext cx="2145665" cy="793115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604520" y="3900805"/>
            <a:ext cx="5314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  <a:sym typeface="+mn-ea"/>
              </a:rPr>
              <a:t>面向湖北省楚商联合会的政企协同民生消费提案</a:t>
            </a:r>
            <a:endParaRPr lang="zh-CN" altLang="en-US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  <a:p>
            <a:endParaRPr lang="zh-CN" altLang="en-US"/>
          </a:p>
        </p:txBody>
      </p:sp>
    </p:spTree>
    <p:custDataLst>
      <p:tags r:id="rId9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>
            <p:custDataLst>
              <p:tags r:id="rId1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为什么现在要做这件事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3" name="十字箭头 6"/>
          <p:cNvSpPr/>
          <p:nvPr>
            <p:custDataLst>
              <p:tags r:id="rId2"/>
            </p:custDataLst>
          </p:nvPr>
        </p:nvSpPr>
        <p:spPr>
          <a:xfrm>
            <a:off x="345096" y="1435803"/>
            <a:ext cx="4861239" cy="4861236"/>
          </a:xfrm>
          <a:custGeom>
            <a:avLst/>
            <a:gdLst/>
            <a:ahLst/>
            <a:cxnLst/>
            <a:rect l="l" t="t" r="r" b="b"/>
            <a:pathLst>
              <a:path w="4861240" h="4861236">
                <a:moveTo>
                  <a:pt x="0" y="2430618"/>
                </a:moveTo>
                <a:lnTo>
                  <a:pt x="243059" y="2236165"/>
                </a:lnTo>
                <a:lnTo>
                  <a:pt x="243059" y="2382002"/>
                </a:lnTo>
                <a:lnTo>
                  <a:pt x="2382002" y="2382002"/>
                </a:lnTo>
                <a:lnTo>
                  <a:pt x="2382002" y="243059"/>
                </a:lnTo>
                <a:lnTo>
                  <a:pt x="2236174" y="243059"/>
                </a:lnTo>
                <a:lnTo>
                  <a:pt x="2430618" y="0"/>
                </a:lnTo>
                <a:lnTo>
                  <a:pt x="2625071" y="243059"/>
                </a:lnTo>
                <a:lnTo>
                  <a:pt x="2479234" y="243059"/>
                </a:lnTo>
                <a:lnTo>
                  <a:pt x="2479234" y="2382002"/>
                </a:lnTo>
                <a:lnTo>
                  <a:pt x="4618177" y="2382002"/>
                </a:lnTo>
                <a:lnTo>
                  <a:pt x="4618177" y="2236165"/>
                </a:lnTo>
                <a:lnTo>
                  <a:pt x="4861236" y="2430618"/>
                </a:lnTo>
                <a:lnTo>
                  <a:pt x="4618177" y="2625071"/>
                </a:lnTo>
                <a:lnTo>
                  <a:pt x="4618177" y="2479234"/>
                </a:lnTo>
                <a:lnTo>
                  <a:pt x="2479234" y="2479234"/>
                </a:lnTo>
                <a:lnTo>
                  <a:pt x="2479234" y="4618177"/>
                </a:lnTo>
                <a:lnTo>
                  <a:pt x="2625071" y="4618177"/>
                </a:lnTo>
                <a:lnTo>
                  <a:pt x="2430618" y="4861236"/>
                </a:lnTo>
                <a:lnTo>
                  <a:pt x="2236174" y="4618177"/>
                </a:lnTo>
                <a:lnTo>
                  <a:pt x="2382002" y="4618177"/>
                </a:lnTo>
                <a:lnTo>
                  <a:pt x="2382002" y="2479234"/>
                </a:lnTo>
                <a:lnTo>
                  <a:pt x="243059" y="2479234"/>
                </a:lnTo>
                <a:lnTo>
                  <a:pt x="243059" y="262507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装饰1-子标题1-[1]【1】"/>
          <p:cNvSpPr/>
          <p:nvPr>
            <p:custDataLst>
              <p:tags r:id="rId3"/>
            </p:custDataLst>
          </p:nvPr>
        </p:nvSpPr>
        <p:spPr>
          <a:xfrm>
            <a:off x="661076" y="1751783"/>
            <a:ext cx="1944495" cy="1944494"/>
          </a:xfrm>
          <a:custGeom>
            <a:avLst/>
            <a:gdLst/>
            <a:ahLst/>
            <a:cxnLst/>
            <a:rect l="l" t="t" r="r" b="b"/>
            <a:pathLst>
              <a:path w="1944495" h="1944494">
                <a:moveTo>
                  <a:pt x="0" y="324088"/>
                </a:moveTo>
                <a:cubicBezTo>
                  <a:pt x="0" y="145104"/>
                  <a:pt x="145104" y="0"/>
                  <a:pt x="324088" y="0"/>
                </a:cubicBezTo>
                <a:lnTo>
                  <a:pt x="1620402" y="0"/>
                </a:lnTo>
                <a:cubicBezTo>
                  <a:pt x="1799396" y="0"/>
                  <a:pt x="1944491" y="145104"/>
                  <a:pt x="1944491" y="324088"/>
                </a:cubicBezTo>
                <a:lnTo>
                  <a:pt x="1944491" y="1620402"/>
                </a:lnTo>
                <a:cubicBezTo>
                  <a:pt x="1944491" y="1799396"/>
                  <a:pt x="1799396" y="1944491"/>
                  <a:pt x="1620402" y="1944491"/>
                </a:cubicBezTo>
                <a:lnTo>
                  <a:pt x="324088" y="1944491"/>
                </a:lnTo>
                <a:cubicBezTo>
                  <a:pt x="145104" y="1944491"/>
                  <a:pt x="0" y="1799396"/>
                  <a:pt x="0" y="1620402"/>
                </a:cubicBezTo>
                <a:lnTo>
                  <a:pt x="0" y="324088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2-子标题2-[1]【1】"/>
          <p:cNvSpPr/>
          <p:nvPr>
            <p:custDataLst>
              <p:tags r:id="rId4"/>
            </p:custDataLst>
          </p:nvPr>
        </p:nvSpPr>
        <p:spPr>
          <a:xfrm>
            <a:off x="2945859" y="1751783"/>
            <a:ext cx="1944495" cy="1944494"/>
          </a:xfrm>
          <a:custGeom>
            <a:avLst/>
            <a:gdLst/>
            <a:ahLst/>
            <a:cxnLst/>
            <a:rect l="l" t="t" r="r" b="b"/>
            <a:pathLst>
              <a:path w="1944495" h="1944494">
                <a:moveTo>
                  <a:pt x="0" y="324088"/>
                </a:moveTo>
                <a:cubicBezTo>
                  <a:pt x="0" y="145104"/>
                  <a:pt x="145104" y="0"/>
                  <a:pt x="324088" y="0"/>
                </a:cubicBezTo>
                <a:lnTo>
                  <a:pt x="1620402" y="0"/>
                </a:lnTo>
                <a:cubicBezTo>
                  <a:pt x="1799396" y="0"/>
                  <a:pt x="1944491" y="145104"/>
                  <a:pt x="1944491" y="324088"/>
                </a:cubicBezTo>
                <a:lnTo>
                  <a:pt x="1944491" y="1620402"/>
                </a:lnTo>
                <a:cubicBezTo>
                  <a:pt x="1944491" y="1799396"/>
                  <a:pt x="1799396" y="1944491"/>
                  <a:pt x="1620402" y="1944491"/>
                </a:cubicBezTo>
                <a:lnTo>
                  <a:pt x="324088" y="1944491"/>
                </a:lnTo>
                <a:cubicBezTo>
                  <a:pt x="145104" y="1944491"/>
                  <a:pt x="0" y="1799396"/>
                  <a:pt x="0" y="1620402"/>
                </a:cubicBezTo>
                <a:lnTo>
                  <a:pt x="0" y="324088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3-子标题3-[1]【1】"/>
          <p:cNvSpPr/>
          <p:nvPr>
            <p:custDataLst>
              <p:tags r:id="rId5"/>
            </p:custDataLst>
          </p:nvPr>
        </p:nvSpPr>
        <p:spPr>
          <a:xfrm>
            <a:off x="661076" y="4036564"/>
            <a:ext cx="1944495" cy="1944494"/>
          </a:xfrm>
          <a:custGeom>
            <a:avLst/>
            <a:gdLst/>
            <a:ahLst/>
            <a:cxnLst/>
            <a:rect l="l" t="t" r="r" b="b"/>
            <a:pathLst>
              <a:path w="1944495" h="1944494">
                <a:moveTo>
                  <a:pt x="0" y="324088"/>
                </a:moveTo>
                <a:cubicBezTo>
                  <a:pt x="0" y="145104"/>
                  <a:pt x="145104" y="0"/>
                  <a:pt x="324088" y="0"/>
                </a:cubicBezTo>
                <a:lnTo>
                  <a:pt x="1620402" y="0"/>
                </a:lnTo>
                <a:cubicBezTo>
                  <a:pt x="1799396" y="0"/>
                  <a:pt x="1944491" y="145104"/>
                  <a:pt x="1944491" y="324088"/>
                </a:cubicBezTo>
                <a:lnTo>
                  <a:pt x="1944491" y="1620402"/>
                </a:lnTo>
                <a:cubicBezTo>
                  <a:pt x="1944491" y="1799396"/>
                  <a:pt x="1799396" y="1944491"/>
                  <a:pt x="1620402" y="1944491"/>
                </a:cubicBezTo>
                <a:lnTo>
                  <a:pt x="324088" y="1944491"/>
                </a:lnTo>
                <a:cubicBezTo>
                  <a:pt x="145104" y="1944491"/>
                  <a:pt x="0" y="1799396"/>
                  <a:pt x="0" y="1620402"/>
                </a:cubicBezTo>
                <a:lnTo>
                  <a:pt x="0" y="324088"/>
                </a:lnTo>
                <a:close/>
              </a:path>
            </a:pathLst>
          </a:cu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4-子标题4-[1]【1】"/>
          <p:cNvSpPr/>
          <p:nvPr>
            <p:custDataLst>
              <p:tags r:id="rId6"/>
            </p:custDataLst>
          </p:nvPr>
        </p:nvSpPr>
        <p:spPr>
          <a:xfrm>
            <a:off x="2945859" y="4036564"/>
            <a:ext cx="1944495" cy="1944494"/>
          </a:xfrm>
          <a:custGeom>
            <a:avLst/>
            <a:gdLst/>
            <a:ahLst/>
            <a:cxnLst/>
            <a:rect l="l" t="t" r="r" b="b"/>
            <a:pathLst>
              <a:path w="1944495" h="1944494">
                <a:moveTo>
                  <a:pt x="0" y="324088"/>
                </a:moveTo>
                <a:cubicBezTo>
                  <a:pt x="0" y="145104"/>
                  <a:pt x="145104" y="0"/>
                  <a:pt x="324088" y="0"/>
                </a:cubicBezTo>
                <a:lnTo>
                  <a:pt x="1620402" y="0"/>
                </a:lnTo>
                <a:cubicBezTo>
                  <a:pt x="1799396" y="0"/>
                  <a:pt x="1944491" y="145104"/>
                  <a:pt x="1944491" y="324088"/>
                </a:cubicBezTo>
                <a:lnTo>
                  <a:pt x="1944491" y="1620402"/>
                </a:lnTo>
                <a:cubicBezTo>
                  <a:pt x="1944491" y="1799396"/>
                  <a:pt x="1799396" y="1944491"/>
                  <a:pt x="1620402" y="1944491"/>
                </a:cubicBezTo>
                <a:lnTo>
                  <a:pt x="324088" y="1944491"/>
                </a:lnTo>
                <a:cubicBezTo>
                  <a:pt x="145104" y="1944491"/>
                  <a:pt x="0" y="1799396"/>
                  <a:pt x="0" y="1620402"/>
                </a:cubicBezTo>
                <a:lnTo>
                  <a:pt x="0" y="324088"/>
                </a:lnTo>
                <a:close/>
              </a:path>
            </a:pathLst>
          </a:cu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装饰1-子标题1-[1]【1】"/>
          <p:cNvSpPr/>
          <p:nvPr>
            <p:custDataLst>
              <p:tags r:id="rId7"/>
            </p:custDataLst>
          </p:nvPr>
        </p:nvSpPr>
        <p:spPr>
          <a:xfrm>
            <a:off x="5883462" y="1622111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装饰2-子标题2-[1]【1】"/>
          <p:cNvSpPr/>
          <p:nvPr>
            <p:custDataLst>
              <p:tags r:id="rId8"/>
            </p:custDataLst>
          </p:nvPr>
        </p:nvSpPr>
        <p:spPr>
          <a:xfrm>
            <a:off x="5883462" y="2863912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3-子标题3-[1]【1】"/>
          <p:cNvSpPr/>
          <p:nvPr>
            <p:custDataLst>
              <p:tags r:id="rId9"/>
            </p:custDataLst>
          </p:nvPr>
        </p:nvSpPr>
        <p:spPr>
          <a:xfrm>
            <a:off x="5883462" y="4079152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装饰4-子标题4-[4]【1】"/>
          <p:cNvSpPr/>
          <p:nvPr>
            <p:custDataLst>
              <p:tags r:id="rId10"/>
            </p:custDataLst>
          </p:nvPr>
        </p:nvSpPr>
        <p:spPr>
          <a:xfrm>
            <a:off x="5883462" y="5380462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icon2-[2]【1】"/>
          <p:cNvSpPr/>
          <p:nvPr>
            <p:custDataLst>
              <p:tags r:id="rId11"/>
            </p:custDataLst>
          </p:nvPr>
        </p:nvSpPr>
        <p:spPr>
          <a:xfrm>
            <a:off x="3546547" y="2352991"/>
            <a:ext cx="736600" cy="736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252" y="65342"/>
                </a:moveTo>
                <a:lnTo>
                  <a:pt x="74962" y="46292"/>
                </a:lnTo>
                <a:cubicBezTo>
                  <a:pt x="72674" y="45018"/>
                  <a:pt x="71267" y="42594"/>
                  <a:pt x="71294" y="39975"/>
                </a:cubicBezTo>
                <a:cubicBezTo>
                  <a:pt x="71322" y="37356"/>
                  <a:pt x="72781" y="34962"/>
                  <a:pt x="75095" y="33737"/>
                </a:cubicBezTo>
                <a:cubicBezTo>
                  <a:pt x="77410" y="32512"/>
                  <a:pt x="80210" y="32651"/>
                  <a:pt x="82391" y="34100"/>
                </a:cubicBezTo>
                <a:lnTo>
                  <a:pt x="114395" y="53150"/>
                </a:lnTo>
                <a:close/>
              </a:path>
              <a:path w="228600" h="228600">
                <a:moveTo>
                  <a:pt x="109728" y="98203"/>
                </a:moveTo>
                <a:lnTo>
                  <a:pt x="44672" y="60579"/>
                </a:lnTo>
                <a:cubicBezTo>
                  <a:pt x="41255" y="58608"/>
                  <a:pt x="40082" y="54233"/>
                  <a:pt x="42053" y="50816"/>
                </a:cubicBezTo>
                <a:cubicBezTo>
                  <a:pt x="44024" y="47399"/>
                  <a:pt x="48399" y="46226"/>
                  <a:pt x="51816" y="48197"/>
                </a:cubicBezTo>
                <a:lnTo>
                  <a:pt x="109728" y="81724"/>
                </a:lnTo>
                <a:close/>
              </a:path>
              <a:path w="228600" h="228600">
                <a:moveTo>
                  <a:pt x="186690" y="50768"/>
                </a:moveTo>
                <a:cubicBezTo>
                  <a:pt x="184681" y="47545"/>
                  <a:pt x="180523" y="46422"/>
                  <a:pt x="177165" y="48196"/>
                </a:cubicBezTo>
                <a:lnTo>
                  <a:pt x="121444" y="80010"/>
                </a:lnTo>
                <a:lnTo>
                  <a:pt x="121444" y="65246"/>
                </a:lnTo>
                <a:lnTo>
                  <a:pt x="153734" y="46196"/>
                </a:lnTo>
                <a:cubicBezTo>
                  <a:pt x="156972" y="44187"/>
                  <a:pt x="158027" y="39968"/>
                  <a:pt x="156115" y="36671"/>
                </a:cubicBezTo>
                <a:cubicBezTo>
                  <a:pt x="154075" y="33476"/>
                  <a:pt x="149894" y="32431"/>
                  <a:pt x="146590" y="34290"/>
                </a:cubicBezTo>
                <a:lnTo>
                  <a:pt x="110966" y="55054"/>
                </a:lnTo>
                <a:cubicBezTo>
                  <a:pt x="108669" y="56403"/>
                  <a:pt x="107256" y="58867"/>
                  <a:pt x="107252" y="61531"/>
                </a:cubicBezTo>
                <a:lnTo>
                  <a:pt x="107252" y="200025"/>
                </a:lnTo>
                <a:cubicBezTo>
                  <a:pt x="106934" y="202757"/>
                  <a:pt x="108212" y="205430"/>
                  <a:pt x="110540" y="206896"/>
                </a:cubicBezTo>
                <a:cubicBezTo>
                  <a:pt x="112867" y="208362"/>
                  <a:pt x="115829" y="208362"/>
                  <a:pt x="118156" y="206896"/>
                </a:cubicBezTo>
                <a:cubicBezTo>
                  <a:pt x="120484" y="205430"/>
                  <a:pt x="121762" y="202757"/>
                  <a:pt x="121444" y="200025"/>
                </a:cubicBezTo>
                <a:lnTo>
                  <a:pt x="121444" y="96584"/>
                </a:lnTo>
                <a:lnTo>
                  <a:pt x="184023" y="60579"/>
                </a:lnTo>
                <a:cubicBezTo>
                  <a:pt x="187445" y="58588"/>
                  <a:pt x="188634" y="54217"/>
                  <a:pt x="186690" y="50768"/>
                </a:cubicBezTo>
                <a:close/>
              </a:path>
              <a:path w="228600" h="228600">
                <a:moveTo>
                  <a:pt x="90297" y="103060"/>
                </a:moveTo>
                <a:cubicBezTo>
                  <a:pt x="92526" y="104278"/>
                  <a:pt x="93914" y="106615"/>
                  <a:pt x="93916" y="109156"/>
                </a:cubicBezTo>
                <a:lnTo>
                  <a:pt x="93916" y="148018"/>
                </a:lnTo>
                <a:cubicBezTo>
                  <a:pt x="93929" y="150587"/>
                  <a:pt x="92542" y="152960"/>
                  <a:pt x="90297" y="154210"/>
                </a:cubicBezTo>
                <a:cubicBezTo>
                  <a:pt x="89218" y="154812"/>
                  <a:pt x="88008" y="155139"/>
                  <a:pt x="86773" y="155162"/>
                </a:cubicBezTo>
                <a:cubicBezTo>
                  <a:pt x="85509" y="155128"/>
                  <a:pt x="84270" y="154802"/>
                  <a:pt x="83153" y="154210"/>
                </a:cubicBezTo>
                <a:lnTo>
                  <a:pt x="42005" y="130492"/>
                </a:lnTo>
                <a:cubicBezTo>
                  <a:pt x="38588" y="128521"/>
                  <a:pt x="37415" y="124146"/>
                  <a:pt x="39386" y="120729"/>
                </a:cubicBezTo>
                <a:cubicBezTo>
                  <a:pt x="41357" y="117312"/>
                  <a:pt x="45732" y="116139"/>
                  <a:pt x="49149" y="118110"/>
                </a:cubicBezTo>
                <a:lnTo>
                  <a:pt x="79629" y="135636"/>
                </a:lnTo>
                <a:lnTo>
                  <a:pt x="79629" y="113348"/>
                </a:lnTo>
                <a:lnTo>
                  <a:pt x="65818" y="105442"/>
                </a:lnTo>
                <a:cubicBezTo>
                  <a:pt x="62554" y="103464"/>
                  <a:pt x="61421" y="99269"/>
                  <a:pt x="63246" y="95917"/>
                </a:cubicBezTo>
                <a:cubicBezTo>
                  <a:pt x="65192" y="92610"/>
                  <a:pt x="69425" y="91467"/>
                  <a:pt x="72771" y="93345"/>
                </a:cubicBezTo>
                <a:close/>
              </a:path>
              <a:path w="228600" h="228600">
                <a:moveTo>
                  <a:pt x="155638" y="93059"/>
                </a:moveTo>
                <a:cubicBezTo>
                  <a:pt x="158984" y="91180"/>
                  <a:pt x="163218" y="92323"/>
                  <a:pt x="165164" y="95631"/>
                </a:cubicBezTo>
                <a:cubicBezTo>
                  <a:pt x="166989" y="98983"/>
                  <a:pt x="165856" y="103178"/>
                  <a:pt x="162592" y="105156"/>
                </a:cubicBezTo>
                <a:lnTo>
                  <a:pt x="148780" y="113062"/>
                </a:lnTo>
                <a:lnTo>
                  <a:pt x="148780" y="135350"/>
                </a:lnTo>
                <a:lnTo>
                  <a:pt x="179261" y="117824"/>
                </a:lnTo>
                <a:cubicBezTo>
                  <a:pt x="182678" y="115853"/>
                  <a:pt x="187053" y="117027"/>
                  <a:pt x="189024" y="120444"/>
                </a:cubicBezTo>
                <a:cubicBezTo>
                  <a:pt x="190995" y="123861"/>
                  <a:pt x="189821" y="128236"/>
                  <a:pt x="186404" y="130207"/>
                </a:cubicBezTo>
                <a:lnTo>
                  <a:pt x="145256" y="153924"/>
                </a:lnTo>
                <a:cubicBezTo>
                  <a:pt x="144139" y="154517"/>
                  <a:pt x="142901" y="154843"/>
                  <a:pt x="141637" y="154877"/>
                </a:cubicBezTo>
                <a:cubicBezTo>
                  <a:pt x="140402" y="154854"/>
                  <a:pt x="139191" y="154526"/>
                  <a:pt x="138112" y="153924"/>
                </a:cubicBezTo>
                <a:cubicBezTo>
                  <a:pt x="135868" y="152674"/>
                  <a:pt x="134481" y="150302"/>
                  <a:pt x="134493" y="147733"/>
                </a:cubicBezTo>
                <a:lnTo>
                  <a:pt x="134493" y="109156"/>
                </a:lnTo>
                <a:cubicBezTo>
                  <a:pt x="134495" y="106615"/>
                  <a:pt x="135883" y="104278"/>
                  <a:pt x="138112" y="10306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icon1-[1]【1】"/>
          <p:cNvSpPr/>
          <p:nvPr>
            <p:custDataLst>
              <p:tags r:id="rId12"/>
            </p:custDataLst>
          </p:nvPr>
        </p:nvSpPr>
        <p:spPr>
          <a:xfrm>
            <a:off x="1207393" y="2292401"/>
            <a:ext cx="850900" cy="850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161925"/>
                </a:moveTo>
                <a:lnTo>
                  <a:pt x="228600" y="219075"/>
                </a:lnTo>
                <a:lnTo>
                  <a:pt x="285750" y="161925"/>
                </a:lnTo>
              </a:path>
              <a:path w="457200" h="457200">
                <a:moveTo>
                  <a:pt x="161925" y="238125"/>
                </a:moveTo>
                <a:lnTo>
                  <a:pt x="295275" y="238125"/>
                </a:lnTo>
              </a:path>
              <a:path w="457200" h="457200">
                <a:moveTo>
                  <a:pt x="161925" y="295275"/>
                </a:moveTo>
                <a:lnTo>
                  <a:pt x="295275" y="295275"/>
                </a:lnTo>
              </a:path>
              <a:path w="457200" h="457200">
                <a:moveTo>
                  <a:pt x="228600" y="238125"/>
                </a:moveTo>
                <a:lnTo>
                  <a:pt x="228600" y="342900"/>
                </a:lnTo>
              </a:path>
              <a:path w="457200" h="457200">
                <a:moveTo>
                  <a:pt x="76200" y="38100"/>
                </a:moveTo>
                <a:lnTo>
                  <a:pt x="381000" y="38100"/>
                </a:lnTo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icon3-[3]【1】"/>
          <p:cNvSpPr/>
          <p:nvPr>
            <p:custDataLst>
              <p:tags r:id="rId13"/>
            </p:custDataLst>
          </p:nvPr>
        </p:nvSpPr>
        <p:spPr>
          <a:xfrm>
            <a:off x="1201043" y="4558109"/>
            <a:ext cx="863600" cy="863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7855" y="596979"/>
                </a:moveTo>
                <a:lnTo>
                  <a:pt x="402393" y="596979"/>
                </a:lnTo>
                <a:lnTo>
                  <a:pt x="402393" y="402412"/>
                </a:lnTo>
                <a:lnTo>
                  <a:pt x="596979" y="402412"/>
                </a:lnTo>
                <a:lnTo>
                  <a:pt x="596979" y="207731"/>
                </a:lnTo>
                <a:lnTo>
                  <a:pt x="402393" y="207731"/>
                </a:lnTo>
                <a:lnTo>
                  <a:pt x="402393" y="13173"/>
                </a:lnTo>
                <a:lnTo>
                  <a:pt x="207855" y="13173"/>
                </a:lnTo>
                <a:lnTo>
                  <a:pt x="207855" y="207731"/>
                </a:lnTo>
                <a:lnTo>
                  <a:pt x="13221" y="207731"/>
                </a:lnTo>
                <a:lnTo>
                  <a:pt x="13221" y="402412"/>
                </a:lnTo>
                <a:lnTo>
                  <a:pt x="207855" y="402412"/>
                </a:ln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con4-[4]【1】"/>
          <p:cNvSpPr/>
          <p:nvPr>
            <p:custDataLst>
              <p:tags r:id="rId14"/>
            </p:custDataLst>
          </p:nvPr>
        </p:nvSpPr>
        <p:spPr>
          <a:xfrm>
            <a:off x="3530263" y="4620968"/>
            <a:ext cx="774700" cy="7747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85750"/>
                </a:moveTo>
                <a:cubicBezTo>
                  <a:pt x="196724" y="285750"/>
                  <a:pt x="193658" y="284041"/>
                  <a:pt x="191922" y="281232"/>
                </a:cubicBezTo>
                <a:cubicBezTo>
                  <a:pt x="190187" y="278424"/>
                  <a:pt x="190029" y="274917"/>
                  <a:pt x="191506" y="271964"/>
                </a:cubicBezTo>
                <a:lnTo>
                  <a:pt x="210556" y="233859"/>
                </a:lnTo>
                <a:cubicBezTo>
                  <a:pt x="212909" y="229154"/>
                  <a:pt x="218631" y="227248"/>
                  <a:pt x="223336" y="229601"/>
                </a:cubicBezTo>
                <a:cubicBezTo>
                  <a:pt x="228041" y="231954"/>
                  <a:pt x="229947" y="237676"/>
                  <a:pt x="227594" y="242381"/>
                </a:cubicBezTo>
                <a:lnTo>
                  <a:pt x="208544" y="280481"/>
                </a:lnTo>
                <a:cubicBezTo>
                  <a:pt x="206935" y="283712"/>
                  <a:pt x="203635" y="285753"/>
                  <a:pt x="200025" y="285750"/>
                </a:cubicBezTo>
                <a:close/>
              </a:path>
              <a:path w="304800" h="304800">
                <a:moveTo>
                  <a:pt x="85725" y="304800"/>
                </a:moveTo>
                <a:cubicBezTo>
                  <a:pt x="82424" y="304800"/>
                  <a:pt x="79358" y="303091"/>
                  <a:pt x="77622" y="300282"/>
                </a:cubicBezTo>
                <a:cubicBezTo>
                  <a:pt x="75887" y="297474"/>
                  <a:pt x="75729" y="293967"/>
                  <a:pt x="77206" y="291014"/>
                </a:cubicBezTo>
                <a:lnTo>
                  <a:pt x="96256" y="252909"/>
                </a:lnTo>
                <a:cubicBezTo>
                  <a:pt x="98609" y="248204"/>
                  <a:pt x="104331" y="246298"/>
                  <a:pt x="109036" y="248651"/>
                </a:cubicBezTo>
                <a:cubicBezTo>
                  <a:pt x="113741" y="251004"/>
                  <a:pt x="115647" y="256726"/>
                  <a:pt x="113294" y="261431"/>
                </a:cubicBezTo>
                <a:lnTo>
                  <a:pt x="94244" y="299531"/>
                </a:lnTo>
                <a:cubicBezTo>
                  <a:pt x="92635" y="302762"/>
                  <a:pt x="89335" y="304803"/>
                  <a:pt x="85725" y="304800"/>
                </a:cubicBezTo>
                <a:close/>
              </a:path>
              <a:path w="304800" h="304800">
                <a:moveTo>
                  <a:pt x="236228" y="87022"/>
                </a:moveTo>
                <a:cubicBezTo>
                  <a:pt x="227863" y="47402"/>
                  <a:pt x="192899" y="19049"/>
                  <a:pt x="152405" y="19049"/>
                </a:cubicBezTo>
                <a:cubicBezTo>
                  <a:pt x="111911" y="19049"/>
                  <a:pt x="76947" y="47402"/>
                  <a:pt x="68582" y="87022"/>
                </a:cubicBezTo>
                <a:cubicBezTo>
                  <a:pt x="39353" y="92963"/>
                  <a:pt x="18528" y="118920"/>
                  <a:pt x="19065" y="148742"/>
                </a:cubicBezTo>
                <a:cubicBezTo>
                  <a:pt x="19603" y="178564"/>
                  <a:pt x="41349" y="203754"/>
                  <a:pt x="70773" y="208638"/>
                </a:cubicBezTo>
                <a:lnTo>
                  <a:pt x="58160" y="233864"/>
                </a:lnTo>
                <a:cubicBezTo>
                  <a:pt x="56574" y="236915"/>
                  <a:pt x="56756" y="240583"/>
                  <a:pt x="58635" y="243462"/>
                </a:cubicBezTo>
                <a:cubicBezTo>
                  <a:pt x="60514" y="246341"/>
                  <a:pt x="63798" y="247985"/>
                  <a:pt x="67229" y="247762"/>
                </a:cubicBezTo>
                <a:cubicBezTo>
                  <a:pt x="70660" y="247539"/>
                  <a:pt x="73705" y="245484"/>
                  <a:pt x="75195" y="242386"/>
                </a:cubicBezTo>
                <a:lnTo>
                  <a:pt x="94245" y="204286"/>
                </a:lnTo>
                <a:cubicBezTo>
                  <a:pt x="95375" y="202027"/>
                  <a:pt x="95562" y="199410"/>
                  <a:pt x="94763" y="197014"/>
                </a:cubicBezTo>
                <a:cubicBezTo>
                  <a:pt x="93965" y="194617"/>
                  <a:pt x="92247" y="192635"/>
                  <a:pt x="89987" y="191505"/>
                </a:cubicBezTo>
                <a:cubicBezTo>
                  <a:pt x="88658" y="190869"/>
                  <a:pt x="87198" y="190557"/>
                  <a:pt x="85725" y="190595"/>
                </a:cubicBezTo>
                <a:lnTo>
                  <a:pt x="85725" y="190500"/>
                </a:lnTo>
                <a:lnTo>
                  <a:pt x="80962" y="190500"/>
                </a:lnTo>
                <a:cubicBezTo>
                  <a:pt x="57961" y="190502"/>
                  <a:pt x="39063" y="172340"/>
                  <a:pt x="38152" y="149357"/>
                </a:cubicBezTo>
                <a:cubicBezTo>
                  <a:pt x="37241" y="126374"/>
                  <a:pt x="54643" y="106774"/>
                  <a:pt x="77572" y="104956"/>
                </a:cubicBezTo>
                <a:lnTo>
                  <a:pt x="85339" y="104347"/>
                </a:lnTo>
                <a:lnTo>
                  <a:pt x="86283" y="96613"/>
                </a:lnTo>
                <a:cubicBezTo>
                  <a:pt x="90376" y="63205"/>
                  <a:pt x="118747" y="38099"/>
                  <a:pt x="152404" y="38099"/>
                </a:cubicBezTo>
                <a:cubicBezTo>
                  <a:pt x="186062" y="38099"/>
                  <a:pt x="214433" y="63205"/>
                  <a:pt x="218526" y="96613"/>
                </a:cubicBezTo>
                <a:lnTo>
                  <a:pt x="219466" y="104347"/>
                </a:lnTo>
                <a:lnTo>
                  <a:pt x="227232" y="104956"/>
                </a:lnTo>
                <a:cubicBezTo>
                  <a:pt x="250162" y="106774"/>
                  <a:pt x="267564" y="126376"/>
                  <a:pt x="266652" y="149359"/>
                </a:cubicBezTo>
                <a:cubicBezTo>
                  <a:pt x="265740" y="172343"/>
                  <a:pt x="246840" y="190504"/>
                  <a:pt x="223838" y="190500"/>
                </a:cubicBezTo>
                <a:lnTo>
                  <a:pt x="219075" y="190500"/>
                </a:lnTo>
                <a:lnTo>
                  <a:pt x="219075" y="209550"/>
                </a:lnTo>
                <a:lnTo>
                  <a:pt x="223838" y="209550"/>
                </a:lnTo>
                <a:cubicBezTo>
                  <a:pt x="255616" y="209562"/>
                  <a:pt x="282239" y="185505"/>
                  <a:pt x="285436" y="153888"/>
                </a:cubicBezTo>
                <a:cubicBezTo>
                  <a:pt x="288633" y="122272"/>
                  <a:pt x="267365" y="93372"/>
                  <a:pt x="236228" y="8702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子标题1-[1]【1】"/>
          <p:cNvSpPr/>
          <p:nvPr>
            <p:custDataLst>
              <p:tags r:id="rId15"/>
            </p:custDataLst>
          </p:nvPr>
        </p:nvSpPr>
        <p:spPr>
          <a:xfrm>
            <a:off x="6532150" y="1644868"/>
            <a:ext cx="4323897" cy="280516"/>
          </a:xfrm>
          <a:custGeom>
            <a:avLst/>
            <a:gdLst/>
            <a:ahLst/>
            <a:cxnLst/>
            <a:rect l="l" t="t" r="r" b="b"/>
            <a:pathLst>
              <a:path w="4323897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子内容1-[1]【1】"/>
          <p:cNvSpPr/>
          <p:nvPr>
            <p:custDataLst>
              <p:tags r:id="rId16"/>
            </p:custDataLst>
          </p:nvPr>
        </p:nvSpPr>
        <p:spPr>
          <a:xfrm>
            <a:off x="6532150" y="1930346"/>
            <a:ext cx="5164551" cy="900000"/>
          </a:xfrm>
          <a:custGeom>
            <a:avLst/>
            <a:gdLst/>
            <a:ahLst/>
            <a:cxnLst/>
            <a:rect l="l" t="t" r="r" b="b"/>
            <a:pathLst>
              <a:path w="5164551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当前需要从“短期刺激”转向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“持续消费激励+民生保障”并行机制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子标题2-[2]【1】"/>
          <p:cNvSpPr/>
          <p:nvPr>
            <p:custDataLst>
              <p:tags r:id="rId17"/>
            </p:custDataLst>
          </p:nvPr>
        </p:nvSpPr>
        <p:spPr>
          <a:xfrm>
            <a:off x="6532150" y="2872731"/>
            <a:ext cx="4323895" cy="280516"/>
          </a:xfrm>
          <a:custGeom>
            <a:avLst/>
            <a:gdLst/>
            <a:ahLst/>
            <a:cxnLst/>
            <a:rect l="l" t="t" r="r" b="b"/>
            <a:pathLst>
              <a:path w="4323895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子内容2-[2]【1】"/>
          <p:cNvSpPr/>
          <p:nvPr>
            <p:custDataLst>
              <p:tags r:id="rId18"/>
            </p:custDataLst>
          </p:nvPr>
        </p:nvSpPr>
        <p:spPr>
          <a:xfrm>
            <a:off x="6532150" y="3145586"/>
            <a:ext cx="5164546" cy="900000"/>
          </a:xfrm>
          <a:custGeom>
            <a:avLst/>
            <a:gdLst/>
            <a:ahLst/>
            <a:cxnLst/>
            <a:rect l="l" t="t" r="r" b="b"/>
            <a:pathLst>
              <a:path w="5164546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本地企业供给丰富，但缺统一平台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承接流量、转化与复购。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子标题3-[3]【1】"/>
          <p:cNvSpPr/>
          <p:nvPr>
            <p:custDataLst>
              <p:tags r:id="rId19"/>
            </p:custDataLst>
          </p:nvPr>
        </p:nvSpPr>
        <p:spPr>
          <a:xfrm>
            <a:off x="6532146" y="4087972"/>
            <a:ext cx="4323895" cy="280516"/>
          </a:xfrm>
          <a:custGeom>
            <a:avLst/>
            <a:gdLst/>
            <a:ahLst/>
            <a:cxnLst/>
            <a:rect l="l" t="t" r="r" b="b"/>
            <a:pathLst>
              <a:path w="4323895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子内容3-[3]【1】"/>
          <p:cNvSpPr/>
          <p:nvPr>
            <p:custDataLst>
              <p:tags r:id="rId20"/>
            </p:custDataLst>
          </p:nvPr>
        </p:nvSpPr>
        <p:spPr>
          <a:xfrm>
            <a:off x="6532146" y="4360826"/>
            <a:ext cx="5164546" cy="900000"/>
          </a:xfrm>
          <a:custGeom>
            <a:avLst/>
            <a:gdLst/>
            <a:ahLst/>
            <a:cxnLst/>
            <a:rect l="l" t="t" r="r" b="b"/>
            <a:pathLst>
              <a:path w="5164546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民生服务、健康服务、生活消费场景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尚未形成闭环。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子标题4-[4]【1】"/>
          <p:cNvSpPr/>
          <p:nvPr>
            <p:custDataLst>
              <p:tags r:id="rId21"/>
            </p:custDataLst>
          </p:nvPr>
        </p:nvSpPr>
        <p:spPr>
          <a:xfrm>
            <a:off x="6532146" y="5303214"/>
            <a:ext cx="4323895" cy="280516"/>
          </a:xfrm>
          <a:custGeom>
            <a:avLst/>
            <a:gdLst/>
            <a:ahLst/>
            <a:cxnLst/>
            <a:rect l="l" t="t" r="r" b="b"/>
            <a:pathLst>
              <a:path w="4323895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子内容4-[4]【1】"/>
          <p:cNvSpPr/>
          <p:nvPr>
            <p:custDataLst>
              <p:tags r:id="rId22"/>
            </p:custDataLst>
          </p:nvPr>
        </p:nvSpPr>
        <p:spPr>
          <a:xfrm>
            <a:off x="6532245" y="5575935"/>
            <a:ext cx="5003800" cy="899795"/>
          </a:xfrm>
          <a:custGeom>
            <a:avLst/>
            <a:gdLst/>
            <a:ahLst/>
            <a:cxnLst/>
            <a:rect l="l" t="t" r="r" b="b"/>
            <a:pathLst>
              <a:path w="5164546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0" i="0" u="none" strike="noStrike">
                <a:gradFill>
                  <a:gsLst>
                    <a:gs pos="0">
                      <a:srgbClr val="FFDA32"/>
                    </a:gs>
                    <a:gs pos="100000">
                      <a:srgbClr val="EA2768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微软雅黑" panose="020B0503020204020204" charset="-122"/>
                <a:ea typeface="微软雅黑" panose="020B0503020204020204" charset="-122"/>
              </a:rPr>
              <a:t>本项目目标：稳民生、促消费、强产业、增税源，形成可复制的湖北样板。</a:t>
            </a:r>
            <a:endParaRPr lang="zh-CN" altLang="en-US" sz="2400" b="0" i="0" u="none" strike="noStrike">
              <a:gradFill>
                <a:gsLst>
                  <a:gs pos="0">
                    <a:srgbClr val="FFDA32"/>
                  </a:gs>
                  <a:gs pos="100000">
                    <a:srgbClr val="EA2768"/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 descr="微信图片_20260305144957_3_21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19640" y="-20320"/>
            <a:ext cx="2372360" cy="877570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2-[2]【1】"/>
          <p:cNvSpPr/>
          <p:nvPr>
            <p:custDataLst>
              <p:tags r:id="rId1"/>
            </p:custDataLst>
          </p:nvPr>
        </p:nvSpPr>
        <p:spPr>
          <a:xfrm rot="16200000">
            <a:off x="1154205" y="2741846"/>
            <a:ext cx="2212713" cy="2212713"/>
          </a:xfrm>
          <a:custGeom>
            <a:avLst/>
            <a:gdLst/>
            <a:ahLst/>
            <a:cxnLst/>
            <a:rect l="l" t="t" r="r" b="b"/>
            <a:pathLst>
              <a:path w="2212713" h="2212713">
                <a:moveTo>
                  <a:pt x="48" y="1095918"/>
                </a:moveTo>
                <a:cubicBezTo>
                  <a:pt x="5721" y="486905"/>
                  <a:pt x="502544" y="-2995"/>
                  <a:pt x="1111577" y="-122"/>
                </a:cubicBezTo>
                <a:cubicBezTo>
                  <a:pt x="1720609" y="2751"/>
                  <a:pt x="2212788" y="497318"/>
                  <a:pt x="2212714" y="1106357"/>
                </a:cubicBezTo>
              </a:path>
            </a:pathLst>
          </a:custGeom>
          <a:ln w="254000">
            <a:gradFill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装饰3-[3]【1】"/>
          <p:cNvSpPr/>
          <p:nvPr>
            <p:custDataLst>
              <p:tags r:id="rId2"/>
            </p:custDataLst>
          </p:nvPr>
        </p:nvSpPr>
        <p:spPr>
          <a:xfrm>
            <a:off x="1096410" y="2684052"/>
            <a:ext cx="2328303" cy="2328302"/>
          </a:xfrm>
          <a:custGeom>
            <a:avLst/>
            <a:gdLst/>
            <a:ahLst/>
            <a:cxnLst/>
            <a:rect l="l" t="t" r="r" b="b"/>
            <a:pathLst>
              <a:path w="2328303" h="2328302">
                <a:moveTo>
                  <a:pt x="0" y="1164155"/>
                </a:moveTo>
                <a:cubicBezTo>
                  <a:pt x="0" y="521640"/>
                  <a:pt x="521640" y="0"/>
                  <a:pt x="1164155" y="0"/>
                </a:cubicBezTo>
                <a:cubicBezTo>
                  <a:pt x="1807096" y="6"/>
                  <a:pt x="2328300" y="521214"/>
                  <a:pt x="2328300" y="1164155"/>
                </a:cubicBezTo>
                <a:cubicBezTo>
                  <a:pt x="2328294" y="1807092"/>
                  <a:pt x="1807092" y="2328294"/>
                  <a:pt x="1164155" y="2328300"/>
                </a:cubicBezTo>
                <a:cubicBezTo>
                  <a:pt x="521214" y="2328300"/>
                  <a:pt x="6" y="1807096"/>
                  <a:pt x="0" y="116415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19999"/>
                  <a:lumOff val="80000"/>
                </a:schemeClr>
              </a:gs>
              <a:gs pos="100000">
                <a:schemeClr val="bg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con1-[1]【1】"/>
          <p:cNvSpPr/>
          <p:nvPr>
            <p:custDataLst>
              <p:tags r:id="rId3"/>
            </p:custDataLst>
          </p:nvPr>
        </p:nvSpPr>
        <p:spPr>
          <a:xfrm>
            <a:off x="1861645" y="3449867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3200400" y="842086"/>
                </a:moveTo>
                <a:lnTo>
                  <a:pt x="3200400" y="838200"/>
                </a:lnTo>
                <a:cubicBezTo>
                  <a:pt x="3200400" y="376047"/>
                  <a:pt x="2824353" y="0"/>
                  <a:pt x="2362200" y="0"/>
                </a:cubicBezTo>
                <a:lnTo>
                  <a:pt x="1600200" y="0"/>
                </a:lnTo>
                <a:cubicBezTo>
                  <a:pt x="1558062" y="0"/>
                  <a:pt x="1524000" y="34138"/>
                  <a:pt x="1524000" y="76200"/>
                </a:cubicBezTo>
                <a:lnTo>
                  <a:pt x="1524000" y="1295400"/>
                </a:lnTo>
                <a:cubicBezTo>
                  <a:pt x="1524000" y="1556309"/>
                  <a:pt x="1643863" y="1789633"/>
                  <a:pt x="1831391" y="1943481"/>
                </a:cubicBezTo>
                <a:cubicBezTo>
                  <a:pt x="1368857" y="2150364"/>
                  <a:pt x="1066800" y="2607336"/>
                  <a:pt x="1066800" y="3124200"/>
                </a:cubicBezTo>
                <a:lnTo>
                  <a:pt x="1066800" y="4495800"/>
                </a:lnTo>
                <a:cubicBezTo>
                  <a:pt x="1066800" y="4537862"/>
                  <a:pt x="1100861" y="4572000"/>
                  <a:pt x="1143000" y="4572000"/>
                </a:cubicBezTo>
                <a:lnTo>
                  <a:pt x="3581400" y="4572000"/>
                </a:lnTo>
                <a:cubicBezTo>
                  <a:pt x="3623539" y="4572000"/>
                  <a:pt x="3657600" y="4537862"/>
                  <a:pt x="3657600" y="4495800"/>
                </a:cubicBezTo>
                <a:lnTo>
                  <a:pt x="3657600" y="3702025"/>
                </a:lnTo>
                <a:cubicBezTo>
                  <a:pt x="4149700" y="3493542"/>
                  <a:pt x="4495800" y="3005633"/>
                  <a:pt x="4495800" y="2438400"/>
                </a:cubicBezTo>
                <a:lnTo>
                  <a:pt x="4495800" y="2209800"/>
                </a:lnTo>
                <a:cubicBezTo>
                  <a:pt x="4495800" y="1479194"/>
                  <a:pt x="3921176" y="881939"/>
                  <a:pt x="3200400" y="842086"/>
                </a:cubicBezTo>
                <a:close/>
                <a:moveTo>
                  <a:pt x="3200400" y="1524000"/>
                </a:moveTo>
                <a:cubicBezTo>
                  <a:pt x="3536518" y="1524000"/>
                  <a:pt x="3810000" y="1797482"/>
                  <a:pt x="3810000" y="2133600"/>
                </a:cubicBezTo>
                <a:cubicBezTo>
                  <a:pt x="3810000" y="2336826"/>
                  <a:pt x="3709644" y="2516658"/>
                  <a:pt x="3556254" y="2627528"/>
                </a:cubicBezTo>
                <a:cubicBezTo>
                  <a:pt x="3429610" y="2323719"/>
                  <a:pt x="3192475" y="2077898"/>
                  <a:pt x="2893466" y="1943100"/>
                </a:cubicBezTo>
                <a:cubicBezTo>
                  <a:pt x="3023768" y="1836039"/>
                  <a:pt x="3120619" y="1690421"/>
                  <a:pt x="3167939" y="1524000"/>
                </a:cubicBezTo>
                <a:lnTo>
                  <a:pt x="3200400" y="1524000"/>
                </a:lnTo>
                <a:close/>
                <a:moveTo>
                  <a:pt x="1676400" y="1295400"/>
                </a:moveTo>
                <a:lnTo>
                  <a:pt x="1676400" y="152400"/>
                </a:lnTo>
                <a:lnTo>
                  <a:pt x="2362200" y="152400"/>
                </a:lnTo>
                <a:cubicBezTo>
                  <a:pt x="2740381" y="152400"/>
                  <a:pt x="3048000" y="460096"/>
                  <a:pt x="3048000" y="838200"/>
                </a:cubicBezTo>
                <a:lnTo>
                  <a:pt x="3048000" y="914400"/>
                </a:lnTo>
                <a:lnTo>
                  <a:pt x="3048000" y="1295400"/>
                </a:lnTo>
                <a:cubicBezTo>
                  <a:pt x="3048000" y="1554023"/>
                  <a:pt x="2903982" y="1779575"/>
                  <a:pt x="2691994" y="1896390"/>
                </a:cubicBezTo>
                <a:cubicBezTo>
                  <a:pt x="2667838" y="1909648"/>
                  <a:pt x="2642921" y="1921307"/>
                  <a:pt x="2617470" y="1931441"/>
                </a:cubicBezTo>
                <a:cubicBezTo>
                  <a:pt x="2615641" y="1932203"/>
                  <a:pt x="2613660" y="1932813"/>
                  <a:pt x="2611831" y="1933499"/>
                </a:cubicBezTo>
                <a:cubicBezTo>
                  <a:pt x="2452878" y="1994687"/>
                  <a:pt x="2271598" y="1994687"/>
                  <a:pt x="2112721" y="1933499"/>
                </a:cubicBezTo>
                <a:cubicBezTo>
                  <a:pt x="2110816" y="1932737"/>
                  <a:pt x="2108911" y="1932127"/>
                  <a:pt x="2107006" y="1931441"/>
                </a:cubicBezTo>
                <a:cubicBezTo>
                  <a:pt x="2081479" y="1921383"/>
                  <a:pt x="2056562" y="1909648"/>
                  <a:pt x="2032482" y="1896390"/>
                </a:cubicBezTo>
                <a:cubicBezTo>
                  <a:pt x="1820418" y="1779575"/>
                  <a:pt x="1676400" y="1554023"/>
                  <a:pt x="1676400" y="1295400"/>
                </a:cubicBezTo>
                <a:close/>
                <a:moveTo>
                  <a:pt x="3505276" y="4419600"/>
                </a:moveTo>
                <a:lnTo>
                  <a:pt x="1219200" y="4419600"/>
                </a:lnTo>
                <a:lnTo>
                  <a:pt x="1219200" y="3124200"/>
                </a:lnTo>
                <a:cubicBezTo>
                  <a:pt x="1219200" y="2634234"/>
                  <a:pt x="1526286" y="2204314"/>
                  <a:pt x="1986610" y="2044598"/>
                </a:cubicBezTo>
                <a:cubicBezTo>
                  <a:pt x="1992020" y="2047266"/>
                  <a:pt x="1997735" y="2049094"/>
                  <a:pt x="2003222" y="2051685"/>
                </a:cubicBezTo>
                <a:cubicBezTo>
                  <a:pt x="2023720" y="2061439"/>
                  <a:pt x="2044598" y="2070430"/>
                  <a:pt x="2066010" y="2078507"/>
                </a:cubicBezTo>
                <a:cubicBezTo>
                  <a:pt x="2072183" y="2080794"/>
                  <a:pt x="2078279" y="2083156"/>
                  <a:pt x="2084451" y="2085289"/>
                </a:cubicBezTo>
                <a:cubicBezTo>
                  <a:pt x="2171548" y="2115998"/>
                  <a:pt x="2264740" y="2133600"/>
                  <a:pt x="2362200" y="2133600"/>
                </a:cubicBezTo>
                <a:cubicBezTo>
                  <a:pt x="2459508" y="2133600"/>
                  <a:pt x="2552624" y="2116074"/>
                  <a:pt x="2639568" y="2085442"/>
                </a:cubicBezTo>
                <a:cubicBezTo>
                  <a:pt x="2645969" y="2083232"/>
                  <a:pt x="2652369" y="2080793"/>
                  <a:pt x="2658694" y="2078431"/>
                </a:cubicBezTo>
                <a:cubicBezTo>
                  <a:pt x="2679878" y="2070354"/>
                  <a:pt x="2700604" y="2061515"/>
                  <a:pt x="2721026" y="2051761"/>
                </a:cubicBezTo>
                <a:cubicBezTo>
                  <a:pt x="2726512" y="2049170"/>
                  <a:pt x="2732303" y="2047342"/>
                  <a:pt x="2737714" y="2044598"/>
                </a:cubicBezTo>
                <a:cubicBezTo>
                  <a:pt x="3050134" y="2153260"/>
                  <a:pt x="3301213" y="2393976"/>
                  <a:pt x="3423666" y="2700223"/>
                </a:cubicBezTo>
                <a:cubicBezTo>
                  <a:pt x="3416884" y="2702890"/>
                  <a:pt x="3410026" y="2705329"/>
                  <a:pt x="3403168" y="2707767"/>
                </a:cubicBezTo>
                <a:cubicBezTo>
                  <a:pt x="3394024" y="2711044"/>
                  <a:pt x="3384956" y="2714396"/>
                  <a:pt x="3375736" y="2717216"/>
                </a:cubicBezTo>
                <a:cubicBezTo>
                  <a:pt x="3364306" y="2720645"/>
                  <a:pt x="3352647" y="2723388"/>
                  <a:pt x="3340989" y="2726131"/>
                </a:cubicBezTo>
                <a:cubicBezTo>
                  <a:pt x="3333826" y="2727808"/>
                  <a:pt x="3326739" y="2729865"/>
                  <a:pt x="3319500" y="2731313"/>
                </a:cubicBezTo>
                <a:cubicBezTo>
                  <a:pt x="3305632" y="2734056"/>
                  <a:pt x="3291459" y="2735961"/>
                  <a:pt x="3277286" y="2737790"/>
                </a:cubicBezTo>
                <a:cubicBezTo>
                  <a:pt x="3271723" y="2738476"/>
                  <a:pt x="3266313" y="2739619"/>
                  <a:pt x="3260750" y="2740152"/>
                </a:cubicBezTo>
                <a:cubicBezTo>
                  <a:pt x="3240862" y="2742133"/>
                  <a:pt x="3220745" y="2743200"/>
                  <a:pt x="3200400" y="2743200"/>
                </a:cubicBezTo>
                <a:lnTo>
                  <a:pt x="2438400" y="2743200"/>
                </a:lnTo>
                <a:lnTo>
                  <a:pt x="2438400" y="2438400"/>
                </a:lnTo>
                <a:cubicBezTo>
                  <a:pt x="2438400" y="2407615"/>
                  <a:pt x="2419883" y="2379802"/>
                  <a:pt x="2391384" y="2367991"/>
                </a:cubicBezTo>
                <a:cubicBezTo>
                  <a:pt x="2362809" y="2356180"/>
                  <a:pt x="2330119" y="2362657"/>
                  <a:pt x="2308326" y="2384526"/>
                </a:cubicBezTo>
                <a:lnTo>
                  <a:pt x="1470126" y="3222726"/>
                </a:lnTo>
                <a:cubicBezTo>
                  <a:pt x="1440332" y="3252520"/>
                  <a:pt x="1440332" y="3300679"/>
                  <a:pt x="1470126" y="3330474"/>
                </a:cubicBezTo>
                <a:lnTo>
                  <a:pt x="2308326" y="4168674"/>
                </a:lnTo>
                <a:cubicBezTo>
                  <a:pt x="2314956" y="4175303"/>
                  <a:pt x="2322728" y="4180027"/>
                  <a:pt x="2330958" y="4183761"/>
                </a:cubicBezTo>
                <a:cubicBezTo>
                  <a:pt x="2333244" y="4184828"/>
                  <a:pt x="2335606" y="4185438"/>
                  <a:pt x="2337968" y="4186276"/>
                </a:cubicBezTo>
                <a:cubicBezTo>
                  <a:pt x="2344292" y="4188410"/>
                  <a:pt x="2350770" y="4189705"/>
                  <a:pt x="2357475" y="4190162"/>
                </a:cubicBezTo>
                <a:cubicBezTo>
                  <a:pt x="2359076" y="4190162"/>
                  <a:pt x="2360600" y="4191000"/>
                  <a:pt x="2362200" y="4191000"/>
                </a:cubicBezTo>
                <a:cubicBezTo>
                  <a:pt x="2363114" y="4191000"/>
                  <a:pt x="2364028" y="4190467"/>
                  <a:pt x="2365019" y="4190467"/>
                </a:cubicBezTo>
                <a:cubicBezTo>
                  <a:pt x="2373935" y="4190162"/>
                  <a:pt x="2382850" y="4188790"/>
                  <a:pt x="2391384" y="4185209"/>
                </a:cubicBezTo>
                <a:cubicBezTo>
                  <a:pt x="2419883" y="4173398"/>
                  <a:pt x="2438400" y="4145585"/>
                  <a:pt x="2438400" y="4114800"/>
                </a:cubicBezTo>
                <a:lnTo>
                  <a:pt x="2438400" y="3810000"/>
                </a:lnTo>
                <a:lnTo>
                  <a:pt x="3124200" y="3810000"/>
                </a:lnTo>
                <a:cubicBezTo>
                  <a:pt x="3164586" y="3810000"/>
                  <a:pt x="3204819" y="3807486"/>
                  <a:pt x="3245053" y="3803904"/>
                </a:cubicBezTo>
                <a:cubicBezTo>
                  <a:pt x="3259684" y="3802609"/>
                  <a:pt x="3274238" y="3800932"/>
                  <a:pt x="3288716" y="3799180"/>
                </a:cubicBezTo>
                <a:cubicBezTo>
                  <a:pt x="3312719" y="3796208"/>
                  <a:pt x="3336646" y="3792474"/>
                  <a:pt x="3360496" y="3788207"/>
                </a:cubicBezTo>
                <a:cubicBezTo>
                  <a:pt x="3409036" y="3779749"/>
                  <a:pt x="3456661" y="3769004"/>
                  <a:pt x="3503295" y="3755593"/>
                </a:cubicBezTo>
                <a:cubicBezTo>
                  <a:pt x="3503981" y="3755364"/>
                  <a:pt x="3504590" y="3755288"/>
                  <a:pt x="3505276" y="3755060"/>
                </a:cubicBezTo>
                <a:lnTo>
                  <a:pt x="3505276" y="4419600"/>
                </a:lnTo>
                <a:close/>
                <a:moveTo>
                  <a:pt x="4343400" y="2438400"/>
                </a:moveTo>
                <a:cubicBezTo>
                  <a:pt x="4343400" y="2961284"/>
                  <a:pt x="4011930" y="3406978"/>
                  <a:pt x="3548558" y="3579876"/>
                </a:cubicBezTo>
                <a:cubicBezTo>
                  <a:pt x="3516858" y="3591687"/>
                  <a:pt x="3484931" y="3602202"/>
                  <a:pt x="3452774" y="3611346"/>
                </a:cubicBezTo>
                <a:cubicBezTo>
                  <a:pt x="3447669" y="3612794"/>
                  <a:pt x="3442488" y="3613937"/>
                  <a:pt x="3437306" y="3615309"/>
                </a:cubicBezTo>
                <a:cubicBezTo>
                  <a:pt x="3407588" y="3623310"/>
                  <a:pt x="3377718" y="3630396"/>
                  <a:pt x="3347771" y="3636111"/>
                </a:cubicBezTo>
                <a:cubicBezTo>
                  <a:pt x="3334360" y="3638626"/>
                  <a:pt x="3320720" y="3640302"/>
                  <a:pt x="3307156" y="3642360"/>
                </a:cubicBezTo>
                <a:cubicBezTo>
                  <a:pt x="3284449" y="3645865"/>
                  <a:pt x="3261741" y="3649598"/>
                  <a:pt x="3238957" y="3651808"/>
                </a:cubicBezTo>
                <a:cubicBezTo>
                  <a:pt x="3201086" y="3655314"/>
                  <a:pt x="3162910" y="3657600"/>
                  <a:pt x="3124200" y="3657600"/>
                </a:cubicBezTo>
                <a:lnTo>
                  <a:pt x="2362200" y="3657600"/>
                </a:lnTo>
                <a:cubicBezTo>
                  <a:pt x="2320062" y="3657600"/>
                  <a:pt x="2286000" y="3691738"/>
                  <a:pt x="2286000" y="3733800"/>
                </a:cubicBezTo>
                <a:lnTo>
                  <a:pt x="2286000" y="3930853"/>
                </a:lnTo>
                <a:lnTo>
                  <a:pt x="1631747" y="3276600"/>
                </a:lnTo>
                <a:lnTo>
                  <a:pt x="2286000" y="2622347"/>
                </a:lnTo>
                <a:lnTo>
                  <a:pt x="2286000" y="2819400"/>
                </a:lnTo>
                <a:cubicBezTo>
                  <a:pt x="2286000" y="2861462"/>
                  <a:pt x="2320062" y="2895600"/>
                  <a:pt x="2362200" y="2895600"/>
                </a:cubicBezTo>
                <a:lnTo>
                  <a:pt x="3200400" y="2895600"/>
                </a:lnTo>
                <a:cubicBezTo>
                  <a:pt x="3229813" y="2895600"/>
                  <a:pt x="3258693" y="2893542"/>
                  <a:pt x="3287268" y="2890266"/>
                </a:cubicBezTo>
                <a:cubicBezTo>
                  <a:pt x="3294050" y="2889504"/>
                  <a:pt x="3300679" y="2888132"/>
                  <a:pt x="3307461" y="2887142"/>
                </a:cubicBezTo>
                <a:cubicBezTo>
                  <a:pt x="3329864" y="2883941"/>
                  <a:pt x="3351962" y="2879979"/>
                  <a:pt x="3373755" y="2874874"/>
                </a:cubicBezTo>
                <a:cubicBezTo>
                  <a:pt x="3381070" y="2873197"/>
                  <a:pt x="3388233" y="2871216"/>
                  <a:pt x="3395472" y="2869311"/>
                </a:cubicBezTo>
                <a:cubicBezTo>
                  <a:pt x="3416884" y="2863596"/>
                  <a:pt x="3437839" y="2857043"/>
                  <a:pt x="3458489" y="2849652"/>
                </a:cubicBezTo>
                <a:cubicBezTo>
                  <a:pt x="3465347" y="2847213"/>
                  <a:pt x="3472205" y="2844774"/>
                  <a:pt x="3478987" y="2842108"/>
                </a:cubicBezTo>
                <a:cubicBezTo>
                  <a:pt x="3501542" y="2833192"/>
                  <a:pt x="3523564" y="2823286"/>
                  <a:pt x="3544976" y="2812314"/>
                </a:cubicBezTo>
                <a:cubicBezTo>
                  <a:pt x="3548253" y="2810637"/>
                  <a:pt x="3551834" y="2809494"/>
                  <a:pt x="3555034" y="2807741"/>
                </a:cubicBezTo>
                <a:cubicBezTo>
                  <a:pt x="3555416" y="2807513"/>
                  <a:pt x="3555644" y="2807132"/>
                  <a:pt x="3556102" y="2806903"/>
                </a:cubicBezTo>
                <a:cubicBezTo>
                  <a:pt x="3797427" y="2678964"/>
                  <a:pt x="3962400" y="2425294"/>
                  <a:pt x="3962400" y="2133600"/>
                </a:cubicBezTo>
                <a:cubicBezTo>
                  <a:pt x="3962400" y="1713433"/>
                  <a:pt x="3620567" y="1371600"/>
                  <a:pt x="3200400" y="1371600"/>
                </a:cubicBezTo>
                <a:lnTo>
                  <a:pt x="3200400" y="1295400"/>
                </a:lnTo>
                <a:lnTo>
                  <a:pt x="3200400" y="992962"/>
                </a:lnTo>
                <a:cubicBezTo>
                  <a:pt x="3837280" y="1032434"/>
                  <a:pt x="4343400" y="1563167"/>
                  <a:pt x="4343400" y="2209800"/>
                </a:cubicBezTo>
                <a:lnTo>
                  <a:pt x="4343400" y="2438400"/>
                </a:lnTo>
                <a:close/>
              </a:path>
              <a:path w="4572000" h="4572000">
                <a:moveTo>
                  <a:pt x="2667000" y="1295400"/>
                </a:moveTo>
                <a:cubicBezTo>
                  <a:pt x="2667000" y="1463497"/>
                  <a:pt x="2530297" y="1600200"/>
                  <a:pt x="2362200" y="1600200"/>
                </a:cubicBezTo>
                <a:lnTo>
                  <a:pt x="2362200" y="1752600"/>
                </a:lnTo>
                <a:cubicBezTo>
                  <a:pt x="2614346" y="1752600"/>
                  <a:pt x="2819400" y="1547546"/>
                  <a:pt x="2819400" y="1295400"/>
                </a:cubicBezTo>
                <a:lnTo>
                  <a:pt x="2667000" y="1295400"/>
                </a:lnTo>
                <a:close/>
              </a:path>
              <a:path w="4572000" h="4572000">
                <a:moveTo>
                  <a:pt x="2057400" y="762000"/>
                </a:moveTo>
                <a:cubicBezTo>
                  <a:pt x="1931365" y="762000"/>
                  <a:pt x="1828800" y="864565"/>
                  <a:pt x="1828800" y="990600"/>
                </a:cubicBezTo>
                <a:lnTo>
                  <a:pt x="1981200" y="990600"/>
                </a:lnTo>
                <a:cubicBezTo>
                  <a:pt x="1981200" y="948614"/>
                  <a:pt x="2015338" y="914400"/>
                  <a:pt x="2057400" y="914400"/>
                </a:cubicBezTo>
                <a:quadBezTo>
                  <a:pt x="2133600" y="948614"/>
                  <a:pt x="2133600" y="990600"/>
                </a:quadBezTo>
                <a:lnTo>
                  <a:pt x="2286000" y="990600"/>
                </a:lnTo>
                <a:cubicBezTo>
                  <a:pt x="2286000" y="864565"/>
                  <a:pt x="2183435" y="762000"/>
                  <a:pt x="2057400" y="762000"/>
                </a:cubicBezTo>
                <a:close/>
              </a:path>
              <a:path w="4572000" h="4572000">
                <a:moveTo>
                  <a:pt x="2590800" y="762000"/>
                </a:moveTo>
                <a:cubicBezTo>
                  <a:pt x="2464765" y="762000"/>
                  <a:pt x="2362200" y="864565"/>
                  <a:pt x="2362200" y="990600"/>
                </a:cubicBezTo>
                <a:lnTo>
                  <a:pt x="2514600" y="990600"/>
                </a:lnTo>
                <a:cubicBezTo>
                  <a:pt x="2514600" y="948614"/>
                  <a:pt x="2548738" y="914400"/>
                  <a:pt x="2590800" y="914400"/>
                </a:cubicBezTo>
                <a:cubicBezTo>
                  <a:pt x="2632862" y="914400"/>
                  <a:pt x="2667000" y="948614"/>
                  <a:pt x="2667000" y="990600"/>
                </a:cubicBezTo>
                <a:lnTo>
                  <a:pt x="2819400" y="990600"/>
                </a:lnTo>
                <a:cubicBezTo>
                  <a:pt x="2819400" y="864565"/>
                  <a:pt x="2716835" y="762000"/>
                  <a:pt x="2590800" y="762000"/>
                </a:cubicBezTo>
                <a:close/>
              </a:path>
              <a:path w="4572000" h="4572000">
                <a:moveTo>
                  <a:pt x="1066800" y="457200"/>
                </a:moveTo>
                <a:cubicBezTo>
                  <a:pt x="856717" y="457200"/>
                  <a:pt x="685800" y="286283"/>
                  <a:pt x="685800" y="76200"/>
                </a:cubicBezTo>
                <a:cubicBezTo>
                  <a:pt x="685800" y="34138"/>
                  <a:pt x="651739" y="0"/>
                  <a:pt x="609600" y="0"/>
                </a:cubicBezTo>
                <a:quadBezTo>
                  <a:pt x="533400" y="34138"/>
                  <a:pt x="533400" y="76200"/>
                </a:quadBezTo>
                <a:cubicBezTo>
                  <a:pt x="533400" y="286283"/>
                  <a:pt x="362483" y="457200"/>
                  <a:pt x="152400" y="457200"/>
                </a:cubicBezTo>
                <a:cubicBezTo>
                  <a:pt x="110261" y="457200"/>
                  <a:pt x="76200" y="491338"/>
                  <a:pt x="76200" y="533400"/>
                </a:cubicBezTo>
                <a:quadBezTo>
                  <a:pt x="110261" y="609600"/>
                  <a:pt x="152400" y="609600"/>
                </a:quadBezTo>
                <a:cubicBezTo>
                  <a:pt x="362483" y="609600"/>
                  <a:pt x="533400" y="780517"/>
                  <a:pt x="533400" y="990600"/>
                </a:cubicBezTo>
                <a:cubicBezTo>
                  <a:pt x="533400" y="1032662"/>
                  <a:pt x="567461" y="1066800"/>
                  <a:pt x="609600" y="1066800"/>
                </a:cubicBezTo>
                <a:quadBezTo>
                  <a:pt x="685800" y="1032662"/>
                  <a:pt x="685800" y="990600"/>
                </a:quadBezTo>
                <a:cubicBezTo>
                  <a:pt x="685800" y="780517"/>
                  <a:pt x="856717" y="609600"/>
                  <a:pt x="1066800" y="609600"/>
                </a:cubicBezTo>
                <a:cubicBezTo>
                  <a:pt x="1108938" y="609600"/>
                  <a:pt x="1143000" y="575462"/>
                  <a:pt x="1143000" y="533400"/>
                </a:cubicBezTo>
                <a:quadBezTo>
                  <a:pt x="1108939" y="457200"/>
                  <a:pt x="1066800" y="457200"/>
                </a:quadBezTo>
                <a:close/>
                <a:moveTo>
                  <a:pt x="609600" y="716051"/>
                </a:moveTo>
                <a:cubicBezTo>
                  <a:pt x="564566" y="641375"/>
                  <a:pt x="501625" y="578434"/>
                  <a:pt x="426949" y="533400"/>
                </a:cubicBezTo>
                <a:cubicBezTo>
                  <a:pt x="501625" y="488366"/>
                  <a:pt x="564566" y="425425"/>
                  <a:pt x="609600" y="350749"/>
                </a:cubicBezTo>
                <a:cubicBezTo>
                  <a:pt x="654634" y="425425"/>
                  <a:pt x="717575" y="488366"/>
                  <a:pt x="792251" y="533400"/>
                </a:cubicBezTo>
                <a:cubicBezTo>
                  <a:pt x="717575" y="578434"/>
                  <a:pt x="654634" y="641375"/>
                  <a:pt x="609600" y="71605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4-【1】"/>
          <p:cNvSpPr/>
          <p:nvPr>
            <p:custDataLst>
              <p:tags r:id="rId4"/>
            </p:custDataLst>
          </p:nvPr>
        </p:nvSpPr>
        <p:spPr>
          <a:xfrm>
            <a:off x="1178976" y="2766617"/>
            <a:ext cx="2163172" cy="2163171"/>
          </a:xfrm>
          <a:custGeom>
            <a:avLst/>
            <a:gdLst/>
            <a:ahLst/>
            <a:cxnLst/>
            <a:rect l="l" t="t" r="r" b="b"/>
            <a:pathLst>
              <a:path w="2163172" h="2163171">
                <a:moveTo>
                  <a:pt x="0" y="1081583"/>
                </a:moveTo>
                <a:cubicBezTo>
                  <a:pt x="0" y="484641"/>
                  <a:pt x="484641" y="0"/>
                  <a:pt x="1081583" y="0"/>
                </a:cubicBezTo>
                <a:cubicBezTo>
                  <a:pt x="1368438" y="-2"/>
                  <a:pt x="1643545" y="113949"/>
                  <a:pt x="1846384" y="316785"/>
                </a:cubicBezTo>
                <a:cubicBezTo>
                  <a:pt x="2049222" y="519622"/>
                  <a:pt x="2163175" y="794728"/>
                  <a:pt x="2163175" y="1081583"/>
                </a:cubicBezTo>
                <a:cubicBezTo>
                  <a:pt x="2163178" y="1368440"/>
                  <a:pt x="2049225" y="1643548"/>
                  <a:pt x="1846387" y="1846387"/>
                </a:cubicBezTo>
                <a:cubicBezTo>
                  <a:pt x="1643548" y="2049225"/>
                  <a:pt x="1368440" y="2163178"/>
                  <a:pt x="1081583" y="2163175"/>
                </a:cubicBezTo>
                <a:cubicBezTo>
                  <a:pt x="794728" y="2163175"/>
                  <a:pt x="519622" y="2049222"/>
                  <a:pt x="316785" y="1846384"/>
                </a:cubicBezTo>
                <a:cubicBezTo>
                  <a:pt x="113949" y="1643545"/>
                  <a:pt x="-2" y="1368438"/>
                  <a:pt x="0" y="1081583"/>
                </a:cubicBezTo>
                <a:close/>
              </a:path>
            </a:pathLst>
          </a:custGeom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1-[1]【1】"/>
          <p:cNvSpPr/>
          <p:nvPr>
            <p:custDataLst>
              <p:tags r:id="rId5"/>
            </p:custDataLst>
          </p:nvPr>
        </p:nvSpPr>
        <p:spPr>
          <a:xfrm rot="5400000">
            <a:off x="291413" y="1879054"/>
            <a:ext cx="3938298" cy="3938299"/>
          </a:xfrm>
          <a:custGeom>
            <a:avLst/>
            <a:gdLst/>
            <a:ahLst/>
            <a:cxnLst/>
            <a:rect l="l" t="t" r="r" b="b"/>
            <a:pathLst>
              <a:path w="3938298" h="3938299">
                <a:moveTo>
                  <a:pt x="29" y="1980000"/>
                </a:moveTo>
                <a:cubicBezTo>
                  <a:pt x="-3796" y="1275247"/>
                  <a:pt x="369311" y="622184"/>
                  <a:pt x="978366" y="267580"/>
                </a:cubicBezTo>
                <a:cubicBezTo>
                  <a:pt x="1587420" y="-87024"/>
                  <a:pt x="2339547" y="-89096"/>
                  <a:pt x="2950546" y="262147"/>
                </a:cubicBezTo>
                <a:cubicBezTo>
                  <a:pt x="3561544" y="613390"/>
                  <a:pt x="3938244" y="1264388"/>
                  <a:pt x="3938302" y="1969151"/>
                </a:cubicBezTo>
                <a:lnTo>
                  <a:pt x="3421437" y="1969151"/>
                </a:lnTo>
                <a:cubicBezTo>
                  <a:pt x="3421224" y="1449488"/>
                  <a:pt x="3143364" y="969543"/>
                  <a:pt x="2692811" y="710600"/>
                </a:cubicBezTo>
                <a:cubicBezTo>
                  <a:pt x="2242258" y="451657"/>
                  <a:pt x="1687685" y="453185"/>
                  <a:pt x="1238565" y="714606"/>
                </a:cubicBezTo>
                <a:cubicBezTo>
                  <a:pt x="789446" y="976027"/>
                  <a:pt x="514234" y="1457496"/>
                  <a:pt x="516884" y="1977152"/>
                </a:cubicBezTo>
                <a:close/>
              </a:path>
            </a:pathLst>
          </a:custGeom>
          <a:ln w="6350">
            <a:solidFill>
              <a:schemeClr val="bg1">
                <a:lumMod val="86000"/>
                <a:lumOff val="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1-子标题1-[1]【1】"/>
          <p:cNvSpPr/>
          <p:nvPr>
            <p:custDataLst>
              <p:tags r:id="rId6"/>
            </p:custDataLst>
          </p:nvPr>
        </p:nvSpPr>
        <p:spPr>
          <a:xfrm flipV="1">
            <a:off x="2542212" y="1918617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装饰2-子标题2-[2]【1】"/>
          <p:cNvSpPr/>
          <p:nvPr>
            <p:custDataLst>
              <p:tags r:id="rId7"/>
            </p:custDataLst>
          </p:nvPr>
        </p:nvSpPr>
        <p:spPr>
          <a:xfrm flipV="1">
            <a:off x="3590774" y="3458348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装饰3-子标题3-[3]【1】"/>
          <p:cNvSpPr/>
          <p:nvPr>
            <p:custDataLst>
              <p:tags r:id="rId8"/>
            </p:custDataLst>
          </p:nvPr>
        </p:nvSpPr>
        <p:spPr>
          <a:xfrm flipV="1">
            <a:off x="2558725" y="4998078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序号1-[1]【1】"/>
          <p:cNvSpPr txBox="1"/>
          <p:nvPr>
            <p:custDataLst>
              <p:tags r:id="rId9"/>
            </p:custDataLst>
          </p:nvPr>
        </p:nvSpPr>
        <p:spPr>
          <a:xfrm>
            <a:off x="2430909" y="1991892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序号2-[2]【1】"/>
          <p:cNvSpPr txBox="1"/>
          <p:nvPr>
            <p:custDataLst>
              <p:tags r:id="rId10"/>
            </p:custDataLst>
          </p:nvPr>
        </p:nvSpPr>
        <p:spPr>
          <a:xfrm>
            <a:off x="3479471" y="3531624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序号3-[3]【1】"/>
          <p:cNvSpPr txBox="1"/>
          <p:nvPr>
            <p:custDataLst>
              <p:tags r:id="rId11"/>
            </p:custDataLst>
          </p:nvPr>
        </p:nvSpPr>
        <p:spPr>
          <a:xfrm>
            <a:off x="2447422" y="5071354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子标题1-[1]【1】"/>
          <p:cNvSpPr/>
          <p:nvPr>
            <p:custDataLst>
              <p:tags r:id="rId12"/>
            </p:custDataLst>
          </p:nvPr>
        </p:nvSpPr>
        <p:spPr>
          <a:xfrm>
            <a:off x="3837603" y="1358901"/>
            <a:ext cx="7013734" cy="487188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子内容1-[1]【1】"/>
          <p:cNvSpPr txBox="1"/>
          <p:nvPr>
            <p:custDataLst>
              <p:tags r:id="rId13"/>
            </p:custDataLst>
          </p:nvPr>
        </p:nvSpPr>
        <p:spPr>
          <a:xfrm>
            <a:off x="4326255" y="1746250"/>
            <a:ext cx="6686550" cy="108521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1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一个集医疗健康、生活消费、政企协同服务于一体的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</a:t>
            </a:r>
            <a:r>
              <a:rPr lang="zh-CN" altLang="en-US" sz="2000" b="0" i="0" u="none" strike="noStrike">
                <a:gradFill>
                  <a:gsLst>
                    <a:gs pos="42000">
                      <a:srgbClr val="EC5763"/>
                    </a:gs>
                    <a:gs pos="0">
                      <a:srgbClr val="F28F97"/>
                    </a:gs>
                    <a:gs pos="100000">
                      <a:srgbClr val="E51E2E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本地化数字平台</a:t>
            </a: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子标题2-[2]【1】"/>
          <p:cNvSpPr/>
          <p:nvPr>
            <p:custDataLst>
              <p:tags r:id="rId14"/>
            </p:custDataLst>
          </p:nvPr>
        </p:nvSpPr>
        <p:spPr>
          <a:xfrm>
            <a:off x="4869652" y="3134025"/>
            <a:ext cx="7030936" cy="487188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子内容2-[2]【1】"/>
          <p:cNvSpPr txBox="1"/>
          <p:nvPr>
            <p:custDataLst>
              <p:tags r:id="rId15"/>
            </p:custDataLst>
          </p:nvPr>
        </p:nvSpPr>
        <p:spPr>
          <a:xfrm>
            <a:off x="4869652" y="3152367"/>
            <a:ext cx="7175421" cy="1084943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通过“平台+场景+运营”三位一体，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链接政府、企业与居民。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子标题3-[3]【1】"/>
          <p:cNvSpPr/>
          <p:nvPr>
            <p:custDataLst>
              <p:tags r:id="rId16"/>
            </p:custDataLst>
          </p:nvPr>
        </p:nvSpPr>
        <p:spPr>
          <a:xfrm>
            <a:off x="3837603" y="4909149"/>
            <a:ext cx="7013734" cy="487188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子内容3-[3]【1】"/>
          <p:cNvSpPr txBox="1"/>
          <p:nvPr>
            <p:custDataLst>
              <p:tags r:id="rId17"/>
            </p:custDataLst>
          </p:nvPr>
        </p:nvSpPr>
        <p:spPr>
          <a:xfrm>
            <a:off x="3982085" y="5295900"/>
            <a:ext cx="8063230" cy="108521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打造“高频民生服务入口 + 可持续消费增长机制 + 可视化治理能力”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标题"/>
          <p:cNvSpPr txBox="1"/>
          <p:nvPr>
            <p:custDataLst>
              <p:tags r:id="rId18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厚爱健康生活</a:t>
            </a: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大数据平台是什么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pic>
        <p:nvPicPr>
          <p:cNvPr id="20" name="图片 19" descr="微信图片_20260305144957_3_2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8680" y="62230"/>
            <a:ext cx="2433320" cy="899795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2042" t="30298" b="185"/>
          <a:stretch>
            <a:fillRect/>
          </a:stretch>
        </p:blipFill>
        <p:spPr>
          <a:xfrm>
            <a:off x="367030" y="1576705"/>
            <a:ext cx="5375275" cy="4290060"/>
          </a:xfrm>
          <a:custGeom>
            <a:avLst/>
            <a:gdLst/>
            <a:ahLst/>
            <a:cxnLst/>
            <a:rect l="l" t="t" r="r" b="b"/>
            <a:pathLst>
              <a:path w="11032055" h="2892408">
                <a:moveTo>
                  <a:pt x="0" y="58950"/>
                </a:moveTo>
                <a:cubicBezTo>
                  <a:pt x="0" y="26415"/>
                  <a:pt x="26415" y="0"/>
                  <a:pt x="58950" y="0"/>
                </a:cubicBezTo>
                <a:lnTo>
                  <a:pt x="10973105" y="0"/>
                </a:lnTo>
                <a:cubicBezTo>
                  <a:pt x="11005640" y="0"/>
                  <a:pt x="11032055" y="26415"/>
                  <a:pt x="11032055" y="58950"/>
                </a:cubicBezTo>
                <a:lnTo>
                  <a:pt x="11032055" y="2833459"/>
                </a:lnTo>
                <a:cubicBezTo>
                  <a:pt x="11032055" y="2865994"/>
                  <a:pt x="11005640" y="2892409"/>
                  <a:pt x="10973105" y="2892409"/>
                </a:cubicBezTo>
                <a:lnTo>
                  <a:pt x="58950" y="2892409"/>
                </a:lnTo>
                <a:cubicBezTo>
                  <a:pt x="26415" y="2892409"/>
                  <a:pt x="0" y="2865994"/>
                  <a:pt x="0" y="2833459"/>
                </a:cubicBezTo>
                <a:close/>
              </a:path>
            </a:pathLst>
          </a:custGeom>
        </p:spPr>
      </p:pic>
      <p:sp>
        <p:nvSpPr>
          <p:cNvPr id="3" name="标题"/>
          <p:cNvSpPr txBox="1"/>
          <p:nvPr>
            <p:custDataLst>
              <p:tags r:id="rId3"/>
            </p:custDataLst>
          </p:nvPr>
        </p:nvSpPr>
        <p:spPr>
          <a:xfrm>
            <a:off x="273975" y="238391"/>
            <a:ext cx="11669372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消费积分驱动的内循环模型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8" name="装饰1-子标题1-[1]【1】"/>
          <p:cNvSpPr/>
          <p:nvPr>
            <p:custDataLst>
              <p:tags r:id="rId4"/>
            </p:custDataLst>
          </p:nvPr>
        </p:nvSpPr>
        <p:spPr>
          <a:xfrm>
            <a:off x="6020622" y="1273496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装饰2-子标题2-[1]【1】"/>
          <p:cNvSpPr/>
          <p:nvPr>
            <p:custDataLst>
              <p:tags r:id="rId5"/>
            </p:custDataLst>
          </p:nvPr>
        </p:nvSpPr>
        <p:spPr>
          <a:xfrm>
            <a:off x="6020622" y="2515297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装饰3-子标题3-[1]【1】"/>
          <p:cNvSpPr/>
          <p:nvPr>
            <p:custDataLst>
              <p:tags r:id="rId6"/>
            </p:custDataLst>
          </p:nvPr>
        </p:nvSpPr>
        <p:spPr>
          <a:xfrm>
            <a:off x="6020622" y="3730537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装饰4-子标题4-[4]【1】"/>
          <p:cNvSpPr/>
          <p:nvPr>
            <p:custDataLst>
              <p:tags r:id="rId7"/>
            </p:custDataLst>
          </p:nvPr>
        </p:nvSpPr>
        <p:spPr>
          <a:xfrm>
            <a:off x="6020622" y="5031847"/>
            <a:ext cx="425076" cy="425076"/>
          </a:xfrm>
          <a:custGeom>
            <a:avLst/>
            <a:gdLst/>
            <a:ahLst/>
            <a:cxnLst/>
            <a:rect l="l" t="t" r="r" b="b"/>
            <a:pathLst>
              <a:path w="425076" h="425076">
                <a:moveTo>
                  <a:pt x="249479" y="98660"/>
                </a:moveTo>
                <a:cubicBezTo>
                  <a:pt x="243002" y="98660"/>
                  <a:pt x="236534" y="101127"/>
                  <a:pt x="231591" y="106061"/>
                </a:cubicBezTo>
                <a:cubicBezTo>
                  <a:pt x="221713" y="115948"/>
                  <a:pt x="221713" y="131959"/>
                  <a:pt x="231591" y="141837"/>
                </a:cubicBezTo>
                <a:lnTo>
                  <a:pt x="277520" y="187757"/>
                </a:lnTo>
                <a:lnTo>
                  <a:pt x="89297" y="187757"/>
                </a:lnTo>
                <a:cubicBezTo>
                  <a:pt x="75333" y="187757"/>
                  <a:pt x="64008" y="199082"/>
                  <a:pt x="64008" y="213055"/>
                </a:cubicBezTo>
                <a:cubicBezTo>
                  <a:pt x="64008" y="227019"/>
                  <a:pt x="75333" y="238344"/>
                  <a:pt x="89297" y="238344"/>
                </a:cubicBezTo>
                <a:lnTo>
                  <a:pt x="275787" y="238344"/>
                </a:lnTo>
                <a:lnTo>
                  <a:pt x="230896" y="283245"/>
                </a:lnTo>
                <a:cubicBezTo>
                  <a:pt x="221018" y="293122"/>
                  <a:pt x="221018" y="309134"/>
                  <a:pt x="230896" y="319011"/>
                </a:cubicBezTo>
                <a:cubicBezTo>
                  <a:pt x="240773" y="328889"/>
                  <a:pt x="256784" y="328889"/>
                  <a:pt x="266662" y="319011"/>
                </a:cubicBezTo>
                <a:lnTo>
                  <a:pt x="352473" y="233201"/>
                </a:lnTo>
                <a:cubicBezTo>
                  <a:pt x="353701" y="231972"/>
                  <a:pt x="355063" y="230638"/>
                  <a:pt x="356225" y="229314"/>
                </a:cubicBezTo>
                <a:lnTo>
                  <a:pt x="357530" y="227657"/>
                </a:lnTo>
                <a:lnTo>
                  <a:pt x="358511" y="225381"/>
                </a:lnTo>
                <a:cubicBezTo>
                  <a:pt x="360121" y="221704"/>
                  <a:pt x="361064" y="217275"/>
                  <a:pt x="361064" y="212503"/>
                </a:cubicBezTo>
                <a:cubicBezTo>
                  <a:pt x="361064" y="207731"/>
                  <a:pt x="360121" y="203292"/>
                  <a:pt x="358511" y="199615"/>
                </a:cubicBezTo>
                <a:lnTo>
                  <a:pt x="356892" y="196606"/>
                </a:lnTo>
                <a:lnTo>
                  <a:pt x="356492" y="195882"/>
                </a:lnTo>
                <a:cubicBezTo>
                  <a:pt x="355521" y="194453"/>
                  <a:pt x="354406" y="193110"/>
                  <a:pt x="353168" y="191872"/>
                </a:cubicBezTo>
                <a:lnTo>
                  <a:pt x="267367" y="106061"/>
                </a:lnTo>
                <a:cubicBezTo>
                  <a:pt x="262423" y="101127"/>
                  <a:pt x="255956" y="98660"/>
                  <a:pt x="249479" y="98660"/>
                </a:cubicBezTo>
                <a:close/>
                <a:moveTo>
                  <a:pt x="212541" y="0"/>
                </a:moveTo>
                <a:cubicBezTo>
                  <a:pt x="329917" y="0"/>
                  <a:pt x="425072" y="95155"/>
                  <a:pt x="425072" y="212541"/>
                </a:cubicBezTo>
                <a:cubicBezTo>
                  <a:pt x="425072" y="329917"/>
                  <a:pt x="329917" y="425072"/>
                  <a:pt x="212541" y="425072"/>
                </a:cubicBezTo>
                <a:cubicBezTo>
                  <a:pt x="95155" y="425072"/>
                  <a:pt x="0" y="329917"/>
                  <a:pt x="0" y="212541"/>
                </a:cubicBezTo>
                <a:cubicBezTo>
                  <a:pt x="0" y="95155"/>
                  <a:pt x="95155" y="0"/>
                  <a:pt x="2125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子标题1-[1]【1】"/>
          <p:cNvSpPr/>
          <p:nvPr>
            <p:custDataLst>
              <p:tags r:id="rId8"/>
            </p:custDataLst>
          </p:nvPr>
        </p:nvSpPr>
        <p:spPr>
          <a:xfrm>
            <a:off x="6669310" y="1296253"/>
            <a:ext cx="4323897" cy="280516"/>
          </a:xfrm>
          <a:custGeom>
            <a:avLst/>
            <a:gdLst/>
            <a:ahLst/>
            <a:cxnLst/>
            <a:rect l="l" t="t" r="r" b="b"/>
            <a:pathLst>
              <a:path w="4323897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子内容1-[1]【1】"/>
          <p:cNvSpPr/>
          <p:nvPr>
            <p:custDataLst>
              <p:tags r:id="rId9"/>
            </p:custDataLst>
          </p:nvPr>
        </p:nvSpPr>
        <p:spPr>
          <a:xfrm>
            <a:off x="6669310" y="1581731"/>
            <a:ext cx="5164551" cy="900000"/>
          </a:xfrm>
          <a:custGeom>
            <a:avLst/>
            <a:gdLst/>
            <a:ahLst/>
            <a:cxnLst/>
            <a:rect l="l" t="t" r="r" b="b"/>
            <a:pathLst>
              <a:path w="5164551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p>
            <a:pPr algn="just">
              <a:lnSpc>
                <a:spcPct val="110000"/>
              </a:lnSpc>
            </a:pPr>
            <a:r>
              <a:rPr lang="zh-CN" altLang="en-US" sz="2000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居民在平台消费，获得积分激励。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子标题2-[2]【1】"/>
          <p:cNvSpPr/>
          <p:nvPr>
            <p:custDataLst>
              <p:tags r:id="rId10"/>
            </p:custDataLst>
          </p:nvPr>
        </p:nvSpPr>
        <p:spPr>
          <a:xfrm>
            <a:off x="6669310" y="2524116"/>
            <a:ext cx="4323895" cy="280516"/>
          </a:xfrm>
          <a:custGeom>
            <a:avLst/>
            <a:gdLst/>
            <a:ahLst/>
            <a:cxnLst/>
            <a:rect l="l" t="t" r="r" b="b"/>
            <a:pathLst>
              <a:path w="4323895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子内容2-[2]【1】"/>
          <p:cNvSpPr/>
          <p:nvPr>
            <p:custDataLst>
              <p:tags r:id="rId11"/>
            </p:custDataLst>
          </p:nvPr>
        </p:nvSpPr>
        <p:spPr>
          <a:xfrm>
            <a:off x="6669310" y="2796971"/>
            <a:ext cx="5164546" cy="900000"/>
          </a:xfrm>
          <a:custGeom>
            <a:avLst/>
            <a:gdLst/>
            <a:ahLst/>
            <a:cxnLst/>
            <a:rect l="l" t="t" r="r" b="b"/>
            <a:pathLst>
              <a:path w="5164546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p>
            <a:pPr algn="l">
              <a:lnSpc>
                <a:spcPct val="120000"/>
              </a:lnSpc>
            </a:pPr>
            <a:r>
              <a:rPr lang="zh-CN" altLang="en-US" sz="2000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积分可用于水电煤、物业、健康药品</a:t>
            </a:r>
            <a:endParaRPr lang="zh-CN" altLang="en-US" sz="2000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及商城商品兑换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子标题3-[3]【1】"/>
          <p:cNvSpPr/>
          <p:nvPr>
            <p:custDataLst>
              <p:tags r:id="rId12"/>
            </p:custDataLst>
          </p:nvPr>
        </p:nvSpPr>
        <p:spPr>
          <a:xfrm>
            <a:off x="6669306" y="3739357"/>
            <a:ext cx="4323895" cy="280516"/>
          </a:xfrm>
          <a:custGeom>
            <a:avLst/>
            <a:gdLst/>
            <a:ahLst/>
            <a:cxnLst/>
            <a:rect l="l" t="t" r="r" b="b"/>
            <a:pathLst>
              <a:path w="4323895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子内容3-[3]【1】"/>
          <p:cNvSpPr/>
          <p:nvPr>
            <p:custDataLst>
              <p:tags r:id="rId13"/>
            </p:custDataLst>
          </p:nvPr>
        </p:nvSpPr>
        <p:spPr>
          <a:xfrm>
            <a:off x="6669306" y="4012211"/>
            <a:ext cx="5164546" cy="900000"/>
          </a:xfrm>
          <a:custGeom>
            <a:avLst/>
            <a:gdLst/>
            <a:ahLst/>
            <a:cxnLst/>
            <a:rect l="l" t="t" r="r" b="b"/>
            <a:pathLst>
              <a:path w="5164546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p>
            <a:pPr algn="l">
              <a:lnSpc>
                <a:spcPct val="120000"/>
              </a:lnSpc>
            </a:pPr>
            <a:r>
              <a:rPr lang="zh-CN" altLang="en-US" sz="2000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积分可用于养老储备型激励（合规设计）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子标题4-[4]【1】"/>
          <p:cNvSpPr/>
          <p:nvPr>
            <p:custDataLst>
              <p:tags r:id="rId14"/>
            </p:custDataLst>
          </p:nvPr>
        </p:nvSpPr>
        <p:spPr>
          <a:xfrm>
            <a:off x="6669306" y="4954599"/>
            <a:ext cx="4323895" cy="280516"/>
          </a:xfrm>
          <a:custGeom>
            <a:avLst/>
            <a:gdLst/>
            <a:ahLst/>
            <a:cxnLst/>
            <a:rect l="l" t="t" r="r" b="b"/>
            <a:pathLst>
              <a:path w="4323895" h="280516">
                <a:moveTo>
                  <a:pt x="0" y="0"/>
                </a:moveTo>
                <a:lnTo>
                  <a:pt x="4323892" y="0"/>
                </a:lnTo>
                <a:lnTo>
                  <a:pt x="4323892" y="280511"/>
                </a:lnTo>
                <a:lnTo>
                  <a:pt x="0" y="280511"/>
                </a:lnTo>
                <a:close/>
              </a:path>
            </a:pathLst>
          </a:custGeom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子内容4-[4]【1】"/>
          <p:cNvSpPr/>
          <p:nvPr>
            <p:custDataLst>
              <p:tags r:id="rId15"/>
            </p:custDataLst>
          </p:nvPr>
        </p:nvSpPr>
        <p:spPr>
          <a:xfrm>
            <a:off x="6669405" y="5227320"/>
            <a:ext cx="5003800" cy="899795"/>
          </a:xfrm>
          <a:custGeom>
            <a:avLst/>
            <a:gdLst/>
            <a:ahLst/>
            <a:cxnLst/>
            <a:rect l="l" t="t" r="r" b="b"/>
            <a:pathLst>
              <a:path w="5164546" h="900000">
                <a:moveTo>
                  <a:pt x="0" y="0"/>
                </a:moveTo>
                <a:lnTo>
                  <a:pt x="5164550" y="0"/>
                </a:lnTo>
                <a:lnTo>
                  <a:pt x="5164550" y="899998"/>
                </a:lnTo>
                <a:lnTo>
                  <a:pt x="0" y="89999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p>
            <a:pPr algn="just">
              <a:lnSpc>
                <a:spcPct val="110000"/>
              </a:lnSpc>
            </a:pPr>
            <a:r>
              <a:rPr lang="zh-CN" altLang="en-US" sz="2000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形成“消费—激励—再消费”正向循环，持续提升活跃与复购。</a:t>
            </a:r>
            <a:endParaRPr lang="zh-CN" altLang="en-US" sz="2000" b="0" i="0" u="none" strike="noStrike">
              <a:gradFill>
                <a:gsLst>
                  <a:gs pos="0">
                    <a:srgbClr val="FFDA32"/>
                  </a:gs>
                  <a:gs pos="100000">
                    <a:srgbClr val="EA2768"/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微信图片_20260305144957_3_2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73640" y="0"/>
            <a:ext cx="2118360" cy="782955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平滑1"/>
          <p:cNvSpPr/>
          <p:nvPr>
            <p:custDataLst>
              <p:tags r:id="rId1"/>
            </p:custDataLst>
          </p:nvPr>
        </p:nvSpPr>
        <p:spPr>
          <a:xfrm>
            <a:off x="6392631" y="2892870"/>
            <a:ext cx="3615604" cy="3965130"/>
          </a:xfrm>
          <a:custGeom>
            <a:avLst/>
            <a:gdLst/>
            <a:ahLst/>
            <a:cxnLst/>
            <a:rect l="l" t="t" r="r" b="b"/>
            <a:pathLst>
              <a:path w="3615604" h="3965130">
                <a:moveTo>
                  <a:pt x="0" y="0"/>
                </a:moveTo>
                <a:lnTo>
                  <a:pt x="2525430" y="0"/>
                </a:lnTo>
                <a:cubicBezTo>
                  <a:pt x="3127114" y="0"/>
                  <a:pt x="3615604" y="488491"/>
                  <a:pt x="3615604" y="1090174"/>
                </a:cubicBezTo>
                <a:lnTo>
                  <a:pt x="3615604" y="3965134"/>
                </a:lnTo>
                <a:lnTo>
                  <a:pt x="0" y="3965134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"/>
          <p:cNvSpPr txBox="1"/>
          <p:nvPr>
            <p:custDataLst>
              <p:tags r:id="rId2"/>
            </p:custDataLst>
          </p:nvPr>
        </p:nvSpPr>
        <p:spPr>
          <a:xfrm>
            <a:off x="170815" y="45085"/>
            <a:ext cx="6555105" cy="755015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托举两方：企业增收+政府治理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4" name="内容"/>
          <p:cNvSpPr txBox="1"/>
          <p:nvPr>
            <p:custDataLst>
              <p:tags r:id="rId3"/>
            </p:custDataLst>
          </p:nvPr>
        </p:nvSpPr>
        <p:spPr>
          <a:xfrm>
            <a:off x="6598285" y="852805"/>
            <a:ext cx="5593715" cy="1257935"/>
          </a:xfrm>
          <a:prstGeom prst="rect">
            <a:avLst/>
          </a:prstGeom>
        </p:spPr>
        <p:txBody>
          <a:bodyPr spcFirstLastPara="1" wrap="square" lIns="34284" tIns="22850" rIns="34284" bIns="17137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0" i="0" u="none" strike="noStrike">
                <a:solidFill>
                  <a:schemeClr val="accent4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右侧（企业端）</a:t>
            </a:r>
            <a:endParaRPr lang="zh-CN" altLang="en-US" sz="2400" b="0" i="0" u="none" strike="noStrike">
              <a:solidFill>
                <a:schemeClr val="accent4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楚商会员企业上架产品服务，获得展示、销售、复购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降低获客成本，提升本地订单占比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联合会品牌背书，增强市场信任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7184" r="17184"/>
          <a:stretch>
            <a:fillRect/>
          </a:stretch>
        </p:blipFill>
        <p:spPr>
          <a:xfrm>
            <a:off x="3475340" y="900412"/>
            <a:ext cx="2984008" cy="2984572"/>
          </a:xfrm>
          <a:custGeom>
            <a:avLst/>
            <a:gdLst/>
            <a:ahLst/>
            <a:cxnLst/>
            <a:rect l="l" t="t" r="r" b="b"/>
            <a:pathLst>
              <a:path w="2984008" h="2984572">
                <a:moveTo>
                  <a:pt x="0" y="1492282"/>
                </a:moveTo>
                <a:cubicBezTo>
                  <a:pt x="0" y="668117"/>
                  <a:pt x="667994" y="0"/>
                  <a:pt x="1492006" y="0"/>
                </a:cubicBezTo>
                <a:cubicBezTo>
                  <a:pt x="2316018" y="1"/>
                  <a:pt x="2984011" y="668118"/>
                  <a:pt x="2984011" y="1492282"/>
                </a:cubicBezTo>
                <a:cubicBezTo>
                  <a:pt x="2984013" y="1888061"/>
                  <a:pt x="2826822" y="2267631"/>
                  <a:pt x="2547016" y="2547490"/>
                </a:cubicBezTo>
                <a:cubicBezTo>
                  <a:pt x="2267211" y="2827349"/>
                  <a:pt x="1887712" y="2984573"/>
                  <a:pt x="1492006" y="2984573"/>
                </a:cubicBezTo>
                <a:cubicBezTo>
                  <a:pt x="1096300" y="2984573"/>
                  <a:pt x="716801" y="2827350"/>
                  <a:pt x="436995" y="2547490"/>
                </a:cubicBezTo>
                <a:cubicBezTo>
                  <a:pt x="157190" y="2267632"/>
                  <a:pt x="-2" y="1888061"/>
                  <a:pt x="0" y="1492282"/>
                </a:cubicBezTo>
                <a:close/>
              </a:path>
            </a:pathLst>
          </a:custGeom>
        </p:spPr>
      </p:pic>
      <p:pic>
        <p:nvPicPr>
          <p:cNvPr id="6" name="图片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28435" r="28435"/>
          <a:stretch>
            <a:fillRect/>
          </a:stretch>
        </p:blipFill>
        <p:spPr>
          <a:xfrm>
            <a:off x="5127865" y="3014227"/>
            <a:ext cx="2985135" cy="2985135"/>
          </a:xfrm>
          <a:custGeom>
            <a:avLst/>
            <a:gdLst/>
            <a:ahLst/>
            <a:cxnLst/>
            <a:rect l="l" t="t" r="r" b="b"/>
            <a:pathLst>
              <a:path w="2985135" h="2985135">
                <a:moveTo>
                  <a:pt x="0" y="1492567"/>
                </a:moveTo>
                <a:cubicBezTo>
                  <a:pt x="0" y="668797"/>
                  <a:pt x="668797" y="0"/>
                  <a:pt x="1492567" y="0"/>
                </a:cubicBezTo>
                <a:cubicBezTo>
                  <a:pt x="1888420" y="0"/>
                  <a:pt x="2268061" y="157252"/>
                  <a:pt x="2547972" y="437162"/>
                </a:cubicBezTo>
                <a:cubicBezTo>
                  <a:pt x="2827883" y="717073"/>
                  <a:pt x="2985135" y="1096713"/>
                  <a:pt x="2985135" y="1492567"/>
                </a:cubicBezTo>
                <a:cubicBezTo>
                  <a:pt x="2985135" y="1888421"/>
                  <a:pt x="2827883" y="2268062"/>
                  <a:pt x="2547972" y="2547972"/>
                </a:cubicBezTo>
                <a:cubicBezTo>
                  <a:pt x="2268062" y="2827883"/>
                  <a:pt x="1888421" y="2985135"/>
                  <a:pt x="1492567" y="2985135"/>
                </a:cubicBezTo>
                <a:cubicBezTo>
                  <a:pt x="1096713" y="2985135"/>
                  <a:pt x="717073" y="2827883"/>
                  <a:pt x="437162" y="2547972"/>
                </a:cubicBezTo>
                <a:cubicBezTo>
                  <a:pt x="157252" y="2268061"/>
                  <a:pt x="0" y="1888420"/>
                  <a:pt x="0" y="1492567"/>
                </a:cubicBezTo>
                <a:close/>
              </a:path>
            </a:pathLst>
          </a:custGeom>
          <a:effectLst>
            <a:outerShdw blurRad="88900" dist="88900" dir="13500000" sx="99000" sy="99000" algn="br">
              <a:schemeClr val="accent1">
                <a:alpha val="10000"/>
              </a:schemeClr>
            </a:outerShdw>
          </a:effectLst>
        </p:spPr>
      </p:pic>
      <p:sp>
        <p:nvSpPr>
          <p:cNvPr id="7" name="Oval 13"/>
          <p:cNvSpPr/>
          <p:nvPr>
            <p:custDataLst>
              <p:tags r:id="rId8"/>
            </p:custDataLst>
          </p:nvPr>
        </p:nvSpPr>
        <p:spPr>
          <a:xfrm rot="18900000">
            <a:off x="10844110" y="6114332"/>
            <a:ext cx="202620" cy="202620"/>
          </a:xfrm>
          <a:custGeom>
            <a:avLst/>
            <a:gdLst/>
            <a:ahLst/>
            <a:cxnLst/>
            <a:rect l="l" t="t" r="r" b="b"/>
            <a:pathLst>
              <a:path w="202620" h="202620">
                <a:moveTo>
                  <a:pt x="0" y="101308"/>
                </a:moveTo>
                <a:cubicBezTo>
                  <a:pt x="0" y="45395"/>
                  <a:pt x="45395" y="0"/>
                  <a:pt x="101308" y="0"/>
                </a:cubicBezTo>
                <a:cubicBezTo>
                  <a:pt x="157221" y="0"/>
                  <a:pt x="202616" y="45395"/>
                  <a:pt x="202616" y="101308"/>
                </a:cubicBezTo>
                <a:cubicBezTo>
                  <a:pt x="202616" y="157221"/>
                  <a:pt x="157221" y="202616"/>
                  <a:pt x="101308" y="202616"/>
                </a:cubicBezTo>
                <a:cubicBezTo>
                  <a:pt x="45395" y="202616"/>
                  <a:pt x="0" y="157221"/>
                  <a:pt x="0" y="10130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14"/>
          <p:cNvSpPr/>
          <p:nvPr>
            <p:custDataLst>
              <p:tags r:id="rId9"/>
            </p:custDataLst>
          </p:nvPr>
        </p:nvSpPr>
        <p:spPr>
          <a:xfrm rot="18900000">
            <a:off x="11079202" y="6114332"/>
            <a:ext cx="202620" cy="202620"/>
          </a:xfrm>
          <a:custGeom>
            <a:avLst/>
            <a:gdLst/>
            <a:ahLst/>
            <a:cxnLst/>
            <a:rect l="l" t="t" r="r" b="b"/>
            <a:pathLst>
              <a:path w="202620" h="202620">
                <a:moveTo>
                  <a:pt x="0" y="101308"/>
                </a:moveTo>
                <a:cubicBezTo>
                  <a:pt x="0" y="45395"/>
                  <a:pt x="45395" y="0"/>
                  <a:pt x="101308" y="0"/>
                </a:cubicBezTo>
                <a:cubicBezTo>
                  <a:pt x="157221" y="0"/>
                  <a:pt x="202616" y="45395"/>
                  <a:pt x="202616" y="101308"/>
                </a:cubicBezTo>
                <a:cubicBezTo>
                  <a:pt x="202616" y="157221"/>
                  <a:pt x="157221" y="202616"/>
                  <a:pt x="101308" y="202616"/>
                </a:cubicBezTo>
                <a:cubicBezTo>
                  <a:pt x="45395" y="202616"/>
                  <a:pt x="0" y="157221"/>
                  <a:pt x="0" y="10130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Oval 15"/>
          <p:cNvSpPr/>
          <p:nvPr>
            <p:custDataLst>
              <p:tags r:id="rId10"/>
            </p:custDataLst>
          </p:nvPr>
        </p:nvSpPr>
        <p:spPr>
          <a:xfrm rot="18900000">
            <a:off x="11314294" y="6114332"/>
            <a:ext cx="202620" cy="202620"/>
          </a:xfrm>
          <a:custGeom>
            <a:avLst/>
            <a:gdLst/>
            <a:ahLst/>
            <a:cxnLst/>
            <a:rect l="l" t="t" r="r" b="b"/>
            <a:pathLst>
              <a:path w="202620" h="202620">
                <a:moveTo>
                  <a:pt x="0" y="101308"/>
                </a:moveTo>
                <a:cubicBezTo>
                  <a:pt x="0" y="45395"/>
                  <a:pt x="45395" y="0"/>
                  <a:pt x="101308" y="0"/>
                </a:cubicBezTo>
                <a:cubicBezTo>
                  <a:pt x="157221" y="0"/>
                  <a:pt x="202616" y="45395"/>
                  <a:pt x="202616" y="101308"/>
                </a:cubicBezTo>
                <a:cubicBezTo>
                  <a:pt x="202616" y="157221"/>
                  <a:pt x="157221" y="202616"/>
                  <a:pt x="101308" y="202616"/>
                </a:cubicBezTo>
                <a:cubicBezTo>
                  <a:pt x="45395" y="202616"/>
                  <a:pt x="0" y="157221"/>
                  <a:pt x="0" y="10130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16"/>
          <p:cNvSpPr/>
          <p:nvPr>
            <p:custDataLst>
              <p:tags r:id="rId11"/>
            </p:custDataLst>
          </p:nvPr>
        </p:nvSpPr>
        <p:spPr>
          <a:xfrm rot="18900000">
            <a:off x="11549387" y="6114332"/>
            <a:ext cx="202620" cy="202620"/>
          </a:xfrm>
          <a:custGeom>
            <a:avLst/>
            <a:gdLst/>
            <a:ahLst/>
            <a:cxnLst/>
            <a:rect l="l" t="t" r="r" b="b"/>
            <a:pathLst>
              <a:path w="202620" h="202620">
                <a:moveTo>
                  <a:pt x="0" y="101308"/>
                </a:moveTo>
                <a:cubicBezTo>
                  <a:pt x="0" y="45395"/>
                  <a:pt x="45395" y="0"/>
                  <a:pt x="101308" y="0"/>
                </a:cubicBezTo>
                <a:cubicBezTo>
                  <a:pt x="157221" y="0"/>
                  <a:pt x="202616" y="45395"/>
                  <a:pt x="202616" y="101308"/>
                </a:cubicBezTo>
                <a:cubicBezTo>
                  <a:pt x="202616" y="157221"/>
                  <a:pt x="157221" y="202616"/>
                  <a:pt x="101308" y="202616"/>
                </a:cubicBezTo>
                <a:cubicBezTo>
                  <a:pt x="45395" y="202616"/>
                  <a:pt x="0" y="157221"/>
                  <a:pt x="0" y="10130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70815" y="3841750"/>
            <a:ext cx="505904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>
                <a:solidFill>
                  <a:schemeClr val="accent4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左侧（政府端）</a:t>
            </a:r>
            <a:endParaRPr lang="zh-CN" altLang="en-US" sz="2400" b="0" i="0" u="none" strike="noStrike">
              <a:solidFill>
                <a:schemeClr val="accent4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民生纾困从“被动补贴”升级为“持续激励”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提升消费留存，带动本地GDP与税收增长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提供可量化、可追踪的治理数据支撑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zh-CN" altLang="en-US"/>
          </a:p>
        </p:txBody>
      </p:sp>
      <p:pic>
        <p:nvPicPr>
          <p:cNvPr id="13" name="图片 12" descr="微信图片_20260305144957_3_2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0610" y="0"/>
            <a:ext cx="2231390" cy="82486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>
            <p:custDataLst>
              <p:tags r:id="rId1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政府—联合会—企业—平台四方协同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3" name="Freeform 10"/>
          <p:cNvSpPr/>
          <p:nvPr>
            <p:custDataLst>
              <p:tags r:id="rId2"/>
            </p:custDataLst>
          </p:nvPr>
        </p:nvSpPr>
        <p:spPr>
          <a:xfrm>
            <a:off x="10112527" y="3364565"/>
            <a:ext cx="1107313" cy="1007728"/>
          </a:xfrm>
          <a:custGeom>
            <a:avLst/>
            <a:gdLst/>
            <a:ahLst/>
            <a:cxnLst/>
            <a:rect l="l" t="t" r="r" b="b"/>
            <a:pathLst>
              <a:path w="1107313" h="1007728">
                <a:moveTo>
                  <a:pt x="1107310" y="810406"/>
                </a:moveTo>
                <a:cubicBezTo>
                  <a:pt x="1107310" y="0"/>
                  <a:pt x="1107310" y="0"/>
                  <a:pt x="11073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10406"/>
                  <a:pt x="0" y="810406"/>
                  <a:pt x="0" y="810406"/>
                </a:cubicBezTo>
                <a:cubicBezTo>
                  <a:pt x="0" y="919639"/>
                  <a:pt x="87878" y="1007726"/>
                  <a:pt x="196853" y="1007726"/>
                </a:cubicBezTo>
                <a:cubicBezTo>
                  <a:pt x="910457" y="1007726"/>
                  <a:pt x="910457" y="1007726"/>
                  <a:pt x="910457" y="1007726"/>
                </a:cubicBezTo>
                <a:cubicBezTo>
                  <a:pt x="1019432" y="1007726"/>
                  <a:pt x="1107310" y="919639"/>
                  <a:pt x="1107310" y="810406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11"/>
          <p:cNvSpPr/>
          <p:nvPr>
            <p:custDataLst>
              <p:tags r:id="rId3"/>
            </p:custDataLst>
          </p:nvPr>
        </p:nvSpPr>
        <p:spPr>
          <a:xfrm>
            <a:off x="10112527" y="3364565"/>
            <a:ext cx="1107313" cy="164982"/>
          </a:xfrm>
          <a:custGeom>
            <a:avLst/>
            <a:gdLst/>
            <a:ahLst/>
            <a:cxnLst/>
            <a:rect l="l" t="t" r="r" b="b"/>
            <a:pathLst>
              <a:path w="1107313" h="164982">
                <a:moveTo>
                  <a:pt x="0" y="0"/>
                </a:moveTo>
                <a:lnTo>
                  <a:pt x="1107310" y="0"/>
                </a:lnTo>
                <a:lnTo>
                  <a:pt x="1107310" y="164983"/>
                </a:lnTo>
                <a:lnTo>
                  <a:pt x="0" y="164983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12"/>
          <p:cNvSpPr/>
          <p:nvPr>
            <p:custDataLst>
              <p:tags r:id="rId4"/>
            </p:custDataLst>
          </p:nvPr>
        </p:nvSpPr>
        <p:spPr>
          <a:xfrm>
            <a:off x="10586664" y="2468311"/>
            <a:ext cx="162010" cy="162009"/>
          </a:xfrm>
          <a:custGeom>
            <a:avLst/>
            <a:gdLst/>
            <a:ahLst/>
            <a:cxnLst/>
            <a:rect l="l" t="t" r="r" b="b"/>
            <a:pathLst>
              <a:path w="162010" h="162009">
                <a:moveTo>
                  <a:pt x="81001" y="162011"/>
                </a:moveTo>
                <a:cubicBezTo>
                  <a:pt x="81001" y="162011"/>
                  <a:pt x="81001" y="162011"/>
                  <a:pt x="81001" y="162011"/>
                </a:cubicBezTo>
                <a:cubicBezTo>
                  <a:pt x="35223" y="162011"/>
                  <a:pt x="0" y="126787"/>
                  <a:pt x="0" y="81001"/>
                </a:cubicBezTo>
                <a:cubicBezTo>
                  <a:pt x="0" y="81001"/>
                  <a:pt x="0" y="81001"/>
                  <a:pt x="0" y="81001"/>
                </a:cubicBezTo>
                <a:cubicBezTo>
                  <a:pt x="0" y="35223"/>
                  <a:pt x="35223" y="0"/>
                  <a:pt x="81001" y="0"/>
                </a:cubicBezTo>
                <a:cubicBezTo>
                  <a:pt x="81001" y="0"/>
                  <a:pt x="81001" y="0"/>
                  <a:pt x="81001" y="0"/>
                </a:cubicBezTo>
                <a:cubicBezTo>
                  <a:pt x="123273" y="0"/>
                  <a:pt x="162011" y="35223"/>
                  <a:pt x="162011" y="81001"/>
                </a:cubicBezTo>
                <a:cubicBezTo>
                  <a:pt x="162011" y="81001"/>
                  <a:pt x="162011" y="81001"/>
                  <a:pt x="162011" y="81001"/>
                </a:cubicBezTo>
                <a:cubicBezTo>
                  <a:pt x="162011" y="126787"/>
                  <a:pt x="123273" y="162011"/>
                  <a:pt x="81001" y="162011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13"/>
          <p:cNvSpPr/>
          <p:nvPr>
            <p:custDataLst>
              <p:tags r:id="rId5"/>
            </p:custDataLst>
          </p:nvPr>
        </p:nvSpPr>
        <p:spPr>
          <a:xfrm>
            <a:off x="10475190" y="2362782"/>
            <a:ext cx="379013" cy="1099880"/>
          </a:xfrm>
          <a:custGeom>
            <a:avLst/>
            <a:gdLst/>
            <a:ahLst/>
            <a:cxnLst/>
            <a:rect l="l" t="t" r="r" b="b"/>
            <a:pathLst>
              <a:path w="379013" h="1099880">
                <a:moveTo>
                  <a:pt x="157924" y="1099880"/>
                </a:moveTo>
                <a:cubicBezTo>
                  <a:pt x="157924" y="518217"/>
                  <a:pt x="157924" y="518217"/>
                  <a:pt x="157924" y="518217"/>
                </a:cubicBezTo>
                <a:cubicBezTo>
                  <a:pt x="157924" y="447704"/>
                  <a:pt x="126340" y="380724"/>
                  <a:pt x="70190" y="331375"/>
                </a:cubicBezTo>
                <a:cubicBezTo>
                  <a:pt x="24565" y="292598"/>
                  <a:pt x="0" y="232667"/>
                  <a:pt x="3505" y="172736"/>
                </a:cubicBezTo>
                <a:cubicBezTo>
                  <a:pt x="10525" y="81077"/>
                  <a:pt x="80715" y="10573"/>
                  <a:pt x="171964" y="0"/>
                </a:cubicBezTo>
                <a:cubicBezTo>
                  <a:pt x="178975" y="0"/>
                  <a:pt x="185995" y="0"/>
                  <a:pt x="193015" y="0"/>
                </a:cubicBezTo>
                <a:cubicBezTo>
                  <a:pt x="294789" y="0"/>
                  <a:pt x="379009" y="84611"/>
                  <a:pt x="379009" y="186842"/>
                </a:cubicBezTo>
                <a:cubicBezTo>
                  <a:pt x="379009" y="243240"/>
                  <a:pt x="354444" y="296123"/>
                  <a:pt x="312334" y="334899"/>
                </a:cubicBezTo>
                <a:cubicBezTo>
                  <a:pt x="256184" y="377200"/>
                  <a:pt x="224600" y="444179"/>
                  <a:pt x="224600" y="518217"/>
                </a:cubicBezTo>
                <a:cubicBezTo>
                  <a:pt x="224600" y="1099880"/>
                  <a:pt x="224600" y="1099880"/>
                  <a:pt x="224600" y="1099880"/>
                </a:cubicBezTo>
                <a:lnTo>
                  <a:pt x="157924" y="1099880"/>
                </a:lnTo>
                <a:close/>
                <a:moveTo>
                  <a:pt x="193015" y="66980"/>
                </a:moveTo>
                <a:cubicBezTo>
                  <a:pt x="126340" y="66980"/>
                  <a:pt x="70190" y="119863"/>
                  <a:pt x="70190" y="186842"/>
                </a:cubicBezTo>
                <a:cubicBezTo>
                  <a:pt x="70190" y="253822"/>
                  <a:pt x="126340" y="310220"/>
                  <a:pt x="193015" y="310220"/>
                </a:cubicBezTo>
                <a:cubicBezTo>
                  <a:pt x="259690" y="310220"/>
                  <a:pt x="312334" y="253822"/>
                  <a:pt x="312334" y="186842"/>
                </a:cubicBezTo>
                <a:cubicBezTo>
                  <a:pt x="312334" y="119863"/>
                  <a:pt x="259690" y="66980"/>
                  <a:pt x="193015" y="66980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14"/>
          <p:cNvSpPr/>
          <p:nvPr>
            <p:custDataLst>
              <p:tags r:id="rId6"/>
            </p:custDataLst>
          </p:nvPr>
        </p:nvSpPr>
        <p:spPr>
          <a:xfrm>
            <a:off x="10611932" y="3385373"/>
            <a:ext cx="112960" cy="112960"/>
          </a:xfrm>
          <a:custGeom>
            <a:avLst/>
            <a:gdLst/>
            <a:ahLst/>
            <a:cxnLst/>
            <a:rect l="l" t="t" r="r" b="b"/>
            <a:pathLst>
              <a:path w="112960" h="112960">
                <a:moveTo>
                  <a:pt x="56483" y="112957"/>
                </a:moveTo>
                <a:cubicBezTo>
                  <a:pt x="56483" y="112957"/>
                  <a:pt x="56483" y="112957"/>
                  <a:pt x="56483" y="112957"/>
                </a:cubicBezTo>
                <a:cubicBezTo>
                  <a:pt x="24708" y="112957"/>
                  <a:pt x="0" y="88249"/>
                  <a:pt x="0" y="56483"/>
                </a:cubicBezTo>
                <a:cubicBezTo>
                  <a:pt x="0" y="56483"/>
                  <a:pt x="0" y="56483"/>
                  <a:pt x="0" y="56483"/>
                </a:cubicBezTo>
                <a:cubicBezTo>
                  <a:pt x="0" y="28242"/>
                  <a:pt x="24708" y="0"/>
                  <a:pt x="56483" y="0"/>
                </a:cubicBezTo>
                <a:cubicBezTo>
                  <a:pt x="56483" y="0"/>
                  <a:pt x="56483" y="0"/>
                  <a:pt x="56483" y="0"/>
                </a:cubicBezTo>
                <a:cubicBezTo>
                  <a:pt x="88249" y="0"/>
                  <a:pt x="112957" y="28242"/>
                  <a:pt x="112957" y="56483"/>
                </a:cubicBezTo>
                <a:cubicBezTo>
                  <a:pt x="112957" y="56483"/>
                  <a:pt x="112957" y="56483"/>
                  <a:pt x="112957" y="56483"/>
                </a:cubicBezTo>
                <a:cubicBezTo>
                  <a:pt x="112957" y="88249"/>
                  <a:pt x="88249" y="112957"/>
                  <a:pt x="56483" y="11295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15"/>
          <p:cNvSpPr/>
          <p:nvPr>
            <p:custDataLst>
              <p:tags r:id="rId7"/>
            </p:custDataLst>
          </p:nvPr>
        </p:nvSpPr>
        <p:spPr>
          <a:xfrm>
            <a:off x="10640172" y="3413614"/>
            <a:ext cx="56480" cy="59452"/>
          </a:xfrm>
          <a:custGeom>
            <a:avLst/>
            <a:gdLst/>
            <a:ahLst/>
            <a:cxnLst/>
            <a:rect l="l" t="t" r="r" b="b"/>
            <a:pathLst>
              <a:path w="56480" h="59452">
                <a:moveTo>
                  <a:pt x="28242" y="59455"/>
                </a:moveTo>
                <a:cubicBezTo>
                  <a:pt x="28242" y="59455"/>
                  <a:pt x="28242" y="59455"/>
                  <a:pt x="28242" y="59455"/>
                </a:cubicBezTo>
                <a:cubicBezTo>
                  <a:pt x="10592" y="59455"/>
                  <a:pt x="0" y="45463"/>
                  <a:pt x="0" y="27975"/>
                </a:cubicBezTo>
                <a:cubicBezTo>
                  <a:pt x="0" y="27975"/>
                  <a:pt x="0" y="27975"/>
                  <a:pt x="0" y="27975"/>
                </a:cubicBezTo>
                <a:cubicBezTo>
                  <a:pt x="0" y="13992"/>
                  <a:pt x="10592" y="0"/>
                  <a:pt x="28242" y="0"/>
                </a:cubicBezTo>
                <a:cubicBezTo>
                  <a:pt x="28242" y="0"/>
                  <a:pt x="28242" y="0"/>
                  <a:pt x="28242" y="0"/>
                </a:cubicBezTo>
                <a:cubicBezTo>
                  <a:pt x="42358" y="0"/>
                  <a:pt x="56483" y="13992"/>
                  <a:pt x="56483" y="27975"/>
                </a:cubicBezTo>
                <a:cubicBezTo>
                  <a:pt x="56483" y="27975"/>
                  <a:pt x="56483" y="27975"/>
                  <a:pt x="56483" y="27975"/>
                </a:cubicBezTo>
                <a:cubicBezTo>
                  <a:pt x="56483" y="45463"/>
                  <a:pt x="42358" y="59455"/>
                  <a:pt x="28242" y="5945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序号5-[5]【1】"/>
          <p:cNvSpPr txBox="1"/>
          <p:nvPr>
            <p:custDataLst>
              <p:tags r:id="rId8"/>
            </p:custDataLst>
          </p:nvPr>
        </p:nvSpPr>
        <p:spPr>
          <a:xfrm>
            <a:off x="10256231" y="1676929"/>
            <a:ext cx="828824" cy="58745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lang="zh-CN" altLang="en-US" sz="4600" b="1" i="0" u="none" strike="noStrike">
                <a:solidFill>
                  <a:schemeClr val="accent5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altLang="en-US" sz="4600" b="1" i="0" u="none" strike="noStrike">
              <a:solidFill>
                <a:schemeClr val="accent5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子内容5-[5]【1】"/>
          <p:cNvSpPr txBox="1"/>
          <p:nvPr>
            <p:custDataLst>
              <p:tags r:id="rId9"/>
            </p:custDataLst>
          </p:nvPr>
        </p:nvSpPr>
        <p:spPr>
          <a:xfrm>
            <a:off x="9607574" y="4700327"/>
            <a:ext cx="2233906" cy="1642234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居民用户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消费参与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民生兑换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健康管理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Freeform 10"/>
          <p:cNvSpPr/>
          <p:nvPr>
            <p:custDataLst>
              <p:tags r:id="rId10"/>
            </p:custDataLst>
          </p:nvPr>
        </p:nvSpPr>
        <p:spPr>
          <a:xfrm>
            <a:off x="986630" y="3364565"/>
            <a:ext cx="1107313" cy="1007728"/>
          </a:xfrm>
          <a:custGeom>
            <a:avLst/>
            <a:gdLst/>
            <a:ahLst/>
            <a:cxnLst/>
            <a:rect l="l" t="t" r="r" b="b"/>
            <a:pathLst>
              <a:path w="1107313" h="1007728">
                <a:moveTo>
                  <a:pt x="1107310" y="810406"/>
                </a:moveTo>
                <a:cubicBezTo>
                  <a:pt x="1107310" y="0"/>
                  <a:pt x="1107310" y="0"/>
                  <a:pt x="11073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10406"/>
                  <a:pt x="0" y="810406"/>
                  <a:pt x="0" y="810406"/>
                </a:cubicBezTo>
                <a:cubicBezTo>
                  <a:pt x="0" y="919639"/>
                  <a:pt x="87878" y="1007726"/>
                  <a:pt x="196853" y="1007726"/>
                </a:cubicBezTo>
                <a:cubicBezTo>
                  <a:pt x="910457" y="1007726"/>
                  <a:pt x="910457" y="1007726"/>
                  <a:pt x="910457" y="1007726"/>
                </a:cubicBezTo>
                <a:cubicBezTo>
                  <a:pt x="1019432" y="1007726"/>
                  <a:pt x="1107310" y="919639"/>
                  <a:pt x="1107310" y="81040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/>
          <p:cNvSpPr/>
          <p:nvPr>
            <p:custDataLst>
              <p:tags r:id="rId11"/>
            </p:custDataLst>
          </p:nvPr>
        </p:nvSpPr>
        <p:spPr>
          <a:xfrm>
            <a:off x="986630" y="3364565"/>
            <a:ext cx="1107313" cy="164982"/>
          </a:xfrm>
          <a:custGeom>
            <a:avLst/>
            <a:gdLst/>
            <a:ahLst/>
            <a:cxnLst/>
            <a:rect l="l" t="t" r="r" b="b"/>
            <a:pathLst>
              <a:path w="1107313" h="164982">
                <a:moveTo>
                  <a:pt x="0" y="0"/>
                </a:moveTo>
                <a:lnTo>
                  <a:pt x="1107310" y="0"/>
                </a:lnTo>
                <a:lnTo>
                  <a:pt x="1107310" y="164983"/>
                </a:lnTo>
                <a:lnTo>
                  <a:pt x="0" y="16498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12"/>
          <p:cNvSpPr/>
          <p:nvPr>
            <p:custDataLst>
              <p:tags r:id="rId12"/>
            </p:custDataLst>
          </p:nvPr>
        </p:nvSpPr>
        <p:spPr>
          <a:xfrm>
            <a:off x="1460767" y="2468311"/>
            <a:ext cx="162010" cy="162009"/>
          </a:xfrm>
          <a:custGeom>
            <a:avLst/>
            <a:gdLst/>
            <a:ahLst/>
            <a:cxnLst/>
            <a:rect l="l" t="t" r="r" b="b"/>
            <a:pathLst>
              <a:path w="162010" h="162009">
                <a:moveTo>
                  <a:pt x="81001" y="162011"/>
                </a:moveTo>
                <a:cubicBezTo>
                  <a:pt x="81001" y="162011"/>
                  <a:pt x="81001" y="162011"/>
                  <a:pt x="81001" y="162011"/>
                </a:cubicBezTo>
                <a:cubicBezTo>
                  <a:pt x="35223" y="162011"/>
                  <a:pt x="0" y="126787"/>
                  <a:pt x="0" y="81001"/>
                </a:cubicBezTo>
                <a:cubicBezTo>
                  <a:pt x="0" y="81001"/>
                  <a:pt x="0" y="81001"/>
                  <a:pt x="0" y="81001"/>
                </a:cubicBezTo>
                <a:cubicBezTo>
                  <a:pt x="0" y="35223"/>
                  <a:pt x="35223" y="0"/>
                  <a:pt x="81001" y="0"/>
                </a:cubicBezTo>
                <a:cubicBezTo>
                  <a:pt x="81001" y="0"/>
                  <a:pt x="81001" y="0"/>
                  <a:pt x="81001" y="0"/>
                </a:cubicBezTo>
                <a:cubicBezTo>
                  <a:pt x="123273" y="0"/>
                  <a:pt x="162011" y="35223"/>
                  <a:pt x="162011" y="81001"/>
                </a:cubicBezTo>
                <a:cubicBezTo>
                  <a:pt x="162011" y="81001"/>
                  <a:pt x="162011" y="81001"/>
                  <a:pt x="162011" y="81001"/>
                </a:cubicBezTo>
                <a:cubicBezTo>
                  <a:pt x="162011" y="126787"/>
                  <a:pt x="123273" y="162011"/>
                  <a:pt x="81001" y="16201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13"/>
          <p:cNvSpPr/>
          <p:nvPr>
            <p:custDataLst>
              <p:tags r:id="rId13"/>
            </p:custDataLst>
          </p:nvPr>
        </p:nvSpPr>
        <p:spPr>
          <a:xfrm>
            <a:off x="1349293" y="2362782"/>
            <a:ext cx="379013" cy="1099880"/>
          </a:xfrm>
          <a:custGeom>
            <a:avLst/>
            <a:gdLst/>
            <a:ahLst/>
            <a:cxnLst/>
            <a:rect l="l" t="t" r="r" b="b"/>
            <a:pathLst>
              <a:path w="379013" h="1099880">
                <a:moveTo>
                  <a:pt x="157924" y="1099880"/>
                </a:moveTo>
                <a:cubicBezTo>
                  <a:pt x="157924" y="518217"/>
                  <a:pt x="157924" y="518217"/>
                  <a:pt x="157924" y="518217"/>
                </a:cubicBezTo>
                <a:cubicBezTo>
                  <a:pt x="157924" y="447704"/>
                  <a:pt x="126340" y="380724"/>
                  <a:pt x="70190" y="331375"/>
                </a:cubicBezTo>
                <a:cubicBezTo>
                  <a:pt x="24565" y="292598"/>
                  <a:pt x="0" y="232667"/>
                  <a:pt x="3505" y="172736"/>
                </a:cubicBezTo>
                <a:cubicBezTo>
                  <a:pt x="10525" y="81077"/>
                  <a:pt x="80715" y="10573"/>
                  <a:pt x="171964" y="0"/>
                </a:cubicBezTo>
                <a:cubicBezTo>
                  <a:pt x="178975" y="0"/>
                  <a:pt x="185995" y="0"/>
                  <a:pt x="193015" y="0"/>
                </a:cubicBezTo>
                <a:cubicBezTo>
                  <a:pt x="294789" y="0"/>
                  <a:pt x="379009" y="84611"/>
                  <a:pt x="379009" y="186842"/>
                </a:cubicBezTo>
                <a:cubicBezTo>
                  <a:pt x="379009" y="243240"/>
                  <a:pt x="354444" y="296123"/>
                  <a:pt x="312334" y="334899"/>
                </a:cubicBezTo>
                <a:cubicBezTo>
                  <a:pt x="256184" y="377200"/>
                  <a:pt x="224600" y="444179"/>
                  <a:pt x="224600" y="518217"/>
                </a:cubicBezTo>
                <a:cubicBezTo>
                  <a:pt x="224600" y="1099880"/>
                  <a:pt x="224600" y="1099880"/>
                  <a:pt x="224600" y="1099880"/>
                </a:cubicBezTo>
                <a:lnTo>
                  <a:pt x="157924" y="1099880"/>
                </a:lnTo>
                <a:close/>
                <a:moveTo>
                  <a:pt x="193015" y="66980"/>
                </a:moveTo>
                <a:cubicBezTo>
                  <a:pt x="126340" y="66980"/>
                  <a:pt x="70190" y="119863"/>
                  <a:pt x="70190" y="186842"/>
                </a:cubicBezTo>
                <a:cubicBezTo>
                  <a:pt x="70190" y="253822"/>
                  <a:pt x="126340" y="310220"/>
                  <a:pt x="193015" y="310220"/>
                </a:cubicBezTo>
                <a:cubicBezTo>
                  <a:pt x="259690" y="310220"/>
                  <a:pt x="312334" y="253822"/>
                  <a:pt x="312334" y="186842"/>
                </a:cubicBezTo>
                <a:cubicBezTo>
                  <a:pt x="312334" y="119863"/>
                  <a:pt x="259690" y="66980"/>
                  <a:pt x="193015" y="66980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14"/>
          <p:cNvSpPr/>
          <p:nvPr>
            <p:custDataLst>
              <p:tags r:id="rId14"/>
            </p:custDataLst>
          </p:nvPr>
        </p:nvSpPr>
        <p:spPr>
          <a:xfrm>
            <a:off x="1486035" y="3385373"/>
            <a:ext cx="112960" cy="112960"/>
          </a:xfrm>
          <a:custGeom>
            <a:avLst/>
            <a:gdLst/>
            <a:ahLst/>
            <a:cxnLst/>
            <a:rect l="l" t="t" r="r" b="b"/>
            <a:pathLst>
              <a:path w="112960" h="112960">
                <a:moveTo>
                  <a:pt x="56483" y="112957"/>
                </a:moveTo>
                <a:cubicBezTo>
                  <a:pt x="56483" y="112957"/>
                  <a:pt x="56483" y="112957"/>
                  <a:pt x="56483" y="112957"/>
                </a:cubicBezTo>
                <a:cubicBezTo>
                  <a:pt x="24708" y="112957"/>
                  <a:pt x="0" y="88249"/>
                  <a:pt x="0" y="56483"/>
                </a:cubicBezTo>
                <a:cubicBezTo>
                  <a:pt x="0" y="56483"/>
                  <a:pt x="0" y="56483"/>
                  <a:pt x="0" y="56483"/>
                </a:cubicBezTo>
                <a:cubicBezTo>
                  <a:pt x="0" y="28242"/>
                  <a:pt x="24708" y="0"/>
                  <a:pt x="56483" y="0"/>
                </a:cubicBezTo>
                <a:cubicBezTo>
                  <a:pt x="56483" y="0"/>
                  <a:pt x="56483" y="0"/>
                  <a:pt x="56483" y="0"/>
                </a:cubicBezTo>
                <a:cubicBezTo>
                  <a:pt x="88249" y="0"/>
                  <a:pt x="112957" y="28242"/>
                  <a:pt x="112957" y="56483"/>
                </a:cubicBezTo>
                <a:cubicBezTo>
                  <a:pt x="112957" y="56483"/>
                  <a:pt x="112957" y="56483"/>
                  <a:pt x="112957" y="56483"/>
                </a:cubicBezTo>
                <a:cubicBezTo>
                  <a:pt x="112957" y="88249"/>
                  <a:pt x="88249" y="112957"/>
                  <a:pt x="56483" y="112957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15"/>
          <p:cNvSpPr/>
          <p:nvPr>
            <p:custDataLst>
              <p:tags r:id="rId15"/>
            </p:custDataLst>
          </p:nvPr>
        </p:nvSpPr>
        <p:spPr>
          <a:xfrm>
            <a:off x="1514275" y="3413614"/>
            <a:ext cx="56480" cy="59452"/>
          </a:xfrm>
          <a:custGeom>
            <a:avLst/>
            <a:gdLst/>
            <a:ahLst/>
            <a:cxnLst/>
            <a:rect l="l" t="t" r="r" b="b"/>
            <a:pathLst>
              <a:path w="56480" h="59452">
                <a:moveTo>
                  <a:pt x="28242" y="59455"/>
                </a:moveTo>
                <a:cubicBezTo>
                  <a:pt x="28242" y="59455"/>
                  <a:pt x="28242" y="59455"/>
                  <a:pt x="28242" y="59455"/>
                </a:cubicBezTo>
                <a:cubicBezTo>
                  <a:pt x="10592" y="59455"/>
                  <a:pt x="0" y="45463"/>
                  <a:pt x="0" y="27975"/>
                </a:cubicBezTo>
                <a:cubicBezTo>
                  <a:pt x="0" y="27975"/>
                  <a:pt x="0" y="27975"/>
                  <a:pt x="0" y="27975"/>
                </a:cubicBezTo>
                <a:cubicBezTo>
                  <a:pt x="0" y="13992"/>
                  <a:pt x="10592" y="0"/>
                  <a:pt x="28242" y="0"/>
                </a:cubicBezTo>
                <a:cubicBezTo>
                  <a:pt x="28242" y="0"/>
                  <a:pt x="28242" y="0"/>
                  <a:pt x="28242" y="0"/>
                </a:cubicBezTo>
                <a:cubicBezTo>
                  <a:pt x="42358" y="0"/>
                  <a:pt x="56483" y="13992"/>
                  <a:pt x="56483" y="27975"/>
                </a:cubicBezTo>
                <a:cubicBezTo>
                  <a:pt x="56483" y="27975"/>
                  <a:pt x="56483" y="27975"/>
                  <a:pt x="56483" y="27975"/>
                </a:cubicBezTo>
                <a:cubicBezTo>
                  <a:pt x="56483" y="45463"/>
                  <a:pt x="42358" y="59455"/>
                  <a:pt x="28242" y="5945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10"/>
          <p:cNvSpPr/>
          <p:nvPr>
            <p:custDataLst>
              <p:tags r:id="rId16"/>
            </p:custDataLst>
          </p:nvPr>
        </p:nvSpPr>
        <p:spPr>
          <a:xfrm>
            <a:off x="3280774" y="3364565"/>
            <a:ext cx="1107313" cy="1007728"/>
          </a:xfrm>
          <a:custGeom>
            <a:avLst/>
            <a:gdLst/>
            <a:ahLst/>
            <a:cxnLst/>
            <a:rect l="l" t="t" r="r" b="b"/>
            <a:pathLst>
              <a:path w="1107313" h="1007728">
                <a:moveTo>
                  <a:pt x="1107310" y="810406"/>
                </a:moveTo>
                <a:cubicBezTo>
                  <a:pt x="1107310" y="0"/>
                  <a:pt x="1107310" y="0"/>
                  <a:pt x="11073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10406"/>
                  <a:pt x="0" y="810406"/>
                  <a:pt x="0" y="810406"/>
                </a:cubicBezTo>
                <a:cubicBezTo>
                  <a:pt x="0" y="919639"/>
                  <a:pt x="87878" y="1007726"/>
                  <a:pt x="196853" y="1007726"/>
                </a:cubicBezTo>
                <a:cubicBezTo>
                  <a:pt x="910457" y="1007726"/>
                  <a:pt x="910457" y="1007726"/>
                  <a:pt x="910457" y="1007726"/>
                </a:cubicBezTo>
                <a:cubicBezTo>
                  <a:pt x="1019432" y="1007726"/>
                  <a:pt x="1107310" y="919639"/>
                  <a:pt x="1107310" y="81040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1"/>
          <p:cNvSpPr/>
          <p:nvPr>
            <p:custDataLst>
              <p:tags r:id="rId17"/>
            </p:custDataLst>
          </p:nvPr>
        </p:nvSpPr>
        <p:spPr>
          <a:xfrm>
            <a:off x="3280774" y="3364565"/>
            <a:ext cx="1107313" cy="164982"/>
          </a:xfrm>
          <a:custGeom>
            <a:avLst/>
            <a:gdLst/>
            <a:ahLst/>
            <a:cxnLst/>
            <a:rect l="l" t="t" r="r" b="b"/>
            <a:pathLst>
              <a:path w="1107313" h="164982">
                <a:moveTo>
                  <a:pt x="0" y="0"/>
                </a:moveTo>
                <a:lnTo>
                  <a:pt x="1107310" y="0"/>
                </a:lnTo>
                <a:lnTo>
                  <a:pt x="1107310" y="164983"/>
                </a:lnTo>
                <a:lnTo>
                  <a:pt x="0" y="16498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12"/>
          <p:cNvSpPr/>
          <p:nvPr>
            <p:custDataLst>
              <p:tags r:id="rId18"/>
            </p:custDataLst>
          </p:nvPr>
        </p:nvSpPr>
        <p:spPr>
          <a:xfrm>
            <a:off x="3754911" y="2468311"/>
            <a:ext cx="162010" cy="162009"/>
          </a:xfrm>
          <a:custGeom>
            <a:avLst/>
            <a:gdLst/>
            <a:ahLst/>
            <a:cxnLst/>
            <a:rect l="l" t="t" r="r" b="b"/>
            <a:pathLst>
              <a:path w="162010" h="162009">
                <a:moveTo>
                  <a:pt x="81001" y="162011"/>
                </a:moveTo>
                <a:cubicBezTo>
                  <a:pt x="81001" y="162011"/>
                  <a:pt x="81001" y="162011"/>
                  <a:pt x="81001" y="162011"/>
                </a:cubicBezTo>
                <a:cubicBezTo>
                  <a:pt x="35223" y="162011"/>
                  <a:pt x="0" y="126787"/>
                  <a:pt x="0" y="81001"/>
                </a:cubicBezTo>
                <a:cubicBezTo>
                  <a:pt x="0" y="81001"/>
                  <a:pt x="0" y="81001"/>
                  <a:pt x="0" y="81001"/>
                </a:cubicBezTo>
                <a:cubicBezTo>
                  <a:pt x="0" y="35223"/>
                  <a:pt x="35223" y="0"/>
                  <a:pt x="81001" y="0"/>
                </a:cubicBezTo>
                <a:cubicBezTo>
                  <a:pt x="81001" y="0"/>
                  <a:pt x="81001" y="0"/>
                  <a:pt x="81001" y="0"/>
                </a:cubicBezTo>
                <a:cubicBezTo>
                  <a:pt x="123273" y="0"/>
                  <a:pt x="162011" y="35223"/>
                  <a:pt x="162011" y="81001"/>
                </a:cubicBezTo>
                <a:cubicBezTo>
                  <a:pt x="162011" y="81001"/>
                  <a:pt x="162011" y="81001"/>
                  <a:pt x="162011" y="81001"/>
                </a:cubicBezTo>
                <a:cubicBezTo>
                  <a:pt x="162011" y="126787"/>
                  <a:pt x="123273" y="162011"/>
                  <a:pt x="81001" y="16201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13"/>
          <p:cNvSpPr/>
          <p:nvPr>
            <p:custDataLst>
              <p:tags r:id="rId19"/>
            </p:custDataLst>
          </p:nvPr>
        </p:nvSpPr>
        <p:spPr>
          <a:xfrm>
            <a:off x="3643437" y="2362782"/>
            <a:ext cx="379013" cy="1099880"/>
          </a:xfrm>
          <a:custGeom>
            <a:avLst/>
            <a:gdLst/>
            <a:ahLst/>
            <a:cxnLst/>
            <a:rect l="l" t="t" r="r" b="b"/>
            <a:pathLst>
              <a:path w="379013" h="1099880">
                <a:moveTo>
                  <a:pt x="157924" y="1099880"/>
                </a:moveTo>
                <a:cubicBezTo>
                  <a:pt x="157924" y="518217"/>
                  <a:pt x="157924" y="518217"/>
                  <a:pt x="157924" y="518217"/>
                </a:cubicBezTo>
                <a:cubicBezTo>
                  <a:pt x="157924" y="447704"/>
                  <a:pt x="126340" y="380724"/>
                  <a:pt x="70190" y="331375"/>
                </a:cubicBezTo>
                <a:cubicBezTo>
                  <a:pt x="24565" y="292598"/>
                  <a:pt x="0" y="232667"/>
                  <a:pt x="3505" y="172736"/>
                </a:cubicBezTo>
                <a:cubicBezTo>
                  <a:pt x="10525" y="81077"/>
                  <a:pt x="80715" y="10573"/>
                  <a:pt x="171964" y="0"/>
                </a:cubicBezTo>
                <a:cubicBezTo>
                  <a:pt x="178975" y="0"/>
                  <a:pt x="185995" y="0"/>
                  <a:pt x="193015" y="0"/>
                </a:cubicBezTo>
                <a:cubicBezTo>
                  <a:pt x="294789" y="0"/>
                  <a:pt x="379009" y="84611"/>
                  <a:pt x="379009" y="186842"/>
                </a:cubicBezTo>
                <a:cubicBezTo>
                  <a:pt x="379009" y="243240"/>
                  <a:pt x="354444" y="296123"/>
                  <a:pt x="312334" y="334899"/>
                </a:cubicBezTo>
                <a:cubicBezTo>
                  <a:pt x="256184" y="377200"/>
                  <a:pt x="224600" y="444179"/>
                  <a:pt x="224600" y="518217"/>
                </a:cubicBezTo>
                <a:cubicBezTo>
                  <a:pt x="224600" y="1099880"/>
                  <a:pt x="224600" y="1099880"/>
                  <a:pt x="224600" y="1099880"/>
                </a:cubicBezTo>
                <a:lnTo>
                  <a:pt x="157924" y="1099880"/>
                </a:lnTo>
                <a:close/>
                <a:moveTo>
                  <a:pt x="193015" y="66980"/>
                </a:moveTo>
                <a:cubicBezTo>
                  <a:pt x="126340" y="66980"/>
                  <a:pt x="70190" y="119863"/>
                  <a:pt x="70190" y="186842"/>
                </a:cubicBezTo>
                <a:cubicBezTo>
                  <a:pt x="70190" y="253822"/>
                  <a:pt x="126340" y="310220"/>
                  <a:pt x="193015" y="310220"/>
                </a:cubicBezTo>
                <a:cubicBezTo>
                  <a:pt x="259690" y="310220"/>
                  <a:pt x="312334" y="253822"/>
                  <a:pt x="312334" y="186842"/>
                </a:cubicBezTo>
                <a:cubicBezTo>
                  <a:pt x="312334" y="119863"/>
                  <a:pt x="259690" y="66980"/>
                  <a:pt x="193015" y="66980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14"/>
          <p:cNvSpPr/>
          <p:nvPr>
            <p:custDataLst>
              <p:tags r:id="rId20"/>
            </p:custDataLst>
          </p:nvPr>
        </p:nvSpPr>
        <p:spPr>
          <a:xfrm>
            <a:off x="3780179" y="3385373"/>
            <a:ext cx="112960" cy="112960"/>
          </a:xfrm>
          <a:custGeom>
            <a:avLst/>
            <a:gdLst/>
            <a:ahLst/>
            <a:cxnLst/>
            <a:rect l="l" t="t" r="r" b="b"/>
            <a:pathLst>
              <a:path w="112960" h="112960">
                <a:moveTo>
                  <a:pt x="56483" y="112957"/>
                </a:moveTo>
                <a:cubicBezTo>
                  <a:pt x="56483" y="112957"/>
                  <a:pt x="56483" y="112957"/>
                  <a:pt x="56483" y="112957"/>
                </a:cubicBezTo>
                <a:cubicBezTo>
                  <a:pt x="24708" y="112957"/>
                  <a:pt x="0" y="88249"/>
                  <a:pt x="0" y="56483"/>
                </a:cubicBezTo>
                <a:cubicBezTo>
                  <a:pt x="0" y="56483"/>
                  <a:pt x="0" y="56483"/>
                  <a:pt x="0" y="56483"/>
                </a:cubicBezTo>
                <a:cubicBezTo>
                  <a:pt x="0" y="28242"/>
                  <a:pt x="24708" y="0"/>
                  <a:pt x="56483" y="0"/>
                </a:cubicBezTo>
                <a:cubicBezTo>
                  <a:pt x="56483" y="0"/>
                  <a:pt x="56483" y="0"/>
                  <a:pt x="56483" y="0"/>
                </a:cubicBezTo>
                <a:cubicBezTo>
                  <a:pt x="88249" y="0"/>
                  <a:pt x="112957" y="28242"/>
                  <a:pt x="112957" y="56483"/>
                </a:cubicBezTo>
                <a:cubicBezTo>
                  <a:pt x="112957" y="56483"/>
                  <a:pt x="112957" y="56483"/>
                  <a:pt x="112957" y="56483"/>
                </a:cubicBezTo>
                <a:cubicBezTo>
                  <a:pt x="112957" y="88249"/>
                  <a:pt x="88249" y="112957"/>
                  <a:pt x="56483" y="112957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15"/>
          <p:cNvSpPr/>
          <p:nvPr>
            <p:custDataLst>
              <p:tags r:id="rId21"/>
            </p:custDataLst>
          </p:nvPr>
        </p:nvSpPr>
        <p:spPr>
          <a:xfrm>
            <a:off x="3808419" y="3413614"/>
            <a:ext cx="56480" cy="59452"/>
          </a:xfrm>
          <a:custGeom>
            <a:avLst/>
            <a:gdLst/>
            <a:ahLst/>
            <a:cxnLst/>
            <a:rect l="l" t="t" r="r" b="b"/>
            <a:pathLst>
              <a:path w="56480" h="59452">
                <a:moveTo>
                  <a:pt x="28242" y="59455"/>
                </a:moveTo>
                <a:cubicBezTo>
                  <a:pt x="28242" y="59455"/>
                  <a:pt x="28242" y="59455"/>
                  <a:pt x="28242" y="59455"/>
                </a:cubicBezTo>
                <a:cubicBezTo>
                  <a:pt x="10592" y="59455"/>
                  <a:pt x="0" y="45463"/>
                  <a:pt x="0" y="27975"/>
                </a:cubicBezTo>
                <a:cubicBezTo>
                  <a:pt x="0" y="27975"/>
                  <a:pt x="0" y="27975"/>
                  <a:pt x="0" y="27975"/>
                </a:cubicBezTo>
                <a:cubicBezTo>
                  <a:pt x="0" y="13992"/>
                  <a:pt x="10592" y="0"/>
                  <a:pt x="28242" y="0"/>
                </a:cubicBezTo>
                <a:cubicBezTo>
                  <a:pt x="28242" y="0"/>
                  <a:pt x="28242" y="0"/>
                  <a:pt x="28242" y="0"/>
                </a:cubicBezTo>
                <a:cubicBezTo>
                  <a:pt x="42358" y="0"/>
                  <a:pt x="56483" y="13992"/>
                  <a:pt x="56483" y="27975"/>
                </a:cubicBezTo>
                <a:cubicBezTo>
                  <a:pt x="56483" y="27975"/>
                  <a:pt x="56483" y="27975"/>
                  <a:pt x="56483" y="27975"/>
                </a:cubicBezTo>
                <a:cubicBezTo>
                  <a:pt x="56483" y="45463"/>
                  <a:pt x="42358" y="59455"/>
                  <a:pt x="28242" y="5945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10"/>
          <p:cNvSpPr/>
          <p:nvPr>
            <p:custDataLst>
              <p:tags r:id="rId22"/>
            </p:custDataLst>
          </p:nvPr>
        </p:nvSpPr>
        <p:spPr>
          <a:xfrm>
            <a:off x="5503574" y="3364565"/>
            <a:ext cx="1107313" cy="1007728"/>
          </a:xfrm>
          <a:custGeom>
            <a:avLst/>
            <a:gdLst/>
            <a:ahLst/>
            <a:cxnLst/>
            <a:rect l="l" t="t" r="r" b="b"/>
            <a:pathLst>
              <a:path w="1107313" h="1007728">
                <a:moveTo>
                  <a:pt x="1107310" y="810406"/>
                </a:moveTo>
                <a:cubicBezTo>
                  <a:pt x="1107310" y="0"/>
                  <a:pt x="1107310" y="0"/>
                  <a:pt x="11073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10406"/>
                  <a:pt x="0" y="810406"/>
                  <a:pt x="0" y="810406"/>
                </a:cubicBezTo>
                <a:cubicBezTo>
                  <a:pt x="0" y="919639"/>
                  <a:pt x="87878" y="1007726"/>
                  <a:pt x="196853" y="1007726"/>
                </a:cubicBezTo>
                <a:cubicBezTo>
                  <a:pt x="910457" y="1007726"/>
                  <a:pt x="910457" y="1007726"/>
                  <a:pt x="910457" y="1007726"/>
                </a:cubicBezTo>
                <a:cubicBezTo>
                  <a:pt x="1019432" y="1007726"/>
                  <a:pt x="1107310" y="919639"/>
                  <a:pt x="1107310" y="81040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11"/>
          <p:cNvSpPr/>
          <p:nvPr>
            <p:custDataLst>
              <p:tags r:id="rId23"/>
            </p:custDataLst>
          </p:nvPr>
        </p:nvSpPr>
        <p:spPr>
          <a:xfrm>
            <a:off x="5503574" y="3364565"/>
            <a:ext cx="1107313" cy="164982"/>
          </a:xfrm>
          <a:custGeom>
            <a:avLst/>
            <a:gdLst/>
            <a:ahLst/>
            <a:cxnLst/>
            <a:rect l="l" t="t" r="r" b="b"/>
            <a:pathLst>
              <a:path w="1107313" h="164982">
                <a:moveTo>
                  <a:pt x="0" y="0"/>
                </a:moveTo>
                <a:lnTo>
                  <a:pt x="1107310" y="0"/>
                </a:lnTo>
                <a:lnTo>
                  <a:pt x="1107310" y="164983"/>
                </a:lnTo>
                <a:lnTo>
                  <a:pt x="0" y="164983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12"/>
          <p:cNvSpPr/>
          <p:nvPr>
            <p:custDataLst>
              <p:tags r:id="rId24"/>
            </p:custDataLst>
          </p:nvPr>
        </p:nvSpPr>
        <p:spPr>
          <a:xfrm>
            <a:off x="5977711" y="2468311"/>
            <a:ext cx="162010" cy="162009"/>
          </a:xfrm>
          <a:custGeom>
            <a:avLst/>
            <a:gdLst/>
            <a:ahLst/>
            <a:cxnLst/>
            <a:rect l="l" t="t" r="r" b="b"/>
            <a:pathLst>
              <a:path w="162010" h="162009">
                <a:moveTo>
                  <a:pt x="81001" y="162011"/>
                </a:moveTo>
                <a:cubicBezTo>
                  <a:pt x="81001" y="162011"/>
                  <a:pt x="81001" y="162011"/>
                  <a:pt x="81001" y="162011"/>
                </a:cubicBezTo>
                <a:cubicBezTo>
                  <a:pt x="35223" y="162011"/>
                  <a:pt x="0" y="126787"/>
                  <a:pt x="0" y="81001"/>
                </a:cubicBezTo>
                <a:cubicBezTo>
                  <a:pt x="0" y="81001"/>
                  <a:pt x="0" y="81001"/>
                  <a:pt x="0" y="81001"/>
                </a:cubicBezTo>
                <a:cubicBezTo>
                  <a:pt x="0" y="35223"/>
                  <a:pt x="35223" y="0"/>
                  <a:pt x="81001" y="0"/>
                </a:cubicBezTo>
                <a:cubicBezTo>
                  <a:pt x="81001" y="0"/>
                  <a:pt x="81001" y="0"/>
                  <a:pt x="81001" y="0"/>
                </a:cubicBezTo>
                <a:cubicBezTo>
                  <a:pt x="123273" y="0"/>
                  <a:pt x="162011" y="35223"/>
                  <a:pt x="162011" y="81001"/>
                </a:cubicBezTo>
                <a:cubicBezTo>
                  <a:pt x="162011" y="81001"/>
                  <a:pt x="162011" y="81001"/>
                  <a:pt x="162011" y="81001"/>
                </a:cubicBezTo>
                <a:cubicBezTo>
                  <a:pt x="162011" y="126787"/>
                  <a:pt x="123273" y="162011"/>
                  <a:pt x="81001" y="16201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13"/>
          <p:cNvSpPr/>
          <p:nvPr>
            <p:custDataLst>
              <p:tags r:id="rId25"/>
            </p:custDataLst>
          </p:nvPr>
        </p:nvSpPr>
        <p:spPr>
          <a:xfrm>
            <a:off x="5866237" y="2362782"/>
            <a:ext cx="379013" cy="1099880"/>
          </a:xfrm>
          <a:custGeom>
            <a:avLst/>
            <a:gdLst/>
            <a:ahLst/>
            <a:cxnLst/>
            <a:rect l="l" t="t" r="r" b="b"/>
            <a:pathLst>
              <a:path w="379013" h="1099880">
                <a:moveTo>
                  <a:pt x="157924" y="1099880"/>
                </a:moveTo>
                <a:cubicBezTo>
                  <a:pt x="157924" y="518217"/>
                  <a:pt x="157924" y="518217"/>
                  <a:pt x="157924" y="518217"/>
                </a:cubicBezTo>
                <a:cubicBezTo>
                  <a:pt x="157924" y="447704"/>
                  <a:pt x="126340" y="380724"/>
                  <a:pt x="70190" y="331375"/>
                </a:cubicBezTo>
                <a:cubicBezTo>
                  <a:pt x="24565" y="292598"/>
                  <a:pt x="0" y="232667"/>
                  <a:pt x="3505" y="172736"/>
                </a:cubicBezTo>
                <a:cubicBezTo>
                  <a:pt x="10525" y="81077"/>
                  <a:pt x="80715" y="10573"/>
                  <a:pt x="171964" y="0"/>
                </a:cubicBezTo>
                <a:cubicBezTo>
                  <a:pt x="178975" y="0"/>
                  <a:pt x="185995" y="0"/>
                  <a:pt x="193015" y="0"/>
                </a:cubicBezTo>
                <a:cubicBezTo>
                  <a:pt x="294789" y="0"/>
                  <a:pt x="379009" y="84611"/>
                  <a:pt x="379009" y="186842"/>
                </a:cubicBezTo>
                <a:cubicBezTo>
                  <a:pt x="379009" y="243240"/>
                  <a:pt x="354444" y="296123"/>
                  <a:pt x="312334" y="334899"/>
                </a:cubicBezTo>
                <a:cubicBezTo>
                  <a:pt x="256184" y="377200"/>
                  <a:pt x="224600" y="444179"/>
                  <a:pt x="224600" y="518217"/>
                </a:cubicBezTo>
                <a:cubicBezTo>
                  <a:pt x="224600" y="1099880"/>
                  <a:pt x="224600" y="1099880"/>
                  <a:pt x="224600" y="1099880"/>
                </a:cubicBezTo>
                <a:lnTo>
                  <a:pt x="157924" y="1099880"/>
                </a:lnTo>
                <a:close/>
                <a:moveTo>
                  <a:pt x="193015" y="66980"/>
                </a:moveTo>
                <a:cubicBezTo>
                  <a:pt x="126340" y="66980"/>
                  <a:pt x="70190" y="119863"/>
                  <a:pt x="70190" y="186842"/>
                </a:cubicBezTo>
                <a:cubicBezTo>
                  <a:pt x="70190" y="253822"/>
                  <a:pt x="126340" y="310220"/>
                  <a:pt x="193015" y="310220"/>
                </a:cubicBezTo>
                <a:cubicBezTo>
                  <a:pt x="259690" y="310220"/>
                  <a:pt x="312334" y="253822"/>
                  <a:pt x="312334" y="186842"/>
                </a:cubicBezTo>
                <a:cubicBezTo>
                  <a:pt x="312334" y="119863"/>
                  <a:pt x="259690" y="66980"/>
                  <a:pt x="193015" y="66980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 14"/>
          <p:cNvSpPr/>
          <p:nvPr>
            <p:custDataLst>
              <p:tags r:id="rId26"/>
            </p:custDataLst>
          </p:nvPr>
        </p:nvSpPr>
        <p:spPr>
          <a:xfrm>
            <a:off x="6002979" y="3385373"/>
            <a:ext cx="112960" cy="112960"/>
          </a:xfrm>
          <a:custGeom>
            <a:avLst/>
            <a:gdLst/>
            <a:ahLst/>
            <a:cxnLst/>
            <a:rect l="l" t="t" r="r" b="b"/>
            <a:pathLst>
              <a:path w="112960" h="112960">
                <a:moveTo>
                  <a:pt x="56483" y="112957"/>
                </a:moveTo>
                <a:cubicBezTo>
                  <a:pt x="56483" y="112957"/>
                  <a:pt x="56483" y="112957"/>
                  <a:pt x="56483" y="112957"/>
                </a:cubicBezTo>
                <a:cubicBezTo>
                  <a:pt x="24708" y="112957"/>
                  <a:pt x="0" y="88249"/>
                  <a:pt x="0" y="56483"/>
                </a:cubicBezTo>
                <a:cubicBezTo>
                  <a:pt x="0" y="56483"/>
                  <a:pt x="0" y="56483"/>
                  <a:pt x="0" y="56483"/>
                </a:cubicBezTo>
                <a:cubicBezTo>
                  <a:pt x="0" y="28242"/>
                  <a:pt x="24708" y="0"/>
                  <a:pt x="56483" y="0"/>
                </a:cubicBezTo>
                <a:cubicBezTo>
                  <a:pt x="56483" y="0"/>
                  <a:pt x="56483" y="0"/>
                  <a:pt x="56483" y="0"/>
                </a:cubicBezTo>
                <a:cubicBezTo>
                  <a:pt x="88249" y="0"/>
                  <a:pt x="112957" y="28242"/>
                  <a:pt x="112957" y="56483"/>
                </a:cubicBezTo>
                <a:cubicBezTo>
                  <a:pt x="112957" y="56483"/>
                  <a:pt x="112957" y="56483"/>
                  <a:pt x="112957" y="56483"/>
                </a:cubicBezTo>
                <a:cubicBezTo>
                  <a:pt x="112957" y="88249"/>
                  <a:pt x="88249" y="112957"/>
                  <a:pt x="56483" y="112957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 15"/>
          <p:cNvSpPr/>
          <p:nvPr>
            <p:custDataLst>
              <p:tags r:id="rId27"/>
            </p:custDataLst>
          </p:nvPr>
        </p:nvSpPr>
        <p:spPr>
          <a:xfrm>
            <a:off x="6031219" y="3413614"/>
            <a:ext cx="56480" cy="59452"/>
          </a:xfrm>
          <a:custGeom>
            <a:avLst/>
            <a:gdLst/>
            <a:ahLst/>
            <a:cxnLst/>
            <a:rect l="l" t="t" r="r" b="b"/>
            <a:pathLst>
              <a:path w="56480" h="59452">
                <a:moveTo>
                  <a:pt x="28242" y="59455"/>
                </a:moveTo>
                <a:cubicBezTo>
                  <a:pt x="28242" y="59455"/>
                  <a:pt x="28242" y="59455"/>
                  <a:pt x="28242" y="59455"/>
                </a:cubicBezTo>
                <a:cubicBezTo>
                  <a:pt x="10592" y="59455"/>
                  <a:pt x="0" y="45463"/>
                  <a:pt x="0" y="27975"/>
                </a:cubicBezTo>
                <a:cubicBezTo>
                  <a:pt x="0" y="27975"/>
                  <a:pt x="0" y="27975"/>
                  <a:pt x="0" y="27975"/>
                </a:cubicBezTo>
                <a:cubicBezTo>
                  <a:pt x="0" y="13992"/>
                  <a:pt x="10592" y="0"/>
                  <a:pt x="28242" y="0"/>
                </a:cubicBezTo>
                <a:cubicBezTo>
                  <a:pt x="28242" y="0"/>
                  <a:pt x="28242" y="0"/>
                  <a:pt x="28242" y="0"/>
                </a:cubicBezTo>
                <a:cubicBezTo>
                  <a:pt x="42358" y="0"/>
                  <a:pt x="56483" y="13992"/>
                  <a:pt x="56483" y="27975"/>
                </a:cubicBezTo>
                <a:cubicBezTo>
                  <a:pt x="56483" y="27975"/>
                  <a:pt x="56483" y="27975"/>
                  <a:pt x="56483" y="27975"/>
                </a:cubicBezTo>
                <a:cubicBezTo>
                  <a:pt x="56483" y="45463"/>
                  <a:pt x="42358" y="59455"/>
                  <a:pt x="28242" y="5945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序号1-[1]【1】"/>
          <p:cNvSpPr txBox="1"/>
          <p:nvPr>
            <p:custDataLst>
              <p:tags r:id="rId28"/>
            </p:custDataLst>
          </p:nvPr>
        </p:nvSpPr>
        <p:spPr>
          <a:xfrm>
            <a:off x="1124389" y="1676929"/>
            <a:ext cx="828824" cy="58745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lang="zh-CN" altLang="en-US" sz="4600" b="1" i="0" u="none" strike="noStrike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4600" b="1" i="0" u="none" strike="noStrike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序号2-[2]【1】"/>
          <p:cNvSpPr txBox="1"/>
          <p:nvPr>
            <p:custDataLst>
              <p:tags r:id="rId29"/>
            </p:custDataLst>
          </p:nvPr>
        </p:nvSpPr>
        <p:spPr>
          <a:xfrm>
            <a:off x="3394007" y="1676929"/>
            <a:ext cx="828824" cy="58745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lang="zh-CN" altLang="en-US" sz="4600" b="1" i="0" u="none" strike="noStrike">
                <a:solidFill>
                  <a:schemeClr val="accent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4600" b="1" i="0" u="none" strike="noStrike">
              <a:solidFill>
                <a:schemeClr val="accent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序号3-[3]【1】"/>
          <p:cNvSpPr txBox="1"/>
          <p:nvPr>
            <p:custDataLst>
              <p:tags r:id="rId30"/>
            </p:custDataLst>
          </p:nvPr>
        </p:nvSpPr>
        <p:spPr>
          <a:xfrm>
            <a:off x="5609260" y="1676929"/>
            <a:ext cx="828824" cy="58745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lang="zh-CN" altLang="en-US" sz="4600" b="1" i="0" u="none" strike="noStrike">
                <a:solidFill>
                  <a:schemeClr val="accent3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4600" b="1" i="0" u="none" strike="noStrike">
              <a:solidFill>
                <a:schemeClr val="accent3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icon1-[1]【1】"/>
          <p:cNvSpPr/>
          <p:nvPr>
            <p:custDataLst>
              <p:tags r:id="rId31"/>
            </p:custDataLst>
          </p:nvPr>
        </p:nvSpPr>
        <p:spPr>
          <a:xfrm>
            <a:off x="1316800" y="37103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  <a:path w="228600" h="228600">
                <a:moveTo>
                  <a:pt x="19050" y="180975"/>
                </a:moveTo>
                <a:lnTo>
                  <a:pt x="19050" y="76200"/>
                </a:lnTo>
                <a:lnTo>
                  <a:pt x="9525" y="76200"/>
                </a:lnTo>
                <a:lnTo>
                  <a:pt x="9525" y="57150"/>
                </a:lnTo>
                <a:lnTo>
                  <a:pt x="38100" y="57150"/>
                </a:lnTo>
                <a:lnTo>
                  <a:pt x="38100" y="38100"/>
                </a:lnTo>
                <a:cubicBezTo>
                  <a:pt x="38100" y="32843"/>
                  <a:pt x="42368" y="28575"/>
                  <a:pt x="47625" y="28575"/>
                </a:cubicBezTo>
                <a:lnTo>
                  <a:pt x="180975" y="28575"/>
                </a:lnTo>
                <a:cubicBezTo>
                  <a:pt x="186232" y="28575"/>
                  <a:pt x="190500" y="32843"/>
                  <a:pt x="190500" y="38100"/>
                </a:cubicBezTo>
                <a:lnTo>
                  <a:pt x="190500" y="57150"/>
                </a:lnTo>
                <a:lnTo>
                  <a:pt x="219075" y="57150"/>
                </a:lnTo>
                <a:lnTo>
                  <a:pt x="219075" y="76200"/>
                </a:lnTo>
                <a:lnTo>
                  <a:pt x="209550" y="76200"/>
                </a:lnTo>
                <a:lnTo>
                  <a:pt x="209550" y="180975"/>
                </a:lnTo>
                <a:lnTo>
                  <a:pt x="219075" y="180975"/>
                </a:lnTo>
                <a:lnTo>
                  <a:pt x="219075" y="200025"/>
                </a:lnTo>
                <a:lnTo>
                  <a:pt x="9525" y="200025"/>
                </a:lnTo>
                <a:lnTo>
                  <a:pt x="9525" y="180975"/>
                </a:lnTo>
                <a:lnTo>
                  <a:pt x="19050" y="180975"/>
                </a:lnTo>
                <a:close/>
                <a:moveTo>
                  <a:pt x="123825" y="180975"/>
                </a:moveTo>
                <a:lnTo>
                  <a:pt x="123825" y="114300"/>
                </a:lnTo>
                <a:lnTo>
                  <a:pt x="104775" y="114300"/>
                </a:lnTo>
                <a:lnTo>
                  <a:pt x="104775" y="180975"/>
                </a:lnTo>
                <a:lnTo>
                  <a:pt x="123825" y="180975"/>
                </a:lnTo>
                <a:close/>
                <a:moveTo>
                  <a:pt x="76200" y="180975"/>
                </a:moveTo>
                <a:lnTo>
                  <a:pt x="76200" y="114300"/>
                </a:lnTo>
                <a:lnTo>
                  <a:pt x="57150" y="114300"/>
                </a:lnTo>
                <a:lnTo>
                  <a:pt x="57150" y="180975"/>
                </a:lnTo>
                <a:lnTo>
                  <a:pt x="76200" y="180975"/>
                </a:lnTo>
                <a:close/>
                <a:moveTo>
                  <a:pt x="171450" y="180975"/>
                </a:moveTo>
                <a:lnTo>
                  <a:pt x="171450" y="114300"/>
                </a:lnTo>
                <a:lnTo>
                  <a:pt x="152400" y="114300"/>
                </a:lnTo>
                <a:lnTo>
                  <a:pt x="152400" y="180975"/>
                </a:lnTo>
                <a:lnTo>
                  <a:pt x="171450" y="180975"/>
                </a:lnTo>
                <a:close/>
                <a:moveTo>
                  <a:pt x="57150" y="47625"/>
                </a:moveTo>
                <a:lnTo>
                  <a:pt x="57150" y="57150"/>
                </a:lnTo>
                <a:lnTo>
                  <a:pt x="171450" y="57150"/>
                </a:lnTo>
                <a:lnTo>
                  <a:pt x="171450" y="47625"/>
                </a:lnTo>
                <a:lnTo>
                  <a:pt x="57150" y="47625"/>
                </a:ln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icon2-[2]【1】"/>
          <p:cNvSpPr/>
          <p:nvPr>
            <p:custDataLst>
              <p:tags r:id="rId32"/>
            </p:custDataLst>
          </p:nvPr>
        </p:nvSpPr>
        <p:spPr>
          <a:xfrm>
            <a:off x="3603873" y="372139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19050" y="200025"/>
                </a:moveTo>
                <a:cubicBezTo>
                  <a:pt x="19050" y="173355"/>
                  <a:pt x="40005" y="152400"/>
                  <a:pt x="66675" y="152400"/>
                </a:cubicBezTo>
                <a:lnTo>
                  <a:pt x="79058" y="152400"/>
                </a:lnTo>
                <a:lnTo>
                  <a:pt x="105728" y="222885"/>
                </a:lnTo>
                <a:cubicBezTo>
                  <a:pt x="106680" y="225742"/>
                  <a:pt x="110490" y="228600"/>
                  <a:pt x="114300" y="228600"/>
                </a:cubicBezTo>
                <a:quadBezTo>
                  <a:pt x="121920" y="225742"/>
                  <a:pt x="124778" y="222885"/>
                </a:quadBezTo>
                <a:lnTo>
                  <a:pt x="151448" y="152400"/>
                </a:lnTo>
                <a:lnTo>
                  <a:pt x="161925" y="152400"/>
                </a:lnTo>
                <a:cubicBezTo>
                  <a:pt x="188595" y="152400"/>
                  <a:pt x="209550" y="173355"/>
                  <a:pt x="209550" y="200025"/>
                </a:cubicBezTo>
                <a:lnTo>
                  <a:pt x="209550" y="333375"/>
                </a:lnTo>
                <a:lnTo>
                  <a:pt x="228600" y="333375"/>
                </a:lnTo>
                <a:lnTo>
                  <a:pt x="228600" y="200025"/>
                </a:lnTo>
                <a:cubicBezTo>
                  <a:pt x="228600" y="162878"/>
                  <a:pt x="199072" y="133350"/>
                  <a:pt x="161925" y="133350"/>
                </a:cubicBezTo>
                <a:lnTo>
                  <a:pt x="66675" y="133350"/>
                </a:lnTo>
                <a:cubicBezTo>
                  <a:pt x="29528" y="133350"/>
                  <a:pt x="0" y="162878"/>
                  <a:pt x="0" y="200025"/>
                </a:cubicBezTo>
                <a:lnTo>
                  <a:pt x="0" y="333375"/>
                </a:lnTo>
                <a:lnTo>
                  <a:pt x="19050" y="333375"/>
                </a:lnTo>
                <a:lnTo>
                  <a:pt x="19050" y="200025"/>
                </a:lnTo>
                <a:lnTo>
                  <a:pt x="19050" y="200025"/>
                </a:lnTo>
                <a:close/>
                <a:moveTo>
                  <a:pt x="115252" y="192405"/>
                </a:moveTo>
                <a:lnTo>
                  <a:pt x="100012" y="152400"/>
                </a:lnTo>
                <a:lnTo>
                  <a:pt x="130492" y="152400"/>
                </a:lnTo>
                <a:lnTo>
                  <a:pt x="115252" y="192405"/>
                </a:lnTo>
                <a:close/>
              </a:path>
              <a:path w="571500" h="571500">
                <a:moveTo>
                  <a:pt x="104775" y="123825"/>
                </a:moveTo>
                <a:lnTo>
                  <a:pt x="123825" y="123825"/>
                </a:lnTo>
                <a:cubicBezTo>
                  <a:pt x="150495" y="123825"/>
                  <a:pt x="171450" y="102870"/>
                  <a:pt x="171450" y="76200"/>
                </a:cubicBezTo>
                <a:lnTo>
                  <a:pt x="171450" y="47625"/>
                </a:lnTo>
                <a:cubicBezTo>
                  <a:pt x="171450" y="20955"/>
                  <a:pt x="150495" y="0"/>
                  <a:pt x="123825" y="0"/>
                </a:cubicBezTo>
                <a:lnTo>
                  <a:pt x="104775" y="0"/>
                </a:lnTo>
                <a:cubicBezTo>
                  <a:pt x="78105" y="0"/>
                  <a:pt x="57150" y="20955"/>
                  <a:pt x="57150" y="47625"/>
                </a:cubicBezTo>
                <a:lnTo>
                  <a:pt x="57150" y="76200"/>
                </a:lnTo>
                <a:cubicBezTo>
                  <a:pt x="57150" y="102870"/>
                  <a:pt x="78105" y="123825"/>
                  <a:pt x="104775" y="123825"/>
                </a:cubicBezTo>
                <a:close/>
                <a:moveTo>
                  <a:pt x="76200" y="47625"/>
                </a:moveTo>
                <a:cubicBezTo>
                  <a:pt x="76200" y="31432"/>
                  <a:pt x="88583" y="19050"/>
                  <a:pt x="104775" y="19050"/>
                </a:cubicBezTo>
                <a:lnTo>
                  <a:pt x="123825" y="19050"/>
                </a:lnTo>
                <a:cubicBezTo>
                  <a:pt x="140018" y="19050"/>
                  <a:pt x="152400" y="31432"/>
                  <a:pt x="152400" y="47625"/>
                </a:cubicBezTo>
                <a:lnTo>
                  <a:pt x="152400" y="76200"/>
                </a:lnTo>
                <a:cubicBezTo>
                  <a:pt x="152400" y="92392"/>
                  <a:pt x="140018" y="104775"/>
                  <a:pt x="123825" y="104775"/>
                </a:cubicBezTo>
                <a:lnTo>
                  <a:pt x="104775" y="104775"/>
                </a:lnTo>
                <a:cubicBezTo>
                  <a:pt x="88583" y="104775"/>
                  <a:pt x="76200" y="92392"/>
                  <a:pt x="76200" y="76200"/>
                </a:cubicBezTo>
                <a:lnTo>
                  <a:pt x="76200" y="47625"/>
                </a:lnTo>
                <a:close/>
              </a:path>
              <a:path w="571500" h="571500">
                <a:moveTo>
                  <a:pt x="504825" y="133350"/>
                </a:moveTo>
                <a:lnTo>
                  <a:pt x="409575" y="133350"/>
                </a:lnTo>
                <a:cubicBezTo>
                  <a:pt x="372428" y="133350"/>
                  <a:pt x="342900" y="162878"/>
                  <a:pt x="342900" y="200025"/>
                </a:cubicBezTo>
                <a:lnTo>
                  <a:pt x="342900" y="333375"/>
                </a:lnTo>
                <a:lnTo>
                  <a:pt x="361950" y="333375"/>
                </a:lnTo>
                <a:lnTo>
                  <a:pt x="361950" y="200025"/>
                </a:lnTo>
                <a:cubicBezTo>
                  <a:pt x="361950" y="173355"/>
                  <a:pt x="382905" y="152400"/>
                  <a:pt x="409575" y="152400"/>
                </a:cubicBezTo>
                <a:lnTo>
                  <a:pt x="421957" y="152400"/>
                </a:lnTo>
                <a:lnTo>
                  <a:pt x="448628" y="222885"/>
                </a:lnTo>
                <a:cubicBezTo>
                  <a:pt x="449580" y="225742"/>
                  <a:pt x="453390" y="228600"/>
                  <a:pt x="457200" y="228600"/>
                </a:cubicBezTo>
                <a:quadBezTo>
                  <a:pt x="464820" y="225742"/>
                  <a:pt x="467678" y="222885"/>
                </a:quadBezTo>
                <a:lnTo>
                  <a:pt x="494348" y="152400"/>
                </a:lnTo>
                <a:lnTo>
                  <a:pt x="504825" y="152400"/>
                </a:lnTo>
                <a:cubicBezTo>
                  <a:pt x="531495" y="152400"/>
                  <a:pt x="552450" y="173355"/>
                  <a:pt x="552450" y="200025"/>
                </a:cubicBezTo>
                <a:lnTo>
                  <a:pt x="552450" y="333375"/>
                </a:lnTo>
                <a:lnTo>
                  <a:pt x="571500" y="333375"/>
                </a:lnTo>
                <a:lnTo>
                  <a:pt x="571500" y="200025"/>
                </a:lnTo>
                <a:cubicBezTo>
                  <a:pt x="571500" y="162878"/>
                  <a:pt x="541973" y="133350"/>
                  <a:pt x="504825" y="133350"/>
                </a:cubicBezTo>
                <a:close/>
                <a:moveTo>
                  <a:pt x="458152" y="192405"/>
                </a:moveTo>
                <a:lnTo>
                  <a:pt x="442912" y="152400"/>
                </a:lnTo>
                <a:lnTo>
                  <a:pt x="473393" y="152400"/>
                </a:lnTo>
                <a:lnTo>
                  <a:pt x="458152" y="192405"/>
                </a:lnTo>
                <a:close/>
              </a:path>
              <a:path w="571500" h="571500">
                <a:moveTo>
                  <a:pt x="447675" y="123825"/>
                </a:moveTo>
                <a:lnTo>
                  <a:pt x="466725" y="123825"/>
                </a:lnTo>
                <a:cubicBezTo>
                  <a:pt x="493395" y="123825"/>
                  <a:pt x="514350" y="102870"/>
                  <a:pt x="514350" y="76200"/>
                </a:cubicBezTo>
                <a:lnTo>
                  <a:pt x="514350" y="47625"/>
                </a:lnTo>
                <a:cubicBezTo>
                  <a:pt x="514350" y="20955"/>
                  <a:pt x="493395" y="0"/>
                  <a:pt x="466725" y="0"/>
                </a:cubicBezTo>
                <a:lnTo>
                  <a:pt x="447675" y="0"/>
                </a:lnTo>
                <a:cubicBezTo>
                  <a:pt x="421005" y="0"/>
                  <a:pt x="400050" y="20955"/>
                  <a:pt x="400050" y="47625"/>
                </a:cubicBezTo>
                <a:lnTo>
                  <a:pt x="400050" y="76200"/>
                </a:lnTo>
                <a:cubicBezTo>
                  <a:pt x="400050" y="102870"/>
                  <a:pt x="421005" y="123825"/>
                  <a:pt x="447675" y="123825"/>
                </a:cubicBezTo>
                <a:close/>
                <a:moveTo>
                  <a:pt x="419100" y="47625"/>
                </a:moveTo>
                <a:cubicBezTo>
                  <a:pt x="419100" y="31432"/>
                  <a:pt x="431482" y="19050"/>
                  <a:pt x="447675" y="19050"/>
                </a:cubicBezTo>
                <a:lnTo>
                  <a:pt x="466725" y="19050"/>
                </a:lnTo>
                <a:cubicBezTo>
                  <a:pt x="482918" y="19050"/>
                  <a:pt x="495300" y="31432"/>
                  <a:pt x="495300" y="47625"/>
                </a:cubicBezTo>
                <a:lnTo>
                  <a:pt x="495300" y="76200"/>
                </a:lnTo>
                <a:cubicBezTo>
                  <a:pt x="495300" y="92392"/>
                  <a:pt x="482918" y="104775"/>
                  <a:pt x="466725" y="104775"/>
                </a:cubicBezTo>
                <a:lnTo>
                  <a:pt x="447675" y="104775"/>
                </a:lnTo>
                <a:cubicBezTo>
                  <a:pt x="431482" y="104775"/>
                  <a:pt x="419100" y="92392"/>
                  <a:pt x="419100" y="76200"/>
                </a:cubicBezTo>
                <a:lnTo>
                  <a:pt x="419100" y="47625"/>
                </a:lnTo>
                <a:close/>
              </a:path>
              <a:path w="571500" h="571500">
                <a:moveTo>
                  <a:pt x="277178" y="222885"/>
                </a:moveTo>
                <a:cubicBezTo>
                  <a:pt x="278130" y="225742"/>
                  <a:pt x="281940" y="228600"/>
                  <a:pt x="285750" y="228600"/>
                </a:cubicBezTo>
                <a:quadBezTo>
                  <a:pt x="293370" y="225742"/>
                  <a:pt x="296228" y="222885"/>
                </a:quadBezTo>
                <a:lnTo>
                  <a:pt x="322898" y="152400"/>
                </a:lnTo>
                <a:lnTo>
                  <a:pt x="342900" y="152400"/>
                </a:lnTo>
                <a:lnTo>
                  <a:pt x="342900" y="133350"/>
                </a:lnTo>
                <a:lnTo>
                  <a:pt x="228600" y="133350"/>
                </a:lnTo>
                <a:lnTo>
                  <a:pt x="228600" y="152400"/>
                </a:lnTo>
                <a:lnTo>
                  <a:pt x="250508" y="152400"/>
                </a:lnTo>
                <a:lnTo>
                  <a:pt x="277178" y="222885"/>
                </a:lnTo>
                <a:close/>
                <a:moveTo>
                  <a:pt x="286702" y="192405"/>
                </a:moveTo>
                <a:lnTo>
                  <a:pt x="271462" y="152400"/>
                </a:lnTo>
                <a:lnTo>
                  <a:pt x="301943" y="152400"/>
                </a:lnTo>
                <a:lnTo>
                  <a:pt x="286702" y="192405"/>
                </a:lnTo>
                <a:close/>
              </a:path>
              <a:path w="571500" h="571500">
                <a:moveTo>
                  <a:pt x="276225" y="123825"/>
                </a:moveTo>
                <a:lnTo>
                  <a:pt x="295275" y="123825"/>
                </a:lnTo>
                <a:cubicBezTo>
                  <a:pt x="321945" y="123825"/>
                  <a:pt x="342900" y="102870"/>
                  <a:pt x="342900" y="76200"/>
                </a:cubicBezTo>
                <a:lnTo>
                  <a:pt x="342900" y="47625"/>
                </a:lnTo>
                <a:cubicBezTo>
                  <a:pt x="342900" y="20955"/>
                  <a:pt x="321945" y="0"/>
                  <a:pt x="295275" y="0"/>
                </a:cubicBezTo>
                <a:lnTo>
                  <a:pt x="276225" y="0"/>
                </a:lnTo>
                <a:cubicBezTo>
                  <a:pt x="249555" y="0"/>
                  <a:pt x="228600" y="20955"/>
                  <a:pt x="228600" y="47625"/>
                </a:cubicBezTo>
                <a:lnTo>
                  <a:pt x="228600" y="76200"/>
                </a:lnTo>
                <a:cubicBezTo>
                  <a:pt x="228600" y="102870"/>
                  <a:pt x="249555" y="123825"/>
                  <a:pt x="276225" y="123825"/>
                </a:cubicBezTo>
                <a:close/>
                <a:moveTo>
                  <a:pt x="247650" y="47625"/>
                </a:moveTo>
                <a:cubicBezTo>
                  <a:pt x="247650" y="31432"/>
                  <a:pt x="260032" y="19050"/>
                  <a:pt x="276225" y="19050"/>
                </a:cubicBezTo>
                <a:lnTo>
                  <a:pt x="295275" y="19050"/>
                </a:lnTo>
                <a:cubicBezTo>
                  <a:pt x="311468" y="19050"/>
                  <a:pt x="323850" y="31432"/>
                  <a:pt x="323850" y="47625"/>
                </a:cubicBezTo>
                <a:lnTo>
                  <a:pt x="323850" y="76200"/>
                </a:lnTo>
                <a:cubicBezTo>
                  <a:pt x="323850" y="92392"/>
                  <a:pt x="311468" y="104775"/>
                  <a:pt x="295275" y="104775"/>
                </a:cubicBezTo>
                <a:lnTo>
                  <a:pt x="276225" y="104775"/>
                </a:lnTo>
                <a:cubicBezTo>
                  <a:pt x="260032" y="104775"/>
                  <a:pt x="247650" y="92392"/>
                  <a:pt x="247650" y="76200"/>
                </a:cubicBezTo>
                <a:lnTo>
                  <a:pt x="247650" y="47625"/>
                </a:lnTo>
                <a:close/>
              </a:path>
              <a:path w="571500" h="571500">
                <a:moveTo>
                  <a:pt x="561975" y="523875"/>
                </a:moveTo>
                <a:lnTo>
                  <a:pt x="523875" y="523875"/>
                </a:lnTo>
                <a:lnTo>
                  <a:pt x="523875" y="209550"/>
                </a:lnTo>
                <a:lnTo>
                  <a:pt x="504825" y="209550"/>
                </a:lnTo>
                <a:lnTo>
                  <a:pt x="504825" y="523875"/>
                </a:lnTo>
                <a:lnTo>
                  <a:pt x="466725" y="523875"/>
                </a:lnTo>
                <a:lnTo>
                  <a:pt x="466725" y="342900"/>
                </a:lnTo>
                <a:lnTo>
                  <a:pt x="447675" y="342900"/>
                </a:lnTo>
                <a:lnTo>
                  <a:pt x="447675" y="523875"/>
                </a:lnTo>
                <a:lnTo>
                  <a:pt x="409575" y="523875"/>
                </a:lnTo>
                <a:lnTo>
                  <a:pt x="409575" y="209550"/>
                </a:lnTo>
                <a:lnTo>
                  <a:pt x="390525" y="209550"/>
                </a:lnTo>
                <a:lnTo>
                  <a:pt x="390525" y="523875"/>
                </a:lnTo>
                <a:lnTo>
                  <a:pt x="352425" y="523875"/>
                </a:lnTo>
                <a:lnTo>
                  <a:pt x="352425" y="381000"/>
                </a:lnTo>
                <a:lnTo>
                  <a:pt x="333375" y="381000"/>
                </a:lnTo>
                <a:lnTo>
                  <a:pt x="333375" y="523875"/>
                </a:lnTo>
                <a:lnTo>
                  <a:pt x="295275" y="523875"/>
                </a:lnTo>
                <a:lnTo>
                  <a:pt x="295275" y="342900"/>
                </a:lnTo>
                <a:lnTo>
                  <a:pt x="276225" y="342900"/>
                </a:lnTo>
                <a:lnTo>
                  <a:pt x="276225" y="523875"/>
                </a:lnTo>
                <a:lnTo>
                  <a:pt x="238125" y="523875"/>
                </a:lnTo>
                <a:lnTo>
                  <a:pt x="238125" y="381000"/>
                </a:lnTo>
                <a:lnTo>
                  <a:pt x="219075" y="381000"/>
                </a:lnTo>
                <a:lnTo>
                  <a:pt x="219075" y="523875"/>
                </a:lnTo>
                <a:lnTo>
                  <a:pt x="180975" y="523875"/>
                </a:lnTo>
                <a:lnTo>
                  <a:pt x="180975" y="209550"/>
                </a:lnTo>
                <a:lnTo>
                  <a:pt x="161925" y="209550"/>
                </a:lnTo>
                <a:lnTo>
                  <a:pt x="161925" y="523875"/>
                </a:lnTo>
                <a:lnTo>
                  <a:pt x="123825" y="523875"/>
                </a:lnTo>
                <a:lnTo>
                  <a:pt x="123825" y="342900"/>
                </a:lnTo>
                <a:lnTo>
                  <a:pt x="104775" y="342900"/>
                </a:lnTo>
                <a:lnTo>
                  <a:pt x="104775" y="523875"/>
                </a:lnTo>
                <a:lnTo>
                  <a:pt x="66675" y="523875"/>
                </a:lnTo>
                <a:lnTo>
                  <a:pt x="66675" y="209550"/>
                </a:lnTo>
                <a:lnTo>
                  <a:pt x="47625" y="209550"/>
                </a:lnTo>
                <a:lnTo>
                  <a:pt x="47625" y="523875"/>
                </a:lnTo>
                <a:lnTo>
                  <a:pt x="9525" y="523875"/>
                </a:lnTo>
                <a:cubicBezTo>
                  <a:pt x="3810" y="523875"/>
                  <a:pt x="0" y="527685"/>
                  <a:pt x="0" y="533400"/>
                </a:cubicBezTo>
                <a:lnTo>
                  <a:pt x="0" y="571500"/>
                </a:lnTo>
                <a:lnTo>
                  <a:pt x="19050" y="571500"/>
                </a:lnTo>
                <a:lnTo>
                  <a:pt x="19050" y="542925"/>
                </a:lnTo>
                <a:lnTo>
                  <a:pt x="57150" y="542925"/>
                </a:lnTo>
                <a:lnTo>
                  <a:pt x="114300" y="542925"/>
                </a:lnTo>
                <a:lnTo>
                  <a:pt x="171450" y="542925"/>
                </a:lnTo>
                <a:lnTo>
                  <a:pt x="228600" y="542925"/>
                </a:lnTo>
                <a:lnTo>
                  <a:pt x="285750" y="542925"/>
                </a:lnTo>
                <a:lnTo>
                  <a:pt x="342900" y="542925"/>
                </a:lnTo>
                <a:lnTo>
                  <a:pt x="400050" y="542925"/>
                </a:lnTo>
                <a:lnTo>
                  <a:pt x="457200" y="542925"/>
                </a:lnTo>
                <a:lnTo>
                  <a:pt x="514350" y="542925"/>
                </a:lnTo>
                <a:lnTo>
                  <a:pt x="552450" y="542925"/>
                </a:lnTo>
                <a:lnTo>
                  <a:pt x="552450" y="571500"/>
                </a:lnTo>
                <a:lnTo>
                  <a:pt x="571500" y="571500"/>
                </a:lnTo>
                <a:lnTo>
                  <a:pt x="571500" y="533400"/>
                </a:lnTo>
                <a:cubicBezTo>
                  <a:pt x="571500" y="527685"/>
                  <a:pt x="567690" y="523875"/>
                  <a:pt x="561975" y="523875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icon3-[3]【1】"/>
          <p:cNvSpPr/>
          <p:nvPr>
            <p:custDataLst>
              <p:tags r:id="rId33"/>
            </p:custDataLst>
          </p:nvPr>
        </p:nvSpPr>
        <p:spPr>
          <a:xfrm>
            <a:off x="5821120" y="37366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1148429" y="3557588"/>
                </a:moveTo>
                <a:cubicBezTo>
                  <a:pt x="1022004" y="3557588"/>
                  <a:pt x="919524" y="3660067"/>
                  <a:pt x="919524" y="3786492"/>
                </a:cubicBezTo>
                <a:cubicBezTo>
                  <a:pt x="920445" y="3845591"/>
                  <a:pt x="922786" y="4012997"/>
                  <a:pt x="922786" y="4012997"/>
                </a:cubicBezTo>
                <a:quadBezTo>
                  <a:pt x="1084606" y="4012475"/>
                  <a:pt x="1148424" y="4015422"/>
                </a:quadBezTo>
                <a:cubicBezTo>
                  <a:pt x="1274849" y="4015422"/>
                  <a:pt x="1377357" y="3912914"/>
                  <a:pt x="1377357" y="3786489"/>
                </a:cubicBezTo>
                <a:quadBezTo>
                  <a:pt x="1274849" y="3557584"/>
                  <a:pt x="1148424" y="3557584"/>
                </a:quadBezTo>
                <a:close/>
                <a:moveTo>
                  <a:pt x="908061" y="3814702"/>
                </a:moveTo>
                <a:cubicBezTo>
                  <a:pt x="895285" y="3815506"/>
                  <a:pt x="882611" y="3817494"/>
                  <a:pt x="870202" y="3820640"/>
                </a:cubicBezTo>
                <a:lnTo>
                  <a:pt x="870202" y="3852142"/>
                </a:lnTo>
                <a:lnTo>
                  <a:pt x="908061" y="3852142"/>
                </a:lnTo>
                <a:lnTo>
                  <a:pt x="908061" y="3814702"/>
                </a:lnTo>
                <a:close/>
                <a:moveTo>
                  <a:pt x="855679" y="3824905"/>
                </a:moveTo>
                <a:cubicBezTo>
                  <a:pt x="842528" y="3829238"/>
                  <a:pt x="829845" y="3834879"/>
                  <a:pt x="817821" y="3841744"/>
                </a:cubicBezTo>
                <a:lnTo>
                  <a:pt x="817821" y="3852142"/>
                </a:lnTo>
                <a:lnTo>
                  <a:pt x="855679" y="3852142"/>
                </a:lnTo>
                <a:lnTo>
                  <a:pt x="855679" y="3824905"/>
                </a:lnTo>
                <a:close/>
                <a:moveTo>
                  <a:pt x="782555" y="3867140"/>
                </a:moveTo>
                <a:cubicBezTo>
                  <a:pt x="775607" y="3873265"/>
                  <a:pt x="769079" y="3879850"/>
                  <a:pt x="763013" y="3886849"/>
                </a:cubicBezTo>
                <a:lnTo>
                  <a:pt x="763013" y="3905025"/>
                </a:lnTo>
                <a:lnTo>
                  <a:pt x="800899" y="3905025"/>
                </a:lnTo>
                <a:lnTo>
                  <a:pt x="800899" y="3867139"/>
                </a:lnTo>
                <a:lnTo>
                  <a:pt x="782556" y="3867139"/>
                </a:lnTo>
                <a:close/>
                <a:moveTo>
                  <a:pt x="817821" y="3867139"/>
                </a:moveTo>
                <a:lnTo>
                  <a:pt x="817821" y="3905025"/>
                </a:lnTo>
                <a:lnTo>
                  <a:pt x="855679" y="3905025"/>
                </a:lnTo>
                <a:lnTo>
                  <a:pt x="855679" y="3867139"/>
                </a:lnTo>
                <a:lnTo>
                  <a:pt x="817821" y="3867139"/>
                </a:lnTo>
                <a:close/>
                <a:moveTo>
                  <a:pt x="740488" y="3919103"/>
                </a:moveTo>
                <a:cubicBezTo>
                  <a:pt x="733661" y="3931132"/>
                  <a:pt x="728058" y="3943814"/>
                  <a:pt x="723761" y="3956961"/>
                </a:cubicBezTo>
                <a:lnTo>
                  <a:pt x="748210" y="3956961"/>
                </a:lnTo>
                <a:lnTo>
                  <a:pt x="748210" y="3919103"/>
                </a:lnTo>
                <a:lnTo>
                  <a:pt x="740488" y="3919103"/>
                </a:lnTo>
                <a:close/>
                <a:moveTo>
                  <a:pt x="817820" y="3919103"/>
                </a:moveTo>
                <a:lnTo>
                  <a:pt x="817820" y="3956961"/>
                </a:lnTo>
                <a:lnTo>
                  <a:pt x="855679" y="3956961"/>
                </a:lnTo>
                <a:lnTo>
                  <a:pt x="855679" y="3919103"/>
                </a:lnTo>
                <a:lnTo>
                  <a:pt x="817820" y="3919103"/>
                </a:lnTo>
                <a:close/>
                <a:moveTo>
                  <a:pt x="870202" y="3919103"/>
                </a:moveTo>
                <a:lnTo>
                  <a:pt x="870202" y="3956961"/>
                </a:lnTo>
                <a:lnTo>
                  <a:pt x="908060" y="3956961"/>
                </a:lnTo>
                <a:lnTo>
                  <a:pt x="908060" y="3919103"/>
                </a:lnTo>
                <a:lnTo>
                  <a:pt x="870202" y="3919103"/>
                </a:lnTo>
                <a:close/>
                <a:moveTo>
                  <a:pt x="719555" y="3972043"/>
                </a:moveTo>
                <a:cubicBezTo>
                  <a:pt x="716511" y="3984470"/>
                  <a:pt x="714626" y="3997154"/>
                  <a:pt x="713924" y="4009929"/>
                </a:cubicBezTo>
                <a:lnTo>
                  <a:pt x="748214" y="4009929"/>
                </a:lnTo>
                <a:lnTo>
                  <a:pt x="748214" y="3972043"/>
                </a:lnTo>
                <a:lnTo>
                  <a:pt x="719556" y="3972043"/>
                </a:lnTo>
                <a:close/>
                <a:moveTo>
                  <a:pt x="763017" y="3972043"/>
                </a:moveTo>
                <a:lnTo>
                  <a:pt x="763017" y="4009929"/>
                </a:lnTo>
                <a:lnTo>
                  <a:pt x="800903" y="4009929"/>
                </a:lnTo>
                <a:lnTo>
                  <a:pt x="800903" y="3972043"/>
                </a:lnTo>
                <a:lnTo>
                  <a:pt x="763017" y="3972043"/>
                </a:lnTo>
                <a:close/>
                <a:moveTo>
                  <a:pt x="817825" y="3972043"/>
                </a:moveTo>
                <a:lnTo>
                  <a:pt x="817825" y="4009929"/>
                </a:lnTo>
                <a:lnTo>
                  <a:pt x="855683" y="4009929"/>
                </a:lnTo>
                <a:lnTo>
                  <a:pt x="855683" y="3972043"/>
                </a:lnTo>
                <a:lnTo>
                  <a:pt x="817825" y="3972043"/>
                </a:lnTo>
                <a:close/>
                <a:moveTo>
                  <a:pt x="870207" y="3972043"/>
                </a:moveTo>
                <a:lnTo>
                  <a:pt x="870207" y="4009929"/>
                </a:lnTo>
                <a:lnTo>
                  <a:pt x="908065" y="4009929"/>
                </a:lnTo>
                <a:lnTo>
                  <a:pt x="908065" y="3972043"/>
                </a:lnTo>
                <a:lnTo>
                  <a:pt x="870207" y="3972043"/>
                </a:lnTo>
                <a:close/>
                <a:moveTo>
                  <a:pt x="763013" y="4026851"/>
                </a:moveTo>
                <a:lnTo>
                  <a:pt x="763013" y="4064736"/>
                </a:lnTo>
                <a:lnTo>
                  <a:pt x="800898" y="4064736"/>
                </a:lnTo>
                <a:lnTo>
                  <a:pt x="800898" y="4026851"/>
                </a:lnTo>
                <a:lnTo>
                  <a:pt x="763013" y="4026851"/>
                </a:lnTo>
                <a:close/>
                <a:moveTo>
                  <a:pt x="870207" y="4026851"/>
                </a:moveTo>
                <a:lnTo>
                  <a:pt x="870207" y="4064736"/>
                </a:lnTo>
                <a:lnTo>
                  <a:pt x="908065" y="4064736"/>
                </a:lnTo>
                <a:lnTo>
                  <a:pt x="908065" y="4026851"/>
                </a:lnTo>
                <a:lnTo>
                  <a:pt x="870207" y="4026851"/>
                </a:lnTo>
                <a:close/>
                <a:moveTo>
                  <a:pt x="925181" y="4026851"/>
                </a:moveTo>
                <a:lnTo>
                  <a:pt x="925181" y="4064736"/>
                </a:lnTo>
                <a:lnTo>
                  <a:pt x="963040" y="4064736"/>
                </a:lnTo>
                <a:lnTo>
                  <a:pt x="963040" y="4026851"/>
                </a:lnTo>
                <a:lnTo>
                  <a:pt x="925181" y="4026851"/>
                </a:lnTo>
                <a:close/>
                <a:moveTo>
                  <a:pt x="977731" y="4026851"/>
                </a:moveTo>
                <a:lnTo>
                  <a:pt x="977731" y="4064736"/>
                </a:lnTo>
                <a:lnTo>
                  <a:pt x="1015589" y="4064736"/>
                </a:lnTo>
                <a:lnTo>
                  <a:pt x="1015589" y="4026851"/>
                </a:lnTo>
                <a:lnTo>
                  <a:pt x="977731" y="4026851"/>
                </a:lnTo>
                <a:close/>
                <a:moveTo>
                  <a:pt x="1029946" y="4026851"/>
                </a:moveTo>
                <a:lnTo>
                  <a:pt x="1029946" y="4064736"/>
                </a:lnTo>
                <a:lnTo>
                  <a:pt x="1067804" y="4064736"/>
                </a:lnTo>
                <a:lnTo>
                  <a:pt x="1067804" y="4026851"/>
                </a:lnTo>
                <a:lnTo>
                  <a:pt x="1029946" y="4026851"/>
                </a:lnTo>
                <a:close/>
                <a:moveTo>
                  <a:pt x="1083722" y="4026851"/>
                </a:moveTo>
                <a:lnTo>
                  <a:pt x="1083722" y="4064736"/>
                </a:lnTo>
                <a:lnTo>
                  <a:pt x="1121608" y="4064736"/>
                </a:lnTo>
                <a:lnTo>
                  <a:pt x="1121608" y="4026851"/>
                </a:lnTo>
                <a:lnTo>
                  <a:pt x="1083722" y="4026851"/>
                </a:lnTo>
                <a:close/>
                <a:moveTo>
                  <a:pt x="722153" y="4080264"/>
                </a:moveTo>
                <a:cubicBezTo>
                  <a:pt x="726046" y="4093373"/>
                  <a:pt x="731229" y="4106064"/>
                  <a:pt x="737626" y="4118150"/>
                </a:cubicBezTo>
                <a:lnTo>
                  <a:pt x="748219" y="4118150"/>
                </a:lnTo>
                <a:lnTo>
                  <a:pt x="748219" y="4080264"/>
                </a:lnTo>
                <a:lnTo>
                  <a:pt x="722154" y="4080264"/>
                </a:lnTo>
                <a:close/>
                <a:moveTo>
                  <a:pt x="763023" y="4080264"/>
                </a:moveTo>
                <a:lnTo>
                  <a:pt x="763023" y="4118150"/>
                </a:lnTo>
                <a:lnTo>
                  <a:pt x="800909" y="4118150"/>
                </a:lnTo>
                <a:lnTo>
                  <a:pt x="800909" y="4080264"/>
                </a:lnTo>
                <a:lnTo>
                  <a:pt x="763023" y="4080264"/>
                </a:lnTo>
                <a:close/>
                <a:moveTo>
                  <a:pt x="817831" y="4080264"/>
                </a:moveTo>
                <a:lnTo>
                  <a:pt x="817831" y="4118150"/>
                </a:lnTo>
                <a:lnTo>
                  <a:pt x="855689" y="4118150"/>
                </a:lnTo>
                <a:lnTo>
                  <a:pt x="855689" y="4080264"/>
                </a:lnTo>
                <a:lnTo>
                  <a:pt x="817831" y="4080264"/>
                </a:lnTo>
                <a:close/>
                <a:moveTo>
                  <a:pt x="870212" y="4080264"/>
                </a:moveTo>
                <a:lnTo>
                  <a:pt x="870212" y="4118150"/>
                </a:lnTo>
                <a:lnTo>
                  <a:pt x="908071" y="4118150"/>
                </a:lnTo>
                <a:lnTo>
                  <a:pt x="908071" y="4080264"/>
                </a:lnTo>
                <a:lnTo>
                  <a:pt x="870212" y="4080264"/>
                </a:lnTo>
                <a:close/>
                <a:moveTo>
                  <a:pt x="925187" y="4080264"/>
                </a:moveTo>
                <a:lnTo>
                  <a:pt x="925187" y="4118150"/>
                </a:lnTo>
                <a:lnTo>
                  <a:pt x="963045" y="4118150"/>
                </a:lnTo>
                <a:lnTo>
                  <a:pt x="963045" y="4080264"/>
                </a:lnTo>
                <a:lnTo>
                  <a:pt x="925187" y="4080264"/>
                </a:lnTo>
                <a:close/>
                <a:moveTo>
                  <a:pt x="1029952" y="4080264"/>
                </a:moveTo>
                <a:lnTo>
                  <a:pt x="1029952" y="4118150"/>
                </a:lnTo>
                <a:lnTo>
                  <a:pt x="1067810" y="4118150"/>
                </a:lnTo>
                <a:lnTo>
                  <a:pt x="1067810" y="4080264"/>
                </a:lnTo>
                <a:lnTo>
                  <a:pt x="1029952" y="4080264"/>
                </a:lnTo>
                <a:close/>
                <a:moveTo>
                  <a:pt x="1083729" y="4080264"/>
                </a:moveTo>
                <a:lnTo>
                  <a:pt x="1083729" y="4118150"/>
                </a:lnTo>
                <a:lnTo>
                  <a:pt x="1103076" y="4118150"/>
                </a:lnTo>
                <a:cubicBezTo>
                  <a:pt x="1109482" y="4106064"/>
                  <a:pt x="1114674" y="4093374"/>
                  <a:pt x="1118576" y="4080264"/>
                </a:cubicBezTo>
                <a:lnTo>
                  <a:pt x="1083729" y="4080264"/>
                </a:lnTo>
                <a:close/>
                <a:moveTo>
                  <a:pt x="763022" y="4135294"/>
                </a:moveTo>
                <a:lnTo>
                  <a:pt x="763022" y="4155339"/>
                </a:lnTo>
                <a:cubicBezTo>
                  <a:pt x="768368" y="4161612"/>
                  <a:pt x="774083" y="4167561"/>
                  <a:pt x="780138" y="4173153"/>
                </a:cubicBezTo>
                <a:lnTo>
                  <a:pt x="800908" y="4173153"/>
                </a:lnTo>
                <a:lnTo>
                  <a:pt x="800908" y="4135294"/>
                </a:lnTo>
                <a:lnTo>
                  <a:pt x="763022" y="4135294"/>
                </a:lnTo>
                <a:close/>
                <a:moveTo>
                  <a:pt x="817830" y="4135294"/>
                </a:moveTo>
                <a:lnTo>
                  <a:pt x="817830" y="4173153"/>
                </a:lnTo>
                <a:lnTo>
                  <a:pt x="855688" y="4173153"/>
                </a:lnTo>
                <a:lnTo>
                  <a:pt x="855688" y="4135294"/>
                </a:lnTo>
                <a:lnTo>
                  <a:pt x="817830" y="4135294"/>
                </a:lnTo>
                <a:close/>
                <a:moveTo>
                  <a:pt x="925186" y="4135294"/>
                </a:moveTo>
                <a:lnTo>
                  <a:pt x="925186" y="4173153"/>
                </a:lnTo>
                <a:lnTo>
                  <a:pt x="963044" y="4173153"/>
                </a:lnTo>
                <a:lnTo>
                  <a:pt x="963044" y="4135294"/>
                </a:lnTo>
                <a:lnTo>
                  <a:pt x="925186" y="4135294"/>
                </a:lnTo>
                <a:close/>
                <a:moveTo>
                  <a:pt x="977735" y="4135294"/>
                </a:moveTo>
                <a:lnTo>
                  <a:pt x="977735" y="4173153"/>
                </a:lnTo>
                <a:lnTo>
                  <a:pt x="1015593" y="4173153"/>
                </a:lnTo>
                <a:lnTo>
                  <a:pt x="1015593" y="4135294"/>
                </a:lnTo>
                <a:lnTo>
                  <a:pt x="977735" y="4135294"/>
                </a:lnTo>
                <a:close/>
                <a:moveTo>
                  <a:pt x="1029950" y="4135294"/>
                </a:moveTo>
                <a:lnTo>
                  <a:pt x="1029950" y="4173153"/>
                </a:lnTo>
                <a:lnTo>
                  <a:pt x="1060588" y="4173153"/>
                </a:lnTo>
                <a:cubicBezTo>
                  <a:pt x="1063051" y="4170880"/>
                  <a:pt x="1065458" y="4168546"/>
                  <a:pt x="1067808" y="4166156"/>
                </a:cubicBezTo>
                <a:lnTo>
                  <a:pt x="1067808" y="4135294"/>
                </a:lnTo>
                <a:lnTo>
                  <a:pt x="1029950" y="4135294"/>
                </a:lnTo>
                <a:close/>
                <a:moveTo>
                  <a:pt x="817828" y="4186450"/>
                </a:moveTo>
                <a:lnTo>
                  <a:pt x="817828" y="4200863"/>
                </a:lnTo>
                <a:cubicBezTo>
                  <a:pt x="829853" y="4207718"/>
                  <a:pt x="842536" y="4213350"/>
                  <a:pt x="855686" y="4217673"/>
                </a:cubicBezTo>
                <a:lnTo>
                  <a:pt x="855686" y="4186450"/>
                </a:lnTo>
                <a:lnTo>
                  <a:pt x="817828" y="4186450"/>
                </a:lnTo>
                <a:close/>
                <a:moveTo>
                  <a:pt x="870210" y="4186450"/>
                </a:moveTo>
                <a:lnTo>
                  <a:pt x="870210" y="4221770"/>
                </a:lnTo>
                <a:cubicBezTo>
                  <a:pt x="873801" y="4222722"/>
                  <a:pt x="877417" y="4223578"/>
                  <a:pt x="881054" y="4224335"/>
                </a:cubicBezTo>
                <a:lnTo>
                  <a:pt x="908068" y="4224335"/>
                </a:lnTo>
                <a:lnTo>
                  <a:pt x="908068" y="4186449"/>
                </a:lnTo>
                <a:lnTo>
                  <a:pt x="870210" y="4186449"/>
                </a:lnTo>
                <a:close/>
                <a:moveTo>
                  <a:pt x="925184" y="4186449"/>
                </a:moveTo>
                <a:lnTo>
                  <a:pt x="925184" y="4224335"/>
                </a:lnTo>
                <a:lnTo>
                  <a:pt x="959250" y="4224335"/>
                </a:lnTo>
                <a:cubicBezTo>
                  <a:pt x="960517" y="4224068"/>
                  <a:pt x="961781" y="4223789"/>
                  <a:pt x="963042" y="4223498"/>
                </a:cubicBezTo>
                <a:lnTo>
                  <a:pt x="963042" y="4186449"/>
                </a:lnTo>
                <a:lnTo>
                  <a:pt x="925184" y="4186449"/>
                </a:lnTo>
                <a:close/>
                <a:moveTo>
                  <a:pt x="977733" y="4186449"/>
                </a:moveTo>
                <a:lnTo>
                  <a:pt x="977733" y="4219986"/>
                </a:lnTo>
                <a:cubicBezTo>
                  <a:pt x="990819" y="4216208"/>
                  <a:pt x="1003500" y="4211146"/>
                  <a:pt x="1015591" y="4204876"/>
                </a:cubicBezTo>
                <a:lnTo>
                  <a:pt x="1015591" y="4186449"/>
                </a:lnTo>
                <a:lnTo>
                  <a:pt x="977733" y="4186449"/>
                </a:ln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子内容1-[1]【1】"/>
          <p:cNvSpPr txBox="1"/>
          <p:nvPr>
            <p:custDataLst>
              <p:tags r:id="rId34"/>
            </p:custDataLst>
          </p:nvPr>
        </p:nvSpPr>
        <p:spPr>
          <a:xfrm>
            <a:off x="528320" y="4592955"/>
            <a:ext cx="2021205" cy="185737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tx1">
                    <a:lumMod val="60000"/>
                    <a:lumOff val="4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政府部门</a:t>
            </a:r>
            <a:endParaRPr lang="zh-CN" altLang="en-US" sz="2000" b="0" i="0" u="none" strike="noStrike">
              <a:solidFill>
                <a:schemeClr val="tx1">
                  <a:lumMod val="60000"/>
                  <a:lumOff val="4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政策引导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试点场景开放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民生事项协同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子标题1-[1]【1】"/>
          <p:cNvSpPr/>
          <p:nvPr>
            <p:custDataLst>
              <p:tags r:id="rId35"/>
            </p:custDataLst>
          </p:nvPr>
        </p:nvSpPr>
        <p:spPr>
          <a:xfrm>
            <a:off x="163937" y="4546745"/>
            <a:ext cx="2448000" cy="440882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子内容2-[2]【1】"/>
          <p:cNvSpPr txBox="1"/>
          <p:nvPr>
            <p:custDataLst>
              <p:tags r:id="rId36"/>
            </p:custDataLst>
          </p:nvPr>
        </p:nvSpPr>
        <p:spPr>
          <a:xfrm>
            <a:off x="2688590" y="4592955"/>
            <a:ext cx="2129790" cy="1916430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楚商联合会</a:t>
            </a:r>
            <a:endParaRPr lang="zh-CN" altLang="en-US" sz="2000" b="0" i="0" u="none" strike="noStrike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组织会员入驻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产业资源整合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品牌联动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子内容3-[3]【1】"/>
          <p:cNvSpPr txBox="1"/>
          <p:nvPr>
            <p:custDataLst>
              <p:tags r:id="rId37"/>
            </p:custDataLst>
          </p:nvPr>
        </p:nvSpPr>
        <p:spPr>
          <a:xfrm>
            <a:off x="5036868" y="4593012"/>
            <a:ext cx="2129581" cy="1642234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6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厚爱健康</a:t>
            </a:r>
            <a:endParaRPr lang="zh-CN" altLang="en-US" sz="2000" b="0" i="0" u="none" strike="noStrike">
              <a:solidFill>
                <a:schemeClr val="accent6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平台建设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运营执行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风控合规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数据服务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子标题3-[3]【1】"/>
          <p:cNvSpPr/>
          <p:nvPr>
            <p:custDataLst>
              <p:tags r:id="rId38"/>
            </p:custDataLst>
          </p:nvPr>
        </p:nvSpPr>
        <p:spPr>
          <a:xfrm>
            <a:off x="4737360" y="4546745"/>
            <a:ext cx="2448000" cy="440882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6"/>
          <p:cNvSpPr/>
          <p:nvPr>
            <p:custDataLst>
              <p:tags r:id="rId39"/>
            </p:custDataLst>
          </p:nvPr>
        </p:nvSpPr>
        <p:spPr>
          <a:xfrm>
            <a:off x="8556346" y="1928777"/>
            <a:ext cx="1924792" cy="673306"/>
          </a:xfrm>
          <a:custGeom>
            <a:avLst/>
            <a:gdLst/>
            <a:ahLst/>
            <a:cxnLst/>
            <a:rect l="l" t="t" r="r" b="b"/>
            <a:pathLst>
              <a:path w="1924792" h="673306">
                <a:moveTo>
                  <a:pt x="1896694" y="602799"/>
                </a:moveTo>
                <a:cubicBezTo>
                  <a:pt x="1900209" y="571081"/>
                  <a:pt x="1910744" y="542877"/>
                  <a:pt x="1924793" y="518198"/>
                </a:cubicBezTo>
                <a:cubicBezTo>
                  <a:pt x="1791319" y="475898"/>
                  <a:pt x="1703508" y="387772"/>
                  <a:pt x="1601648" y="292589"/>
                </a:cubicBezTo>
                <a:cubicBezTo>
                  <a:pt x="1461154" y="155105"/>
                  <a:pt x="1299581" y="0"/>
                  <a:pt x="986981" y="0"/>
                </a:cubicBezTo>
                <a:cubicBezTo>
                  <a:pt x="674380" y="0"/>
                  <a:pt x="512807" y="155105"/>
                  <a:pt x="368798" y="292589"/>
                </a:cubicBezTo>
                <a:cubicBezTo>
                  <a:pt x="259918" y="398345"/>
                  <a:pt x="161573" y="493519"/>
                  <a:pt x="0" y="532295"/>
                </a:cubicBezTo>
                <a:cubicBezTo>
                  <a:pt x="14049" y="556974"/>
                  <a:pt x="21079" y="588702"/>
                  <a:pt x="21079" y="620430"/>
                </a:cubicBezTo>
                <a:cubicBezTo>
                  <a:pt x="21079" y="638051"/>
                  <a:pt x="17564" y="655682"/>
                  <a:pt x="14049" y="673303"/>
                </a:cubicBezTo>
                <a:cubicBezTo>
                  <a:pt x="224790" y="627478"/>
                  <a:pt x="351244" y="504101"/>
                  <a:pt x="467144" y="394821"/>
                </a:cubicBezTo>
                <a:cubicBezTo>
                  <a:pt x="607647" y="257337"/>
                  <a:pt x="730577" y="141008"/>
                  <a:pt x="986981" y="141008"/>
                </a:cubicBezTo>
                <a:cubicBezTo>
                  <a:pt x="1243384" y="141008"/>
                  <a:pt x="1362808" y="257337"/>
                  <a:pt x="1506817" y="394821"/>
                </a:cubicBezTo>
                <a:cubicBezTo>
                  <a:pt x="1608677" y="493519"/>
                  <a:pt x="1724587" y="606323"/>
                  <a:pt x="1900209" y="655682"/>
                </a:cubicBezTo>
                <a:cubicBezTo>
                  <a:pt x="1896694" y="638051"/>
                  <a:pt x="1896694" y="620430"/>
                  <a:pt x="1896694" y="602799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Freeform 7"/>
          <p:cNvSpPr/>
          <p:nvPr>
            <p:custDataLst>
              <p:tags r:id="rId40"/>
            </p:custDataLst>
          </p:nvPr>
        </p:nvSpPr>
        <p:spPr>
          <a:xfrm>
            <a:off x="10851230" y="1928777"/>
            <a:ext cx="1035970" cy="667361"/>
          </a:xfrm>
          <a:custGeom>
            <a:avLst/>
            <a:gdLst/>
            <a:ahLst/>
            <a:cxnLst/>
            <a:rect l="l" t="t" r="r" b="b"/>
            <a:pathLst>
              <a:path w="1035970" h="667361">
                <a:moveTo>
                  <a:pt x="965730" y="0"/>
                </a:moveTo>
                <a:cubicBezTo>
                  <a:pt x="653186" y="0"/>
                  <a:pt x="491642" y="155362"/>
                  <a:pt x="347662" y="293075"/>
                </a:cubicBezTo>
                <a:cubicBezTo>
                  <a:pt x="242316" y="395468"/>
                  <a:pt x="147495" y="487280"/>
                  <a:pt x="0" y="526123"/>
                </a:cubicBezTo>
                <a:cubicBezTo>
                  <a:pt x="14049" y="554365"/>
                  <a:pt x="21069" y="586149"/>
                  <a:pt x="21069" y="621459"/>
                </a:cubicBezTo>
                <a:cubicBezTo>
                  <a:pt x="21069" y="639108"/>
                  <a:pt x="21069" y="653234"/>
                  <a:pt x="17555" y="667360"/>
                </a:cubicBezTo>
                <a:cubicBezTo>
                  <a:pt x="210703" y="621459"/>
                  <a:pt x="333613" y="501406"/>
                  <a:pt x="445999" y="395468"/>
                </a:cubicBezTo>
                <a:cubicBezTo>
                  <a:pt x="586464" y="257766"/>
                  <a:pt x="709374" y="141237"/>
                  <a:pt x="965730" y="141237"/>
                </a:cubicBezTo>
                <a:cubicBezTo>
                  <a:pt x="1004364" y="141237"/>
                  <a:pt x="1035968" y="109461"/>
                  <a:pt x="1035968" y="70618"/>
                </a:cubicBezTo>
                <a:cubicBezTo>
                  <a:pt x="1035968" y="31775"/>
                  <a:pt x="1004364" y="0"/>
                  <a:pt x="965730" y="0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Freeform 5"/>
          <p:cNvSpPr/>
          <p:nvPr>
            <p:custDataLst>
              <p:tags r:id="rId41"/>
            </p:custDataLst>
          </p:nvPr>
        </p:nvSpPr>
        <p:spPr>
          <a:xfrm>
            <a:off x="1725334" y="1928777"/>
            <a:ext cx="1926278" cy="667361"/>
          </a:xfrm>
          <a:custGeom>
            <a:avLst/>
            <a:gdLst/>
            <a:ahLst/>
            <a:cxnLst/>
            <a:rect l="l" t="t" r="r" b="b"/>
            <a:pathLst>
              <a:path w="1926278" h="667361">
                <a:moveTo>
                  <a:pt x="1905190" y="603799"/>
                </a:moveTo>
                <a:cubicBezTo>
                  <a:pt x="1905190" y="575558"/>
                  <a:pt x="1915735" y="550840"/>
                  <a:pt x="1926279" y="526123"/>
                </a:cubicBezTo>
                <a:cubicBezTo>
                  <a:pt x="1778641" y="487280"/>
                  <a:pt x="1683734" y="395468"/>
                  <a:pt x="1578283" y="293075"/>
                </a:cubicBezTo>
                <a:cubicBezTo>
                  <a:pt x="1434160" y="155362"/>
                  <a:pt x="1272464" y="0"/>
                  <a:pt x="959625" y="0"/>
                </a:cubicBezTo>
                <a:cubicBezTo>
                  <a:pt x="646776" y="0"/>
                  <a:pt x="485089" y="155362"/>
                  <a:pt x="344481" y="293075"/>
                </a:cubicBezTo>
                <a:cubicBezTo>
                  <a:pt x="239030" y="391944"/>
                  <a:pt x="144123" y="483746"/>
                  <a:pt x="0" y="522589"/>
                </a:cubicBezTo>
                <a:cubicBezTo>
                  <a:pt x="17574" y="554365"/>
                  <a:pt x="24603" y="586149"/>
                  <a:pt x="24603" y="621459"/>
                </a:cubicBezTo>
                <a:cubicBezTo>
                  <a:pt x="24603" y="635584"/>
                  <a:pt x="24603" y="649710"/>
                  <a:pt x="21088" y="663826"/>
                </a:cubicBezTo>
                <a:cubicBezTo>
                  <a:pt x="210903" y="614401"/>
                  <a:pt x="330422" y="501406"/>
                  <a:pt x="439388" y="395468"/>
                </a:cubicBezTo>
                <a:cubicBezTo>
                  <a:pt x="579996" y="257766"/>
                  <a:pt x="703021" y="141237"/>
                  <a:pt x="959625" y="141237"/>
                </a:cubicBezTo>
                <a:cubicBezTo>
                  <a:pt x="1216228" y="141237"/>
                  <a:pt x="1339253" y="257766"/>
                  <a:pt x="1479861" y="395468"/>
                </a:cubicBezTo>
                <a:cubicBezTo>
                  <a:pt x="1588827" y="501406"/>
                  <a:pt x="1711852" y="621459"/>
                  <a:pt x="1908705" y="667360"/>
                </a:cubicBezTo>
                <a:cubicBezTo>
                  <a:pt x="1905190" y="646176"/>
                  <a:pt x="1901676" y="624992"/>
                  <a:pt x="1905190" y="603799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Freeform 8"/>
          <p:cNvSpPr/>
          <p:nvPr>
            <p:custDataLst>
              <p:tags r:id="rId42"/>
            </p:custDataLst>
          </p:nvPr>
        </p:nvSpPr>
        <p:spPr>
          <a:xfrm>
            <a:off x="4020223" y="1928779"/>
            <a:ext cx="1859395" cy="656956"/>
          </a:xfrm>
          <a:custGeom>
            <a:avLst/>
            <a:gdLst/>
            <a:ahLst/>
            <a:cxnLst/>
            <a:rect l="l" t="t" r="r" b="b"/>
            <a:pathLst>
              <a:path w="1859395" h="656956">
                <a:moveTo>
                  <a:pt x="1827762" y="603980"/>
                </a:moveTo>
                <a:cubicBezTo>
                  <a:pt x="1831276" y="572186"/>
                  <a:pt x="1841821" y="540401"/>
                  <a:pt x="1859394" y="512140"/>
                </a:cubicBezTo>
                <a:cubicBezTo>
                  <a:pt x="1736369" y="466230"/>
                  <a:pt x="1648501" y="384991"/>
                  <a:pt x="1553594" y="293160"/>
                </a:cubicBezTo>
                <a:cubicBezTo>
                  <a:pt x="1412996" y="155410"/>
                  <a:pt x="1251309" y="0"/>
                  <a:pt x="938489" y="0"/>
                </a:cubicBezTo>
                <a:cubicBezTo>
                  <a:pt x="625659" y="0"/>
                  <a:pt x="463972" y="155410"/>
                  <a:pt x="319859" y="293160"/>
                </a:cubicBezTo>
                <a:cubicBezTo>
                  <a:pt x="221437" y="388525"/>
                  <a:pt x="133569" y="476822"/>
                  <a:pt x="0" y="519208"/>
                </a:cubicBezTo>
                <a:cubicBezTo>
                  <a:pt x="17574" y="547459"/>
                  <a:pt x="28118" y="582787"/>
                  <a:pt x="28118" y="621640"/>
                </a:cubicBezTo>
                <a:cubicBezTo>
                  <a:pt x="28118" y="635765"/>
                  <a:pt x="24603" y="646357"/>
                  <a:pt x="24603" y="656958"/>
                </a:cubicBezTo>
                <a:cubicBezTo>
                  <a:pt x="200349" y="607505"/>
                  <a:pt x="312830" y="494481"/>
                  <a:pt x="418271" y="395583"/>
                </a:cubicBezTo>
                <a:cubicBezTo>
                  <a:pt x="558870" y="257842"/>
                  <a:pt x="681895" y="141284"/>
                  <a:pt x="938489" y="141284"/>
                </a:cubicBezTo>
                <a:cubicBezTo>
                  <a:pt x="1195073" y="141284"/>
                  <a:pt x="1314583" y="257842"/>
                  <a:pt x="1458697" y="395583"/>
                </a:cubicBezTo>
                <a:cubicBezTo>
                  <a:pt x="1557109" y="490947"/>
                  <a:pt x="1666075" y="596913"/>
                  <a:pt x="1827762" y="649891"/>
                </a:cubicBezTo>
                <a:cubicBezTo>
                  <a:pt x="1827762" y="635765"/>
                  <a:pt x="1827762" y="621640"/>
                  <a:pt x="1827762" y="603980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Freeform 9"/>
          <p:cNvSpPr/>
          <p:nvPr>
            <p:custDataLst>
              <p:tags r:id="rId43"/>
            </p:custDataLst>
          </p:nvPr>
        </p:nvSpPr>
        <p:spPr>
          <a:xfrm>
            <a:off x="340078" y="1928777"/>
            <a:ext cx="1016647" cy="659929"/>
          </a:xfrm>
          <a:custGeom>
            <a:avLst/>
            <a:gdLst/>
            <a:ahLst/>
            <a:cxnLst/>
            <a:rect l="l" t="t" r="r" b="b"/>
            <a:pathLst>
              <a:path w="1016647" h="659929">
                <a:moveTo>
                  <a:pt x="992019" y="603466"/>
                </a:moveTo>
                <a:cubicBezTo>
                  <a:pt x="995543" y="575234"/>
                  <a:pt x="1006097" y="547002"/>
                  <a:pt x="1016651" y="518770"/>
                </a:cubicBezTo>
                <a:cubicBezTo>
                  <a:pt x="882968" y="476421"/>
                  <a:pt x="791508" y="391725"/>
                  <a:pt x="689486" y="292913"/>
                </a:cubicBezTo>
                <a:cubicBezTo>
                  <a:pt x="545259" y="155277"/>
                  <a:pt x="383438" y="0"/>
                  <a:pt x="70352" y="0"/>
                </a:cubicBezTo>
                <a:cubicBezTo>
                  <a:pt x="31661" y="0"/>
                  <a:pt x="0" y="31766"/>
                  <a:pt x="0" y="70580"/>
                </a:cubicBezTo>
                <a:cubicBezTo>
                  <a:pt x="0" y="109404"/>
                  <a:pt x="31661" y="141161"/>
                  <a:pt x="70352" y="141161"/>
                </a:cubicBezTo>
                <a:cubicBezTo>
                  <a:pt x="327155" y="141161"/>
                  <a:pt x="450275" y="257623"/>
                  <a:pt x="590988" y="395249"/>
                </a:cubicBezTo>
                <a:cubicBezTo>
                  <a:pt x="696525" y="497596"/>
                  <a:pt x="816130" y="610524"/>
                  <a:pt x="995543" y="659930"/>
                </a:cubicBezTo>
                <a:cubicBezTo>
                  <a:pt x="992019" y="642280"/>
                  <a:pt x="992019" y="624640"/>
                  <a:pt x="992019" y="603466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Freeform 6"/>
          <p:cNvSpPr/>
          <p:nvPr>
            <p:custDataLst>
              <p:tags r:id="rId44"/>
            </p:custDataLst>
          </p:nvPr>
        </p:nvSpPr>
        <p:spPr>
          <a:xfrm>
            <a:off x="6245253" y="1928777"/>
            <a:ext cx="1924792" cy="673306"/>
          </a:xfrm>
          <a:custGeom>
            <a:avLst/>
            <a:gdLst/>
            <a:ahLst/>
            <a:cxnLst/>
            <a:rect l="l" t="t" r="r" b="b"/>
            <a:pathLst>
              <a:path w="1924792" h="673306">
                <a:moveTo>
                  <a:pt x="1896694" y="602799"/>
                </a:moveTo>
                <a:cubicBezTo>
                  <a:pt x="1900209" y="571081"/>
                  <a:pt x="1910744" y="542877"/>
                  <a:pt x="1924793" y="518198"/>
                </a:cubicBezTo>
                <a:cubicBezTo>
                  <a:pt x="1791319" y="475898"/>
                  <a:pt x="1703508" y="387772"/>
                  <a:pt x="1601648" y="292589"/>
                </a:cubicBezTo>
                <a:cubicBezTo>
                  <a:pt x="1461154" y="155105"/>
                  <a:pt x="1299581" y="0"/>
                  <a:pt x="986981" y="0"/>
                </a:cubicBezTo>
                <a:cubicBezTo>
                  <a:pt x="674380" y="0"/>
                  <a:pt x="512807" y="155105"/>
                  <a:pt x="368798" y="292589"/>
                </a:cubicBezTo>
                <a:cubicBezTo>
                  <a:pt x="259918" y="398345"/>
                  <a:pt x="161573" y="493519"/>
                  <a:pt x="0" y="532295"/>
                </a:cubicBezTo>
                <a:cubicBezTo>
                  <a:pt x="14049" y="556974"/>
                  <a:pt x="21079" y="588702"/>
                  <a:pt x="21079" y="620430"/>
                </a:cubicBezTo>
                <a:cubicBezTo>
                  <a:pt x="21079" y="638051"/>
                  <a:pt x="17564" y="655682"/>
                  <a:pt x="14049" y="673303"/>
                </a:cubicBezTo>
                <a:cubicBezTo>
                  <a:pt x="224790" y="627478"/>
                  <a:pt x="351244" y="504101"/>
                  <a:pt x="467144" y="394821"/>
                </a:cubicBezTo>
                <a:cubicBezTo>
                  <a:pt x="607647" y="257337"/>
                  <a:pt x="730577" y="141008"/>
                  <a:pt x="986981" y="141008"/>
                </a:cubicBezTo>
                <a:cubicBezTo>
                  <a:pt x="1243384" y="141008"/>
                  <a:pt x="1362808" y="257337"/>
                  <a:pt x="1506817" y="394821"/>
                </a:cubicBezTo>
                <a:cubicBezTo>
                  <a:pt x="1608677" y="493519"/>
                  <a:pt x="1724587" y="606323"/>
                  <a:pt x="1900209" y="655682"/>
                </a:cubicBezTo>
                <a:cubicBezTo>
                  <a:pt x="1896694" y="638051"/>
                  <a:pt x="1896694" y="620430"/>
                  <a:pt x="1896694" y="602799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Freeform 10"/>
          <p:cNvSpPr/>
          <p:nvPr>
            <p:custDataLst>
              <p:tags r:id="rId45"/>
            </p:custDataLst>
          </p:nvPr>
        </p:nvSpPr>
        <p:spPr>
          <a:xfrm>
            <a:off x="7801434" y="3364565"/>
            <a:ext cx="1107313" cy="1007728"/>
          </a:xfrm>
          <a:custGeom>
            <a:avLst/>
            <a:gdLst/>
            <a:ahLst/>
            <a:cxnLst/>
            <a:rect l="l" t="t" r="r" b="b"/>
            <a:pathLst>
              <a:path w="1107313" h="1007728">
                <a:moveTo>
                  <a:pt x="1107310" y="810406"/>
                </a:moveTo>
                <a:cubicBezTo>
                  <a:pt x="1107310" y="0"/>
                  <a:pt x="1107310" y="0"/>
                  <a:pt x="11073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10406"/>
                  <a:pt x="0" y="810406"/>
                  <a:pt x="0" y="810406"/>
                </a:cubicBezTo>
                <a:cubicBezTo>
                  <a:pt x="0" y="919639"/>
                  <a:pt x="87878" y="1007726"/>
                  <a:pt x="196853" y="1007726"/>
                </a:cubicBezTo>
                <a:cubicBezTo>
                  <a:pt x="910457" y="1007726"/>
                  <a:pt x="910457" y="1007726"/>
                  <a:pt x="910457" y="1007726"/>
                </a:cubicBezTo>
                <a:cubicBezTo>
                  <a:pt x="1019432" y="1007726"/>
                  <a:pt x="1107310" y="919639"/>
                  <a:pt x="1107310" y="810406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ectangle 11"/>
          <p:cNvSpPr/>
          <p:nvPr>
            <p:custDataLst>
              <p:tags r:id="rId46"/>
            </p:custDataLst>
          </p:nvPr>
        </p:nvSpPr>
        <p:spPr>
          <a:xfrm>
            <a:off x="7801434" y="3364565"/>
            <a:ext cx="1107313" cy="164982"/>
          </a:xfrm>
          <a:custGeom>
            <a:avLst/>
            <a:gdLst/>
            <a:ahLst/>
            <a:cxnLst/>
            <a:rect l="l" t="t" r="r" b="b"/>
            <a:pathLst>
              <a:path w="1107313" h="164982">
                <a:moveTo>
                  <a:pt x="0" y="0"/>
                </a:moveTo>
                <a:lnTo>
                  <a:pt x="1107310" y="0"/>
                </a:lnTo>
                <a:lnTo>
                  <a:pt x="1107310" y="164983"/>
                </a:lnTo>
                <a:lnTo>
                  <a:pt x="0" y="16498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Freeform 12"/>
          <p:cNvSpPr/>
          <p:nvPr>
            <p:custDataLst>
              <p:tags r:id="rId47"/>
            </p:custDataLst>
          </p:nvPr>
        </p:nvSpPr>
        <p:spPr>
          <a:xfrm>
            <a:off x="8275572" y="2468311"/>
            <a:ext cx="162010" cy="162009"/>
          </a:xfrm>
          <a:custGeom>
            <a:avLst/>
            <a:gdLst/>
            <a:ahLst/>
            <a:cxnLst/>
            <a:rect l="l" t="t" r="r" b="b"/>
            <a:pathLst>
              <a:path w="162010" h="162009">
                <a:moveTo>
                  <a:pt x="81001" y="162011"/>
                </a:moveTo>
                <a:cubicBezTo>
                  <a:pt x="81001" y="162011"/>
                  <a:pt x="81001" y="162011"/>
                  <a:pt x="81001" y="162011"/>
                </a:cubicBezTo>
                <a:cubicBezTo>
                  <a:pt x="35223" y="162011"/>
                  <a:pt x="0" y="126787"/>
                  <a:pt x="0" y="81001"/>
                </a:cubicBezTo>
                <a:cubicBezTo>
                  <a:pt x="0" y="81001"/>
                  <a:pt x="0" y="81001"/>
                  <a:pt x="0" y="81001"/>
                </a:cubicBezTo>
                <a:cubicBezTo>
                  <a:pt x="0" y="35223"/>
                  <a:pt x="35223" y="0"/>
                  <a:pt x="81001" y="0"/>
                </a:cubicBezTo>
                <a:cubicBezTo>
                  <a:pt x="81001" y="0"/>
                  <a:pt x="81001" y="0"/>
                  <a:pt x="81001" y="0"/>
                </a:cubicBezTo>
                <a:cubicBezTo>
                  <a:pt x="123273" y="0"/>
                  <a:pt x="162011" y="35223"/>
                  <a:pt x="162011" y="81001"/>
                </a:cubicBezTo>
                <a:cubicBezTo>
                  <a:pt x="162011" y="81001"/>
                  <a:pt x="162011" y="81001"/>
                  <a:pt x="162011" y="81001"/>
                </a:cubicBezTo>
                <a:cubicBezTo>
                  <a:pt x="162011" y="126787"/>
                  <a:pt x="123273" y="162011"/>
                  <a:pt x="81001" y="162011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Freeform 13"/>
          <p:cNvSpPr/>
          <p:nvPr>
            <p:custDataLst>
              <p:tags r:id="rId48"/>
            </p:custDataLst>
          </p:nvPr>
        </p:nvSpPr>
        <p:spPr>
          <a:xfrm>
            <a:off x="8164098" y="2362782"/>
            <a:ext cx="379013" cy="1099880"/>
          </a:xfrm>
          <a:custGeom>
            <a:avLst/>
            <a:gdLst/>
            <a:ahLst/>
            <a:cxnLst/>
            <a:rect l="l" t="t" r="r" b="b"/>
            <a:pathLst>
              <a:path w="379013" h="1099880">
                <a:moveTo>
                  <a:pt x="157924" y="1099880"/>
                </a:moveTo>
                <a:cubicBezTo>
                  <a:pt x="157924" y="518217"/>
                  <a:pt x="157924" y="518217"/>
                  <a:pt x="157924" y="518217"/>
                </a:cubicBezTo>
                <a:cubicBezTo>
                  <a:pt x="157924" y="447704"/>
                  <a:pt x="126340" y="380724"/>
                  <a:pt x="70190" y="331375"/>
                </a:cubicBezTo>
                <a:cubicBezTo>
                  <a:pt x="24565" y="292598"/>
                  <a:pt x="0" y="232667"/>
                  <a:pt x="3505" y="172736"/>
                </a:cubicBezTo>
                <a:cubicBezTo>
                  <a:pt x="10525" y="81077"/>
                  <a:pt x="80715" y="10573"/>
                  <a:pt x="171964" y="0"/>
                </a:cubicBezTo>
                <a:cubicBezTo>
                  <a:pt x="178975" y="0"/>
                  <a:pt x="185995" y="0"/>
                  <a:pt x="193015" y="0"/>
                </a:cubicBezTo>
                <a:cubicBezTo>
                  <a:pt x="294789" y="0"/>
                  <a:pt x="379009" y="84611"/>
                  <a:pt x="379009" y="186842"/>
                </a:cubicBezTo>
                <a:cubicBezTo>
                  <a:pt x="379009" y="243240"/>
                  <a:pt x="354444" y="296123"/>
                  <a:pt x="312334" y="334899"/>
                </a:cubicBezTo>
                <a:cubicBezTo>
                  <a:pt x="256184" y="377200"/>
                  <a:pt x="224600" y="444179"/>
                  <a:pt x="224600" y="518217"/>
                </a:cubicBezTo>
                <a:cubicBezTo>
                  <a:pt x="224600" y="1099880"/>
                  <a:pt x="224600" y="1099880"/>
                  <a:pt x="224600" y="1099880"/>
                </a:cubicBezTo>
                <a:lnTo>
                  <a:pt x="157924" y="1099880"/>
                </a:lnTo>
                <a:close/>
                <a:moveTo>
                  <a:pt x="193015" y="66980"/>
                </a:moveTo>
                <a:cubicBezTo>
                  <a:pt x="126340" y="66980"/>
                  <a:pt x="70190" y="119863"/>
                  <a:pt x="70190" y="186842"/>
                </a:cubicBezTo>
                <a:cubicBezTo>
                  <a:pt x="70190" y="253822"/>
                  <a:pt x="126340" y="310220"/>
                  <a:pt x="193015" y="310220"/>
                </a:cubicBezTo>
                <a:cubicBezTo>
                  <a:pt x="259690" y="310220"/>
                  <a:pt x="312334" y="253822"/>
                  <a:pt x="312334" y="186842"/>
                </a:cubicBezTo>
                <a:cubicBezTo>
                  <a:pt x="312334" y="119863"/>
                  <a:pt x="259690" y="66980"/>
                  <a:pt x="193015" y="66980"/>
                </a:cubicBezTo>
                <a:close/>
              </a:path>
            </a:pathLst>
          </a:custGeom>
          <a:solidFill>
            <a:schemeClr val="bg1">
              <a:lumMod val="86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Freeform 14"/>
          <p:cNvSpPr/>
          <p:nvPr>
            <p:custDataLst>
              <p:tags r:id="rId49"/>
            </p:custDataLst>
          </p:nvPr>
        </p:nvSpPr>
        <p:spPr>
          <a:xfrm>
            <a:off x="8300840" y="3385373"/>
            <a:ext cx="112960" cy="112960"/>
          </a:xfrm>
          <a:custGeom>
            <a:avLst/>
            <a:gdLst/>
            <a:ahLst/>
            <a:cxnLst/>
            <a:rect l="l" t="t" r="r" b="b"/>
            <a:pathLst>
              <a:path w="112960" h="112960">
                <a:moveTo>
                  <a:pt x="56483" y="112957"/>
                </a:moveTo>
                <a:cubicBezTo>
                  <a:pt x="56483" y="112957"/>
                  <a:pt x="56483" y="112957"/>
                  <a:pt x="56483" y="112957"/>
                </a:cubicBezTo>
                <a:cubicBezTo>
                  <a:pt x="24708" y="112957"/>
                  <a:pt x="0" y="88249"/>
                  <a:pt x="0" y="56483"/>
                </a:cubicBezTo>
                <a:cubicBezTo>
                  <a:pt x="0" y="56483"/>
                  <a:pt x="0" y="56483"/>
                  <a:pt x="0" y="56483"/>
                </a:cubicBezTo>
                <a:cubicBezTo>
                  <a:pt x="0" y="28242"/>
                  <a:pt x="24708" y="0"/>
                  <a:pt x="56483" y="0"/>
                </a:cubicBezTo>
                <a:cubicBezTo>
                  <a:pt x="56483" y="0"/>
                  <a:pt x="56483" y="0"/>
                  <a:pt x="56483" y="0"/>
                </a:cubicBezTo>
                <a:cubicBezTo>
                  <a:pt x="88249" y="0"/>
                  <a:pt x="112957" y="28242"/>
                  <a:pt x="112957" y="56483"/>
                </a:cubicBezTo>
                <a:cubicBezTo>
                  <a:pt x="112957" y="56483"/>
                  <a:pt x="112957" y="56483"/>
                  <a:pt x="112957" y="56483"/>
                </a:cubicBezTo>
                <a:cubicBezTo>
                  <a:pt x="112957" y="88249"/>
                  <a:pt x="88249" y="112957"/>
                  <a:pt x="56483" y="11295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15"/>
          <p:cNvSpPr/>
          <p:nvPr>
            <p:custDataLst>
              <p:tags r:id="rId50"/>
            </p:custDataLst>
          </p:nvPr>
        </p:nvSpPr>
        <p:spPr>
          <a:xfrm>
            <a:off x="8329080" y="3413614"/>
            <a:ext cx="56480" cy="59452"/>
          </a:xfrm>
          <a:custGeom>
            <a:avLst/>
            <a:gdLst/>
            <a:ahLst/>
            <a:cxnLst/>
            <a:rect l="l" t="t" r="r" b="b"/>
            <a:pathLst>
              <a:path w="56480" h="59452">
                <a:moveTo>
                  <a:pt x="28242" y="59455"/>
                </a:moveTo>
                <a:cubicBezTo>
                  <a:pt x="28242" y="59455"/>
                  <a:pt x="28242" y="59455"/>
                  <a:pt x="28242" y="59455"/>
                </a:cubicBezTo>
                <a:cubicBezTo>
                  <a:pt x="10592" y="59455"/>
                  <a:pt x="0" y="45463"/>
                  <a:pt x="0" y="27975"/>
                </a:cubicBezTo>
                <a:cubicBezTo>
                  <a:pt x="0" y="27975"/>
                  <a:pt x="0" y="27975"/>
                  <a:pt x="0" y="27975"/>
                </a:cubicBezTo>
                <a:cubicBezTo>
                  <a:pt x="0" y="13992"/>
                  <a:pt x="10592" y="0"/>
                  <a:pt x="28242" y="0"/>
                </a:cubicBezTo>
                <a:cubicBezTo>
                  <a:pt x="28242" y="0"/>
                  <a:pt x="28242" y="0"/>
                  <a:pt x="28242" y="0"/>
                </a:cubicBezTo>
                <a:cubicBezTo>
                  <a:pt x="42358" y="0"/>
                  <a:pt x="56483" y="13992"/>
                  <a:pt x="56483" y="27975"/>
                </a:cubicBezTo>
                <a:cubicBezTo>
                  <a:pt x="56483" y="27975"/>
                  <a:pt x="56483" y="27975"/>
                  <a:pt x="56483" y="27975"/>
                </a:cubicBezTo>
                <a:cubicBezTo>
                  <a:pt x="56483" y="45463"/>
                  <a:pt x="42358" y="59455"/>
                  <a:pt x="28242" y="5945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序号4-[4]【1】"/>
          <p:cNvSpPr txBox="1"/>
          <p:nvPr>
            <p:custDataLst>
              <p:tags r:id="rId51"/>
            </p:custDataLst>
          </p:nvPr>
        </p:nvSpPr>
        <p:spPr>
          <a:xfrm>
            <a:off x="7945139" y="1676929"/>
            <a:ext cx="828824" cy="58745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lang="zh-CN" altLang="en-US" sz="4600" b="1" i="0" u="none" strike="noStrike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4600" b="1" i="0" u="none" strike="noStrike">
              <a:solidFill>
                <a:schemeClr val="accent4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icon4-[4]【1】"/>
          <p:cNvSpPr/>
          <p:nvPr>
            <p:custDataLst>
              <p:tags r:id="rId52"/>
            </p:custDataLst>
          </p:nvPr>
        </p:nvSpPr>
        <p:spPr>
          <a:xfrm>
            <a:off x="8130027" y="370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866775" h="866775">
                <a:moveTo>
                  <a:pt x="507682" y="347662"/>
                </a:moveTo>
                <a:lnTo>
                  <a:pt x="497205" y="347662"/>
                </a:lnTo>
                <a:cubicBezTo>
                  <a:pt x="493395" y="332422"/>
                  <a:pt x="487680" y="315278"/>
                  <a:pt x="478155" y="297180"/>
                </a:cubicBezTo>
                <a:cubicBezTo>
                  <a:pt x="446722" y="238125"/>
                  <a:pt x="390525" y="205740"/>
                  <a:pt x="320993" y="205740"/>
                </a:cubicBezTo>
                <a:cubicBezTo>
                  <a:pt x="250508" y="205740"/>
                  <a:pt x="194310" y="238125"/>
                  <a:pt x="163830" y="297180"/>
                </a:cubicBezTo>
                <a:cubicBezTo>
                  <a:pt x="154305" y="316230"/>
                  <a:pt x="148590" y="335280"/>
                  <a:pt x="144780" y="350520"/>
                </a:cubicBezTo>
                <a:cubicBezTo>
                  <a:pt x="69533" y="364807"/>
                  <a:pt x="19050" y="422910"/>
                  <a:pt x="19050" y="500062"/>
                </a:cubicBezTo>
                <a:cubicBezTo>
                  <a:pt x="19050" y="549592"/>
                  <a:pt x="42862" y="595312"/>
                  <a:pt x="81915" y="622935"/>
                </a:cubicBezTo>
                <a:cubicBezTo>
                  <a:pt x="99060" y="635318"/>
                  <a:pt x="122872" y="631508"/>
                  <a:pt x="135255" y="614362"/>
                </a:cubicBezTo>
                <a:cubicBezTo>
                  <a:pt x="147638" y="597218"/>
                  <a:pt x="143828" y="573405"/>
                  <a:pt x="126683" y="561023"/>
                </a:cubicBezTo>
                <a:cubicBezTo>
                  <a:pt x="107633" y="547688"/>
                  <a:pt x="96203" y="524828"/>
                  <a:pt x="96203" y="500062"/>
                </a:cubicBezTo>
                <a:cubicBezTo>
                  <a:pt x="96203" y="454343"/>
                  <a:pt x="129540" y="423862"/>
                  <a:pt x="179070" y="423862"/>
                </a:cubicBezTo>
                <a:cubicBezTo>
                  <a:pt x="200025" y="423862"/>
                  <a:pt x="216218" y="407670"/>
                  <a:pt x="217170" y="386715"/>
                </a:cubicBezTo>
                <a:cubicBezTo>
                  <a:pt x="217170" y="376238"/>
                  <a:pt x="222885" y="280987"/>
                  <a:pt x="320993" y="280987"/>
                </a:cubicBezTo>
                <a:cubicBezTo>
                  <a:pt x="362903" y="280987"/>
                  <a:pt x="392430" y="297180"/>
                  <a:pt x="410528" y="329565"/>
                </a:cubicBezTo>
                <a:cubicBezTo>
                  <a:pt x="425767" y="357188"/>
                  <a:pt x="427672" y="386715"/>
                  <a:pt x="427672" y="386715"/>
                </a:cubicBezTo>
                <a:cubicBezTo>
                  <a:pt x="428625" y="406717"/>
                  <a:pt x="445770" y="422910"/>
                  <a:pt x="465772" y="422910"/>
                </a:cubicBezTo>
                <a:lnTo>
                  <a:pt x="508635" y="422910"/>
                </a:lnTo>
                <a:cubicBezTo>
                  <a:pt x="558165" y="422910"/>
                  <a:pt x="591502" y="453390"/>
                  <a:pt x="591502" y="499110"/>
                </a:cubicBezTo>
                <a:cubicBezTo>
                  <a:pt x="591502" y="537210"/>
                  <a:pt x="566738" y="565785"/>
                  <a:pt x="529590" y="573405"/>
                </a:cubicBezTo>
                <a:cubicBezTo>
                  <a:pt x="508635" y="577215"/>
                  <a:pt x="495300" y="597218"/>
                  <a:pt x="499110" y="618172"/>
                </a:cubicBezTo>
                <a:cubicBezTo>
                  <a:pt x="502920" y="636270"/>
                  <a:pt x="518160" y="648652"/>
                  <a:pt x="536258" y="648652"/>
                </a:cubicBezTo>
                <a:cubicBezTo>
                  <a:pt x="539115" y="648652"/>
                  <a:pt x="541020" y="648652"/>
                  <a:pt x="543877" y="647700"/>
                </a:cubicBezTo>
                <a:cubicBezTo>
                  <a:pt x="617220" y="633412"/>
                  <a:pt x="667702" y="572452"/>
                  <a:pt x="667702" y="498157"/>
                </a:cubicBezTo>
                <a:cubicBezTo>
                  <a:pt x="666750" y="412432"/>
                  <a:pt x="599123" y="347662"/>
                  <a:pt x="507682" y="347662"/>
                </a:cubicBezTo>
                <a:close/>
              </a:path>
              <a:path w="866775" h="866775">
                <a:moveTo>
                  <a:pt x="842962" y="318135"/>
                </a:moveTo>
                <a:cubicBezTo>
                  <a:pt x="837248" y="309562"/>
                  <a:pt x="826770" y="304800"/>
                  <a:pt x="817245" y="305753"/>
                </a:cubicBezTo>
                <a:cubicBezTo>
                  <a:pt x="771525" y="309563"/>
                  <a:pt x="726758" y="285750"/>
                  <a:pt x="703898" y="245745"/>
                </a:cubicBezTo>
                <a:cubicBezTo>
                  <a:pt x="681038" y="205740"/>
                  <a:pt x="682943" y="155258"/>
                  <a:pt x="708660" y="118110"/>
                </a:cubicBezTo>
                <a:cubicBezTo>
                  <a:pt x="714375" y="109538"/>
                  <a:pt x="715327" y="98108"/>
                  <a:pt x="710565" y="89535"/>
                </a:cubicBezTo>
                <a:cubicBezTo>
                  <a:pt x="705802" y="80010"/>
                  <a:pt x="696277" y="74295"/>
                  <a:pt x="685800" y="73343"/>
                </a:cubicBezTo>
                <a:cubicBezTo>
                  <a:pt x="650558" y="71438"/>
                  <a:pt x="615315" y="80963"/>
                  <a:pt x="584835" y="98108"/>
                </a:cubicBezTo>
                <a:cubicBezTo>
                  <a:pt x="534352" y="127635"/>
                  <a:pt x="500062" y="178118"/>
                  <a:pt x="492443" y="236220"/>
                </a:cubicBezTo>
                <a:cubicBezTo>
                  <a:pt x="490538" y="251460"/>
                  <a:pt x="501015" y="265748"/>
                  <a:pt x="517207" y="268605"/>
                </a:cubicBezTo>
                <a:cubicBezTo>
                  <a:pt x="532448" y="270510"/>
                  <a:pt x="546735" y="260033"/>
                  <a:pt x="549592" y="243840"/>
                </a:cubicBezTo>
                <a:cubicBezTo>
                  <a:pt x="555308" y="202883"/>
                  <a:pt x="578168" y="168593"/>
                  <a:pt x="613410" y="147638"/>
                </a:cubicBezTo>
                <a:cubicBezTo>
                  <a:pt x="621030" y="142875"/>
                  <a:pt x="628650" y="140018"/>
                  <a:pt x="637223" y="137160"/>
                </a:cubicBezTo>
                <a:cubicBezTo>
                  <a:pt x="623888" y="182880"/>
                  <a:pt x="629602" y="232410"/>
                  <a:pt x="654368" y="274320"/>
                </a:cubicBezTo>
                <a:cubicBezTo>
                  <a:pt x="679132" y="316230"/>
                  <a:pt x="719138" y="345758"/>
                  <a:pt x="764858" y="357188"/>
                </a:cubicBezTo>
                <a:cubicBezTo>
                  <a:pt x="758190" y="362902"/>
                  <a:pt x="751523" y="367665"/>
                  <a:pt x="743902" y="372428"/>
                </a:cubicBezTo>
                <a:cubicBezTo>
                  <a:pt x="736282" y="377190"/>
                  <a:pt x="727710" y="380047"/>
                  <a:pt x="720090" y="382905"/>
                </a:cubicBezTo>
                <a:cubicBezTo>
                  <a:pt x="704850" y="387668"/>
                  <a:pt x="697230" y="403860"/>
                  <a:pt x="701993" y="419100"/>
                </a:cubicBezTo>
                <a:cubicBezTo>
                  <a:pt x="705802" y="431482"/>
                  <a:pt x="717232" y="439102"/>
                  <a:pt x="728663" y="439102"/>
                </a:cubicBezTo>
                <a:cubicBezTo>
                  <a:pt x="731520" y="439102"/>
                  <a:pt x="734378" y="439102"/>
                  <a:pt x="737235" y="437197"/>
                </a:cubicBezTo>
                <a:cubicBezTo>
                  <a:pt x="749618" y="433387"/>
                  <a:pt x="761048" y="427672"/>
                  <a:pt x="771525" y="421957"/>
                </a:cubicBezTo>
                <a:cubicBezTo>
                  <a:pt x="802005" y="403860"/>
                  <a:pt x="826770" y="378142"/>
                  <a:pt x="843915" y="346710"/>
                </a:cubicBezTo>
                <a:cubicBezTo>
                  <a:pt x="849630" y="337185"/>
                  <a:pt x="848677" y="326707"/>
                  <a:pt x="842962" y="318135"/>
                </a:cubicBezTo>
                <a:close/>
              </a:path>
              <a:path w="866775" h="866775">
                <a:moveTo>
                  <a:pt x="240030" y="507682"/>
                </a:moveTo>
                <a:cubicBezTo>
                  <a:pt x="221932" y="502920"/>
                  <a:pt x="203835" y="513398"/>
                  <a:pt x="199072" y="531495"/>
                </a:cubicBezTo>
                <a:lnTo>
                  <a:pt x="145733" y="728662"/>
                </a:lnTo>
                <a:cubicBezTo>
                  <a:pt x="140970" y="746760"/>
                  <a:pt x="151448" y="764858"/>
                  <a:pt x="169545" y="769620"/>
                </a:cubicBezTo>
                <a:cubicBezTo>
                  <a:pt x="172403" y="770573"/>
                  <a:pt x="175260" y="770573"/>
                  <a:pt x="178118" y="770573"/>
                </a:cubicBezTo>
                <a:cubicBezTo>
                  <a:pt x="192405" y="770573"/>
                  <a:pt x="206692" y="761048"/>
                  <a:pt x="210503" y="745808"/>
                </a:cubicBezTo>
                <a:lnTo>
                  <a:pt x="263842" y="548640"/>
                </a:lnTo>
                <a:cubicBezTo>
                  <a:pt x="268605" y="530542"/>
                  <a:pt x="258128" y="512445"/>
                  <a:pt x="240030" y="507682"/>
                </a:cubicBezTo>
                <a:close/>
              </a:path>
              <a:path w="866775" h="866775">
                <a:moveTo>
                  <a:pt x="453390" y="586740"/>
                </a:moveTo>
                <a:lnTo>
                  <a:pt x="411480" y="586740"/>
                </a:lnTo>
                <a:lnTo>
                  <a:pt x="463867" y="513398"/>
                </a:lnTo>
                <a:cubicBezTo>
                  <a:pt x="466725" y="508635"/>
                  <a:pt x="467678" y="502920"/>
                  <a:pt x="464820" y="498157"/>
                </a:cubicBezTo>
                <a:cubicBezTo>
                  <a:pt x="461962" y="493395"/>
                  <a:pt x="457200" y="490538"/>
                  <a:pt x="452437" y="490538"/>
                </a:cubicBezTo>
                <a:lnTo>
                  <a:pt x="347662" y="490538"/>
                </a:lnTo>
                <a:cubicBezTo>
                  <a:pt x="341948" y="490538"/>
                  <a:pt x="336232" y="494348"/>
                  <a:pt x="334328" y="500062"/>
                </a:cubicBezTo>
                <a:lnTo>
                  <a:pt x="276225" y="650558"/>
                </a:lnTo>
                <a:cubicBezTo>
                  <a:pt x="274320" y="655320"/>
                  <a:pt x="275272" y="660082"/>
                  <a:pt x="278130" y="663893"/>
                </a:cubicBezTo>
                <a:cubicBezTo>
                  <a:pt x="280987" y="667702"/>
                  <a:pt x="284798" y="669608"/>
                  <a:pt x="289560" y="669608"/>
                </a:cubicBezTo>
                <a:lnTo>
                  <a:pt x="289560" y="669608"/>
                </a:lnTo>
                <a:lnTo>
                  <a:pt x="320040" y="669608"/>
                </a:lnTo>
                <a:lnTo>
                  <a:pt x="280035" y="774382"/>
                </a:lnTo>
                <a:cubicBezTo>
                  <a:pt x="277178" y="781050"/>
                  <a:pt x="280035" y="787718"/>
                  <a:pt x="285750" y="791528"/>
                </a:cubicBezTo>
                <a:cubicBezTo>
                  <a:pt x="287655" y="792480"/>
                  <a:pt x="290512" y="793432"/>
                  <a:pt x="293370" y="793432"/>
                </a:cubicBezTo>
                <a:cubicBezTo>
                  <a:pt x="297180" y="793432"/>
                  <a:pt x="300990" y="791528"/>
                  <a:pt x="303847" y="788670"/>
                </a:cubicBezTo>
                <a:lnTo>
                  <a:pt x="461962" y="609600"/>
                </a:lnTo>
                <a:cubicBezTo>
                  <a:pt x="465772" y="605790"/>
                  <a:pt x="466725" y="599123"/>
                  <a:pt x="463868" y="594360"/>
                </a:cubicBezTo>
                <a:cubicBezTo>
                  <a:pt x="463868" y="590550"/>
                  <a:pt x="459105" y="586740"/>
                  <a:pt x="453390" y="58674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子内容4-[4]【1】"/>
          <p:cNvSpPr txBox="1"/>
          <p:nvPr>
            <p:custDataLst>
              <p:tags r:id="rId53"/>
            </p:custDataLst>
          </p:nvPr>
        </p:nvSpPr>
        <p:spPr>
          <a:xfrm>
            <a:off x="7322222" y="4700327"/>
            <a:ext cx="2129581" cy="1642234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4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企业商户</a:t>
            </a:r>
            <a:endParaRPr lang="zh-CN" altLang="en-US" sz="2000" b="0" i="0" u="none" strike="noStrike">
              <a:solidFill>
                <a:schemeClr val="accent4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提供商品与服务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参与联合活动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参与用户运营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子标题4-[4]【1】"/>
          <p:cNvSpPr/>
          <p:nvPr>
            <p:custDataLst>
              <p:tags r:id="rId54"/>
            </p:custDataLst>
          </p:nvPr>
        </p:nvSpPr>
        <p:spPr>
          <a:xfrm>
            <a:off x="7003947" y="4372755"/>
            <a:ext cx="2448000" cy="440882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icon5-[5]【1】"/>
          <p:cNvSpPr/>
          <p:nvPr>
            <p:custDataLst>
              <p:tags r:id="rId55"/>
            </p:custDataLst>
          </p:nvPr>
        </p:nvSpPr>
        <p:spPr>
          <a:xfrm>
            <a:off x="10429073" y="3688374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1647739" y="3921586"/>
                </a:moveTo>
                <a:lnTo>
                  <a:pt x="1439403" y="3921586"/>
                </a:lnTo>
                <a:cubicBezTo>
                  <a:pt x="1394264" y="3921586"/>
                  <a:pt x="1357672" y="3958179"/>
                  <a:pt x="1357672" y="4003318"/>
                </a:cubicBezTo>
                <a:lnTo>
                  <a:pt x="1357672" y="4142252"/>
                </a:lnTo>
                <a:lnTo>
                  <a:pt x="667152" y="4142252"/>
                </a:lnTo>
                <a:lnTo>
                  <a:pt x="667152" y="4003318"/>
                </a:lnTo>
                <a:cubicBezTo>
                  <a:pt x="667152" y="3981641"/>
                  <a:pt x="658541" y="3960852"/>
                  <a:pt x="643213" y="3945524"/>
                </a:cubicBezTo>
                <a:cubicBezTo>
                  <a:pt x="627884" y="3930196"/>
                  <a:pt x="607095" y="3921586"/>
                  <a:pt x="585418" y="3921586"/>
                </a:cubicBezTo>
                <a:lnTo>
                  <a:pt x="377081" y="3921586"/>
                </a:lnTo>
                <a:cubicBezTo>
                  <a:pt x="331945" y="3921590"/>
                  <a:pt x="295356" y="3958182"/>
                  <a:pt x="295357" y="4003318"/>
                </a:cubicBezTo>
                <a:lnTo>
                  <a:pt x="295357" y="4530607"/>
                </a:lnTo>
                <a:cubicBezTo>
                  <a:pt x="295356" y="4575746"/>
                  <a:pt x="331947" y="4612338"/>
                  <a:pt x="377086" y="4612340"/>
                </a:cubicBezTo>
                <a:lnTo>
                  <a:pt x="585418" y="4612340"/>
                </a:lnTo>
                <a:cubicBezTo>
                  <a:pt x="607095" y="4612340"/>
                  <a:pt x="627884" y="4603730"/>
                  <a:pt x="643213" y="4588402"/>
                </a:cubicBezTo>
                <a:cubicBezTo>
                  <a:pt x="658541" y="4573074"/>
                  <a:pt x="667152" y="4552284"/>
                  <a:pt x="667152" y="4530607"/>
                </a:cubicBezTo>
                <a:lnTo>
                  <a:pt x="667152" y="4391674"/>
                </a:lnTo>
                <a:lnTo>
                  <a:pt x="1357672" y="4391674"/>
                </a:lnTo>
                <a:lnTo>
                  <a:pt x="1357672" y="4530608"/>
                </a:lnTo>
                <a:cubicBezTo>
                  <a:pt x="1357672" y="4575747"/>
                  <a:pt x="1394264" y="4612340"/>
                  <a:pt x="1439403" y="4612340"/>
                </a:cubicBezTo>
                <a:lnTo>
                  <a:pt x="1647739" y="4612340"/>
                </a:lnTo>
                <a:cubicBezTo>
                  <a:pt x="1669415" y="4612340"/>
                  <a:pt x="1690203" y="4603729"/>
                  <a:pt x="1705530" y="4588401"/>
                </a:cubicBezTo>
                <a:cubicBezTo>
                  <a:pt x="1720857" y="4573073"/>
                  <a:pt x="1729466" y="4552284"/>
                  <a:pt x="1729464" y="4530608"/>
                </a:cubicBezTo>
                <a:lnTo>
                  <a:pt x="1729464" y="4003318"/>
                </a:lnTo>
                <a:cubicBezTo>
                  <a:pt x="1729466" y="3981642"/>
                  <a:pt x="1720857" y="3960853"/>
                  <a:pt x="1705530" y="3945525"/>
                </a:cubicBezTo>
                <a:cubicBezTo>
                  <a:pt x="1690203" y="3930197"/>
                  <a:pt x="1669415" y="3921586"/>
                  <a:pt x="1647739" y="3921586"/>
                </a:cubicBezTo>
                <a:close/>
                <a:moveTo>
                  <a:pt x="552852" y="4498039"/>
                </a:moveTo>
                <a:lnTo>
                  <a:pt x="409652" y="4498039"/>
                </a:lnTo>
                <a:lnTo>
                  <a:pt x="409652" y="4035886"/>
                </a:lnTo>
                <a:lnTo>
                  <a:pt x="552852" y="4035886"/>
                </a:lnTo>
                <a:close/>
                <a:moveTo>
                  <a:pt x="1615169" y="4035886"/>
                </a:moveTo>
                <a:lnTo>
                  <a:pt x="1471972" y="4035886"/>
                </a:lnTo>
                <a:lnTo>
                  <a:pt x="1471972" y="3573734"/>
                </a:lnTo>
                <a:lnTo>
                  <a:pt x="1615169" y="3573734"/>
                </a:lnTo>
                <a:close/>
              </a:path>
              <a:path w="4876800" h="4876800">
                <a:moveTo>
                  <a:pt x="3279172" y="737355"/>
                </a:moveTo>
                <a:lnTo>
                  <a:pt x="4089429" y="737355"/>
                </a:lnTo>
                <a:cubicBezTo>
                  <a:pt x="4257916" y="737355"/>
                  <a:pt x="4394705" y="600565"/>
                  <a:pt x="4394705" y="432079"/>
                </a:cubicBezTo>
                <a:cubicBezTo>
                  <a:pt x="4394705" y="263593"/>
                  <a:pt x="4257916" y="126803"/>
                  <a:pt x="4089429" y="126803"/>
                </a:cubicBezTo>
                <a:lnTo>
                  <a:pt x="3279172" y="126803"/>
                </a:lnTo>
                <a:cubicBezTo>
                  <a:pt x="3110686" y="126803"/>
                  <a:pt x="2973896" y="263593"/>
                  <a:pt x="2973896" y="432079"/>
                </a:cubicBezTo>
                <a:cubicBezTo>
                  <a:pt x="2973896" y="600565"/>
                  <a:pt x="3110686" y="737355"/>
                  <a:pt x="3279172" y="737355"/>
                </a:cubicBezTo>
                <a:close/>
                <a:moveTo>
                  <a:pt x="3279172" y="241102"/>
                </a:moveTo>
                <a:lnTo>
                  <a:pt x="3688756" y="241102"/>
                </a:lnTo>
                <a:lnTo>
                  <a:pt x="3688756" y="623055"/>
                </a:lnTo>
                <a:lnTo>
                  <a:pt x="3279172" y="623055"/>
                </a:lnTo>
                <a:cubicBezTo>
                  <a:pt x="3173769" y="623055"/>
                  <a:pt x="3088196" y="537481"/>
                  <a:pt x="3088196" y="432078"/>
                </a:cubicBezTo>
                <a:cubicBezTo>
                  <a:pt x="3088196" y="326676"/>
                  <a:pt x="3173769" y="241102"/>
                  <a:pt x="3279172" y="241102"/>
                </a:cubicBezTo>
                <a:close/>
              </a:path>
              <a:path w="4876800" h="4876800">
                <a:moveTo>
                  <a:pt x="1118255" y="1677400"/>
                </a:moveTo>
                <a:lnTo>
                  <a:pt x="653767" y="1677400"/>
                </a:lnTo>
                <a:cubicBezTo>
                  <a:pt x="614446" y="1677357"/>
                  <a:pt x="582582" y="1645492"/>
                  <a:pt x="582538" y="1606172"/>
                </a:cubicBezTo>
                <a:lnTo>
                  <a:pt x="582538" y="1476603"/>
                </a:lnTo>
                <a:cubicBezTo>
                  <a:pt x="582538" y="1475584"/>
                  <a:pt x="582443" y="1474591"/>
                  <a:pt x="582385" y="1473585"/>
                </a:cubicBezTo>
                <a:lnTo>
                  <a:pt x="674859" y="1473585"/>
                </a:lnTo>
                <a:cubicBezTo>
                  <a:pt x="695111" y="1473584"/>
                  <a:pt x="713512" y="1461803"/>
                  <a:pt x="721989" y="1443410"/>
                </a:cubicBezTo>
                <a:cubicBezTo>
                  <a:pt x="730465" y="1425017"/>
                  <a:pt x="727468" y="1403374"/>
                  <a:pt x="714312" y="1387977"/>
                </a:cubicBezTo>
                <a:lnTo>
                  <a:pt x="565279" y="1213580"/>
                </a:lnTo>
                <a:cubicBezTo>
                  <a:pt x="555436" y="1202062"/>
                  <a:pt x="541052" y="1195420"/>
                  <a:pt x="525901" y="1195398"/>
                </a:cubicBezTo>
                <a:cubicBezTo>
                  <a:pt x="510750" y="1195376"/>
                  <a:pt x="496346" y="1201976"/>
                  <a:pt x="486470" y="1213466"/>
                </a:cubicBezTo>
                <a:lnTo>
                  <a:pt x="336568" y="1387869"/>
                </a:lnTo>
                <a:cubicBezTo>
                  <a:pt x="323346" y="1403248"/>
                  <a:pt x="320295" y="1424920"/>
                  <a:pt x="328757" y="1443351"/>
                </a:cubicBezTo>
                <a:cubicBezTo>
                  <a:pt x="337218" y="1461783"/>
                  <a:pt x="355642" y="1473596"/>
                  <a:pt x="375923" y="1473594"/>
                </a:cubicBezTo>
                <a:lnTo>
                  <a:pt x="468392" y="1473594"/>
                </a:lnTo>
                <a:cubicBezTo>
                  <a:pt x="468341" y="1474600"/>
                  <a:pt x="468239" y="1475594"/>
                  <a:pt x="468239" y="1476611"/>
                </a:cubicBezTo>
                <a:lnTo>
                  <a:pt x="468239" y="1606172"/>
                </a:lnTo>
                <a:cubicBezTo>
                  <a:pt x="468355" y="1708588"/>
                  <a:pt x="551351" y="1791584"/>
                  <a:pt x="653767" y="1791700"/>
                </a:cubicBezTo>
                <a:lnTo>
                  <a:pt x="1118255" y="1791700"/>
                </a:lnTo>
                <a:cubicBezTo>
                  <a:pt x="1149797" y="1791700"/>
                  <a:pt x="1175405" y="1766092"/>
                  <a:pt x="1175405" y="1734550"/>
                </a:cubicBezTo>
                <a:cubicBezTo>
                  <a:pt x="1175405" y="1703008"/>
                  <a:pt x="1149797" y="1677400"/>
                  <a:pt x="1118255" y="1677400"/>
                </a:cubicBezTo>
                <a:close/>
              </a:path>
              <a:path w="4876800" h="4876800">
                <a:moveTo>
                  <a:pt x="4358449" y="1435996"/>
                </a:moveTo>
                <a:lnTo>
                  <a:pt x="4208547" y="1261593"/>
                </a:lnTo>
                <a:cubicBezTo>
                  <a:pt x="4198671" y="1250103"/>
                  <a:pt x="4184268" y="1243503"/>
                  <a:pt x="4169116" y="1243524"/>
                </a:cubicBezTo>
                <a:cubicBezTo>
                  <a:pt x="4153966" y="1243546"/>
                  <a:pt x="4139581" y="1250188"/>
                  <a:pt x="4129738" y="1261706"/>
                </a:cubicBezTo>
                <a:lnTo>
                  <a:pt x="3980706" y="1436109"/>
                </a:lnTo>
                <a:cubicBezTo>
                  <a:pt x="3967549" y="1451506"/>
                  <a:pt x="3964552" y="1473150"/>
                  <a:pt x="3973028" y="1491542"/>
                </a:cubicBezTo>
                <a:cubicBezTo>
                  <a:pt x="3981504" y="1509936"/>
                  <a:pt x="3999907" y="1521717"/>
                  <a:pt x="4020159" y="1521717"/>
                </a:cubicBezTo>
                <a:lnTo>
                  <a:pt x="4112628" y="1521717"/>
                </a:lnTo>
                <a:cubicBezTo>
                  <a:pt x="4112572" y="1522723"/>
                  <a:pt x="4112474" y="1523717"/>
                  <a:pt x="4112474" y="1524735"/>
                </a:cubicBezTo>
                <a:lnTo>
                  <a:pt x="4112474" y="1654302"/>
                </a:lnTo>
                <a:cubicBezTo>
                  <a:pt x="4112431" y="1693621"/>
                  <a:pt x="4080569" y="1725485"/>
                  <a:pt x="4041250" y="1725530"/>
                </a:cubicBezTo>
                <a:lnTo>
                  <a:pt x="3576756" y="1725530"/>
                </a:lnTo>
                <a:cubicBezTo>
                  <a:pt x="3545214" y="1725530"/>
                  <a:pt x="3519606" y="1751138"/>
                  <a:pt x="3519606" y="1782680"/>
                </a:cubicBezTo>
                <a:cubicBezTo>
                  <a:pt x="3519606" y="1814222"/>
                  <a:pt x="3545214" y="1839830"/>
                  <a:pt x="3576756" y="1839830"/>
                </a:cubicBezTo>
                <a:lnTo>
                  <a:pt x="4041249" y="1839830"/>
                </a:lnTo>
                <a:cubicBezTo>
                  <a:pt x="4143663" y="1839712"/>
                  <a:pt x="4226656" y="1756716"/>
                  <a:pt x="4226772" y="1654302"/>
                </a:cubicBezTo>
                <a:lnTo>
                  <a:pt x="4226772" y="1524733"/>
                </a:lnTo>
                <a:cubicBezTo>
                  <a:pt x="4226772" y="1523714"/>
                  <a:pt x="4226677" y="1522721"/>
                  <a:pt x="4226619" y="1521715"/>
                </a:cubicBezTo>
                <a:lnTo>
                  <a:pt x="4319092" y="1521715"/>
                </a:lnTo>
                <a:cubicBezTo>
                  <a:pt x="4339370" y="1521715"/>
                  <a:pt x="4357792" y="1509903"/>
                  <a:pt x="4366253" y="1491474"/>
                </a:cubicBezTo>
                <a:cubicBezTo>
                  <a:pt x="4374714" y="1473045"/>
                  <a:pt x="4371666" y="1451376"/>
                  <a:pt x="4358449" y="1435996"/>
                </a:cubicBezTo>
                <a:close/>
              </a:path>
              <a:path w="4876800" h="4876800">
                <a:moveTo>
                  <a:pt x="582538" y="3015514"/>
                </a:moveTo>
                <a:cubicBezTo>
                  <a:pt x="582582" y="2976193"/>
                  <a:pt x="614446" y="2944328"/>
                  <a:pt x="653767" y="2944285"/>
                </a:cubicBezTo>
                <a:lnTo>
                  <a:pt x="1118255" y="2944285"/>
                </a:lnTo>
                <a:cubicBezTo>
                  <a:pt x="1149797" y="2944285"/>
                  <a:pt x="1175405" y="2918677"/>
                  <a:pt x="1175405" y="2887135"/>
                </a:cubicBezTo>
                <a:cubicBezTo>
                  <a:pt x="1175405" y="2855593"/>
                  <a:pt x="1149797" y="2829985"/>
                  <a:pt x="1118255" y="2829985"/>
                </a:cubicBezTo>
                <a:lnTo>
                  <a:pt x="653767" y="2829985"/>
                </a:lnTo>
                <a:cubicBezTo>
                  <a:pt x="551350" y="2830101"/>
                  <a:pt x="468354" y="2913097"/>
                  <a:pt x="468239" y="3015514"/>
                </a:cubicBezTo>
                <a:lnTo>
                  <a:pt x="468239" y="3145082"/>
                </a:lnTo>
                <a:cubicBezTo>
                  <a:pt x="468239" y="3146101"/>
                  <a:pt x="468341" y="3147094"/>
                  <a:pt x="468392" y="3148098"/>
                </a:cubicBezTo>
                <a:lnTo>
                  <a:pt x="375923" y="3148098"/>
                </a:lnTo>
                <a:cubicBezTo>
                  <a:pt x="355642" y="3148096"/>
                  <a:pt x="337218" y="3159909"/>
                  <a:pt x="328757" y="3178341"/>
                </a:cubicBezTo>
                <a:cubicBezTo>
                  <a:pt x="320295" y="3196772"/>
                  <a:pt x="323346" y="3218444"/>
                  <a:pt x="336568" y="3233823"/>
                </a:cubicBezTo>
                <a:lnTo>
                  <a:pt x="486470" y="3408226"/>
                </a:lnTo>
                <a:cubicBezTo>
                  <a:pt x="496346" y="3419716"/>
                  <a:pt x="510750" y="3426316"/>
                  <a:pt x="525901" y="3426294"/>
                </a:cubicBezTo>
                <a:cubicBezTo>
                  <a:pt x="541052" y="3426272"/>
                  <a:pt x="555436" y="3419630"/>
                  <a:pt x="565279" y="3408111"/>
                </a:cubicBezTo>
                <a:lnTo>
                  <a:pt x="714312" y="3233709"/>
                </a:lnTo>
                <a:cubicBezTo>
                  <a:pt x="727468" y="3218312"/>
                  <a:pt x="730465" y="3196668"/>
                  <a:pt x="721988" y="3178276"/>
                </a:cubicBezTo>
                <a:cubicBezTo>
                  <a:pt x="713512" y="3159883"/>
                  <a:pt x="695111" y="3148101"/>
                  <a:pt x="674859" y="3148100"/>
                </a:cubicBezTo>
                <a:lnTo>
                  <a:pt x="582385" y="3148100"/>
                </a:lnTo>
                <a:cubicBezTo>
                  <a:pt x="582441" y="3147096"/>
                  <a:pt x="582538" y="3146100"/>
                  <a:pt x="582538" y="3145084"/>
                </a:cubicBezTo>
                <a:close/>
              </a:path>
              <a:path w="4876800" h="4876800">
                <a:moveTo>
                  <a:pt x="3972314" y="3233707"/>
                </a:moveTo>
                <a:lnTo>
                  <a:pt x="4121346" y="3408110"/>
                </a:lnTo>
                <a:cubicBezTo>
                  <a:pt x="4131189" y="3419629"/>
                  <a:pt x="4145574" y="3426271"/>
                  <a:pt x="4160725" y="3426292"/>
                </a:cubicBezTo>
                <a:cubicBezTo>
                  <a:pt x="4175876" y="3426314"/>
                  <a:pt x="4190280" y="3419714"/>
                  <a:pt x="4200156" y="3408224"/>
                </a:cubicBezTo>
                <a:lnTo>
                  <a:pt x="4350058" y="3233821"/>
                </a:lnTo>
                <a:cubicBezTo>
                  <a:pt x="4363278" y="3218442"/>
                  <a:pt x="4366328" y="3196770"/>
                  <a:pt x="4357866" y="3178340"/>
                </a:cubicBezTo>
                <a:cubicBezTo>
                  <a:pt x="4349405" y="3159909"/>
                  <a:pt x="4330982" y="3148096"/>
                  <a:pt x="4310702" y="3148096"/>
                </a:cubicBezTo>
                <a:lnTo>
                  <a:pt x="4218228" y="3148096"/>
                </a:lnTo>
                <a:cubicBezTo>
                  <a:pt x="4218284" y="3147092"/>
                  <a:pt x="4218382" y="3146096"/>
                  <a:pt x="4218382" y="3145081"/>
                </a:cubicBezTo>
                <a:lnTo>
                  <a:pt x="4218382" y="3015512"/>
                </a:lnTo>
                <a:cubicBezTo>
                  <a:pt x="4218267" y="2913097"/>
                  <a:pt x="4135273" y="2830101"/>
                  <a:pt x="4032858" y="2829983"/>
                </a:cubicBezTo>
                <a:lnTo>
                  <a:pt x="3568366" y="2829983"/>
                </a:lnTo>
                <a:cubicBezTo>
                  <a:pt x="3536824" y="2829983"/>
                  <a:pt x="3511216" y="2855591"/>
                  <a:pt x="3511216" y="2887133"/>
                </a:cubicBezTo>
                <a:cubicBezTo>
                  <a:pt x="3511216" y="2918675"/>
                  <a:pt x="3536824" y="2944283"/>
                  <a:pt x="3568366" y="2944283"/>
                </a:cubicBezTo>
                <a:lnTo>
                  <a:pt x="4032858" y="2944283"/>
                </a:lnTo>
                <a:cubicBezTo>
                  <a:pt x="4072177" y="2944329"/>
                  <a:pt x="4104039" y="2976193"/>
                  <a:pt x="4104082" y="3015512"/>
                </a:cubicBezTo>
                <a:lnTo>
                  <a:pt x="4104082" y="3145081"/>
                </a:lnTo>
                <a:cubicBezTo>
                  <a:pt x="4104082" y="3146099"/>
                  <a:pt x="4104184" y="3147092"/>
                  <a:pt x="4104236" y="3148096"/>
                </a:cubicBezTo>
                <a:lnTo>
                  <a:pt x="4011767" y="3148096"/>
                </a:lnTo>
                <a:cubicBezTo>
                  <a:pt x="3991514" y="3148096"/>
                  <a:pt x="3973111" y="3159878"/>
                  <a:pt x="3964634" y="3178272"/>
                </a:cubicBezTo>
                <a:cubicBezTo>
                  <a:pt x="3956158" y="3196666"/>
                  <a:pt x="3959156" y="3218310"/>
                  <a:pt x="3972314" y="3233707"/>
                </a:cubicBezTo>
                <a:close/>
              </a:path>
              <a:path w="4876800" h="4876800">
                <a:moveTo>
                  <a:pt x="3100706" y="3713360"/>
                </a:moveTo>
                <a:cubicBezTo>
                  <a:pt x="3128536" y="3675958"/>
                  <a:pt x="3136706" y="3627465"/>
                  <a:pt x="3122667" y="3583009"/>
                </a:cubicBezTo>
                <a:lnTo>
                  <a:pt x="2774121" y="2460506"/>
                </a:lnTo>
                <a:cubicBezTo>
                  <a:pt x="2757227" y="2406260"/>
                  <a:pt x="2750953" y="2349264"/>
                  <a:pt x="2755643" y="2292642"/>
                </a:cubicBezTo>
                <a:lnTo>
                  <a:pt x="2769754" y="2120498"/>
                </a:lnTo>
                <a:cubicBezTo>
                  <a:pt x="2772526" y="2086591"/>
                  <a:pt x="2791897" y="2056253"/>
                  <a:pt x="2821490" y="2039471"/>
                </a:cubicBezTo>
                <a:lnTo>
                  <a:pt x="3203638" y="1822614"/>
                </a:lnTo>
                <a:cubicBezTo>
                  <a:pt x="3290204" y="1774029"/>
                  <a:pt x="3346130" y="1684764"/>
                  <a:pt x="3352084" y="1585675"/>
                </a:cubicBezTo>
                <a:cubicBezTo>
                  <a:pt x="3362518" y="1383594"/>
                  <a:pt x="3351850" y="1180976"/>
                  <a:pt x="3320255" y="981107"/>
                </a:cubicBezTo>
                <a:lnTo>
                  <a:pt x="3320255" y="981103"/>
                </a:lnTo>
                <a:cubicBezTo>
                  <a:pt x="3310732" y="919387"/>
                  <a:pt x="3257508" y="873912"/>
                  <a:pt x="3195062" y="874137"/>
                </a:cubicBezTo>
                <a:lnTo>
                  <a:pt x="2997103" y="874137"/>
                </a:lnTo>
                <a:cubicBezTo>
                  <a:pt x="2936571" y="874243"/>
                  <a:pt x="2884525" y="917050"/>
                  <a:pt x="2872740" y="976424"/>
                </a:cubicBezTo>
                <a:lnTo>
                  <a:pt x="2861150" y="1035337"/>
                </a:lnTo>
                <a:cubicBezTo>
                  <a:pt x="2848574" y="1100450"/>
                  <a:pt x="2888122" y="1164302"/>
                  <a:pt x="2952019" y="1182049"/>
                </a:cubicBezTo>
                <a:lnTo>
                  <a:pt x="2998871" y="1194886"/>
                </a:lnTo>
                <a:cubicBezTo>
                  <a:pt x="3005434" y="1196708"/>
                  <a:pt x="3009328" y="1203453"/>
                  <a:pt x="3007625" y="1210048"/>
                </a:cubicBezTo>
                <a:lnTo>
                  <a:pt x="2943341" y="1455544"/>
                </a:lnTo>
                <a:cubicBezTo>
                  <a:pt x="2942257" y="1459703"/>
                  <a:pt x="2939090" y="1463000"/>
                  <a:pt x="2934978" y="1464250"/>
                </a:cubicBezTo>
                <a:cubicBezTo>
                  <a:pt x="2862235" y="1487250"/>
                  <a:pt x="2792702" y="1519380"/>
                  <a:pt x="2728042" y="1559872"/>
                </a:cubicBezTo>
                <a:cubicBezTo>
                  <a:pt x="2680589" y="1588688"/>
                  <a:pt x="2623766" y="1597850"/>
                  <a:pt x="2569661" y="1585410"/>
                </a:cubicBezTo>
                <a:cubicBezTo>
                  <a:pt x="2565829" y="1584541"/>
                  <a:pt x="2562294" y="1583670"/>
                  <a:pt x="2558936" y="1582815"/>
                </a:cubicBezTo>
                <a:cubicBezTo>
                  <a:pt x="2618430" y="1529790"/>
                  <a:pt x="2650726" y="1450572"/>
                  <a:pt x="2650726" y="1355462"/>
                </a:cubicBezTo>
                <a:cubicBezTo>
                  <a:pt x="2650726" y="1189709"/>
                  <a:pt x="2509079" y="1054853"/>
                  <a:pt x="2334978" y="1054853"/>
                </a:cubicBezTo>
                <a:quadBezTo>
                  <a:pt x="2019229" y="1189705"/>
                  <a:pt x="2019229" y="1355462"/>
                </a:quadBezTo>
                <a:cubicBezTo>
                  <a:pt x="2019229" y="1449670"/>
                  <a:pt x="2050911" y="1528288"/>
                  <a:pt x="2109336" y="1581299"/>
                </a:cubicBezTo>
                <a:cubicBezTo>
                  <a:pt x="2103884" y="1582680"/>
                  <a:pt x="2098192" y="1584100"/>
                  <a:pt x="2091849" y="1585536"/>
                </a:cubicBezTo>
                <a:cubicBezTo>
                  <a:pt x="2038218" y="1597892"/>
                  <a:pt x="1981883" y="1588857"/>
                  <a:pt x="1934807" y="1560347"/>
                </a:cubicBezTo>
                <a:cubicBezTo>
                  <a:pt x="1869900" y="1519630"/>
                  <a:pt x="1800079" y="1487333"/>
                  <a:pt x="1727024" y="1464232"/>
                </a:cubicBezTo>
                <a:cubicBezTo>
                  <a:pt x="1722928" y="1462979"/>
                  <a:pt x="1719781" y="1459684"/>
                  <a:pt x="1718717" y="1455535"/>
                </a:cubicBezTo>
                <a:lnTo>
                  <a:pt x="1654433" y="1210053"/>
                </a:lnTo>
                <a:cubicBezTo>
                  <a:pt x="1652728" y="1203459"/>
                  <a:pt x="1656616" y="1196714"/>
                  <a:pt x="1663177" y="1194886"/>
                </a:cubicBezTo>
                <a:lnTo>
                  <a:pt x="1710049" y="1182049"/>
                </a:lnTo>
                <a:cubicBezTo>
                  <a:pt x="1773941" y="1164299"/>
                  <a:pt x="1813484" y="1100450"/>
                  <a:pt x="1800908" y="1035342"/>
                </a:cubicBezTo>
                <a:lnTo>
                  <a:pt x="1789327" y="976429"/>
                </a:lnTo>
                <a:cubicBezTo>
                  <a:pt x="1777541" y="917055"/>
                  <a:pt x="1725495" y="874247"/>
                  <a:pt x="1664963" y="874138"/>
                </a:cubicBezTo>
                <a:lnTo>
                  <a:pt x="1466992" y="874138"/>
                </a:lnTo>
                <a:cubicBezTo>
                  <a:pt x="1404543" y="873914"/>
                  <a:pt x="1351318" y="919393"/>
                  <a:pt x="1341799" y="981113"/>
                </a:cubicBezTo>
                <a:cubicBezTo>
                  <a:pt x="1310216" y="1180977"/>
                  <a:pt x="1299548" y="1383589"/>
                  <a:pt x="1309968" y="1585665"/>
                </a:cubicBezTo>
                <a:cubicBezTo>
                  <a:pt x="1315920" y="1684759"/>
                  <a:pt x="1371847" y="1774029"/>
                  <a:pt x="1458416" y="1822618"/>
                </a:cubicBezTo>
                <a:lnTo>
                  <a:pt x="1840569" y="2039475"/>
                </a:lnTo>
                <a:cubicBezTo>
                  <a:pt x="1870162" y="2056257"/>
                  <a:pt x="1889533" y="2086595"/>
                  <a:pt x="1892305" y="2120502"/>
                </a:cubicBezTo>
                <a:lnTo>
                  <a:pt x="1906416" y="2292646"/>
                </a:lnTo>
                <a:cubicBezTo>
                  <a:pt x="1911113" y="2349267"/>
                  <a:pt x="1904839" y="2406262"/>
                  <a:pt x="1887938" y="2460505"/>
                </a:cubicBezTo>
                <a:lnTo>
                  <a:pt x="1539388" y="3583009"/>
                </a:lnTo>
                <a:cubicBezTo>
                  <a:pt x="1525580" y="3627480"/>
                  <a:pt x="1533732" y="3675866"/>
                  <a:pt x="1561348" y="3713358"/>
                </a:cubicBezTo>
                <a:cubicBezTo>
                  <a:pt x="1588965" y="3750850"/>
                  <a:pt x="1632758" y="3772984"/>
                  <a:pt x="1679323" y="3772984"/>
                </a:cubicBezTo>
                <a:lnTo>
                  <a:pt x="1963715" y="3772984"/>
                </a:lnTo>
                <a:cubicBezTo>
                  <a:pt x="2050185" y="3772722"/>
                  <a:pt x="2124695" y="3712028"/>
                  <a:pt x="2142439" y="3627398"/>
                </a:cubicBezTo>
                <a:lnTo>
                  <a:pt x="2332186" y="2708902"/>
                </a:lnTo>
                <a:lnTo>
                  <a:pt x="2519756" y="3627025"/>
                </a:lnTo>
                <a:cubicBezTo>
                  <a:pt x="2537341" y="3711842"/>
                  <a:pt x="2611943" y="3772740"/>
                  <a:pt x="2698563" y="3772988"/>
                </a:cubicBezTo>
                <a:lnTo>
                  <a:pt x="2982732" y="3772988"/>
                </a:lnTo>
                <a:cubicBezTo>
                  <a:pt x="3029351" y="3773212"/>
                  <a:pt x="3073239" y="3751029"/>
                  <a:pt x="3100706" y="3713360"/>
                </a:cubicBezTo>
                <a:close/>
                <a:moveTo>
                  <a:pt x="3008674" y="3645573"/>
                </a:moveTo>
                <a:cubicBezTo>
                  <a:pt x="3002670" y="3653898"/>
                  <a:pt x="2992996" y="3658787"/>
                  <a:pt x="2982732" y="3658684"/>
                </a:cubicBezTo>
                <a:lnTo>
                  <a:pt x="2698562" y="3658684"/>
                </a:lnTo>
                <a:cubicBezTo>
                  <a:pt x="2666193" y="3658592"/>
                  <a:pt x="2638316" y="3635834"/>
                  <a:pt x="2631749" y="3604138"/>
                </a:cubicBezTo>
                <a:lnTo>
                  <a:pt x="2443322" y="2681832"/>
                </a:lnTo>
                <a:cubicBezTo>
                  <a:pt x="2432884" y="2628854"/>
                  <a:pt x="2386274" y="2590767"/>
                  <a:pt x="2332278" y="2591094"/>
                </a:cubicBezTo>
                <a:lnTo>
                  <a:pt x="2332157" y="2591094"/>
                </a:lnTo>
                <a:cubicBezTo>
                  <a:pt x="2278206" y="2590711"/>
                  <a:pt x="2231583" y="2628690"/>
                  <a:pt x="2221048" y="2681604"/>
                </a:cubicBezTo>
                <a:lnTo>
                  <a:pt x="2030502" y="3604291"/>
                </a:lnTo>
                <a:cubicBezTo>
                  <a:pt x="2023868" y="3635914"/>
                  <a:pt x="1996026" y="3658592"/>
                  <a:pt x="1963715" y="3658689"/>
                </a:cubicBezTo>
                <a:lnTo>
                  <a:pt x="1679323" y="3658689"/>
                </a:lnTo>
                <a:cubicBezTo>
                  <a:pt x="1669082" y="3658689"/>
                  <a:pt x="1659452" y="3653821"/>
                  <a:pt x="1653379" y="3645575"/>
                </a:cubicBezTo>
                <a:cubicBezTo>
                  <a:pt x="1647306" y="3637330"/>
                  <a:pt x="1645515" y="3626688"/>
                  <a:pt x="1648553" y="3616909"/>
                </a:cubicBezTo>
                <a:lnTo>
                  <a:pt x="1997090" y="2494406"/>
                </a:lnTo>
                <a:cubicBezTo>
                  <a:pt x="2018348" y="2426189"/>
                  <a:pt x="2026238" y="2354510"/>
                  <a:pt x="2020326" y="2283302"/>
                </a:cubicBezTo>
                <a:lnTo>
                  <a:pt x="2006214" y="2111164"/>
                </a:lnTo>
                <a:cubicBezTo>
                  <a:pt x="2000377" y="2039562"/>
                  <a:pt x="1959472" y="1975494"/>
                  <a:pt x="1896975" y="1940068"/>
                </a:cubicBezTo>
                <a:lnTo>
                  <a:pt x="1514822" y="1723211"/>
                </a:lnTo>
                <a:cubicBezTo>
                  <a:pt x="1461995" y="1693677"/>
                  <a:pt x="1427804" y="1639315"/>
                  <a:pt x="1424064" y="1578908"/>
                </a:cubicBezTo>
                <a:cubicBezTo>
                  <a:pt x="1414110" y="1385070"/>
                  <a:pt x="1424373" y="1190723"/>
                  <a:pt x="1454685" y="999012"/>
                </a:cubicBezTo>
                <a:cubicBezTo>
                  <a:pt x="1455609" y="992930"/>
                  <a:pt x="1460840" y="988436"/>
                  <a:pt x="1466992" y="988440"/>
                </a:cubicBezTo>
                <a:lnTo>
                  <a:pt x="1664961" y="988440"/>
                </a:lnTo>
                <a:cubicBezTo>
                  <a:pt x="1670905" y="988457"/>
                  <a:pt x="1676013" y="992661"/>
                  <a:pt x="1677174" y="998490"/>
                </a:cubicBezTo>
                <a:lnTo>
                  <a:pt x="1688764" y="1057413"/>
                </a:lnTo>
                <a:cubicBezTo>
                  <a:pt x="1689993" y="1063804"/>
                  <a:pt x="1686113" y="1070069"/>
                  <a:pt x="1679844" y="1071817"/>
                </a:cubicBezTo>
                <a:lnTo>
                  <a:pt x="1632972" y="1084652"/>
                </a:lnTo>
                <a:cubicBezTo>
                  <a:pt x="1566162" y="1103215"/>
                  <a:pt x="1526525" y="1171865"/>
                  <a:pt x="1543852" y="1239006"/>
                </a:cubicBezTo>
                <a:lnTo>
                  <a:pt x="1608137" y="1484494"/>
                </a:lnTo>
                <a:cubicBezTo>
                  <a:pt x="1610578" y="1493524"/>
                  <a:pt x="1614022" y="1502253"/>
                  <a:pt x="1618406" y="1510517"/>
                </a:cubicBezTo>
                <a:cubicBezTo>
                  <a:pt x="1609045" y="1534625"/>
                  <a:pt x="1604736" y="1560399"/>
                  <a:pt x="1605746" y="1586241"/>
                </a:cubicBezTo>
                <a:cubicBezTo>
                  <a:pt x="1606514" y="1612592"/>
                  <a:pt x="1628088" y="1633561"/>
                  <a:pt x="1654450" y="1633580"/>
                </a:cubicBezTo>
                <a:lnTo>
                  <a:pt x="1655915" y="1633580"/>
                </a:lnTo>
                <a:cubicBezTo>
                  <a:pt x="1668863" y="1633204"/>
                  <a:pt x="1681129" y="1627693"/>
                  <a:pt x="1690010" y="1618263"/>
                </a:cubicBezTo>
                <a:cubicBezTo>
                  <a:pt x="1698890" y="1608833"/>
                  <a:pt x="1703655" y="1596258"/>
                  <a:pt x="1703254" y="1583311"/>
                </a:cubicBezTo>
                <a:cubicBezTo>
                  <a:pt x="1703185" y="1580993"/>
                  <a:pt x="1703301" y="1578834"/>
                  <a:pt x="1703371" y="1576643"/>
                </a:cubicBezTo>
                <a:cubicBezTo>
                  <a:pt x="1763733" y="1597032"/>
                  <a:pt x="1821520" y="1624369"/>
                  <a:pt x="1875569" y="1658102"/>
                </a:cubicBezTo>
                <a:cubicBezTo>
                  <a:pt x="1947937" y="1702011"/>
                  <a:pt x="2034573" y="1715973"/>
                  <a:pt x="2117071" y="1697021"/>
                </a:cubicBezTo>
                <a:cubicBezTo>
                  <a:pt x="2125898" y="1695021"/>
                  <a:pt x="2160790" y="1686156"/>
                  <a:pt x="2171867" y="1684128"/>
                </a:cubicBezTo>
                <a:cubicBezTo>
                  <a:pt x="2210212" y="1677149"/>
                  <a:pt x="2240334" y="1647337"/>
                  <a:pt x="2247709" y="1609066"/>
                </a:cubicBezTo>
                <a:cubicBezTo>
                  <a:pt x="2255085" y="1570796"/>
                  <a:pt x="2238200" y="1531925"/>
                  <a:pt x="2205195" y="1511195"/>
                </a:cubicBezTo>
                <a:cubicBezTo>
                  <a:pt x="2145962" y="1473342"/>
                  <a:pt x="2133525" y="1405615"/>
                  <a:pt x="2133525" y="1355461"/>
                </a:cubicBezTo>
                <a:cubicBezTo>
                  <a:pt x="2133525" y="1252732"/>
                  <a:pt x="2223892" y="1169152"/>
                  <a:pt x="2334973" y="1169152"/>
                </a:cubicBezTo>
                <a:quadBezTo>
                  <a:pt x="2536422" y="1252728"/>
                  <a:pt x="2536422" y="1355461"/>
                </a:quadBezTo>
                <a:cubicBezTo>
                  <a:pt x="2536422" y="1405607"/>
                  <a:pt x="2523986" y="1473328"/>
                  <a:pt x="2464751" y="1511186"/>
                </a:cubicBezTo>
                <a:cubicBezTo>
                  <a:pt x="2437274" y="1528504"/>
                  <a:pt x="2420587" y="1558693"/>
                  <a:pt x="2420540" y="1591172"/>
                </a:cubicBezTo>
                <a:lnTo>
                  <a:pt x="2420540" y="1592446"/>
                </a:lnTo>
                <a:cubicBezTo>
                  <a:pt x="2420751" y="1637410"/>
                  <a:pt x="2452461" y="1676067"/>
                  <a:pt x="2496517" y="1685064"/>
                </a:cubicBezTo>
                <a:cubicBezTo>
                  <a:pt x="2504703" y="1686725"/>
                  <a:pt x="2535119" y="1694780"/>
                  <a:pt x="2544300" y="1696863"/>
                </a:cubicBezTo>
                <a:cubicBezTo>
                  <a:pt x="2627280" y="1715942"/>
                  <a:pt x="2714430" y="1701878"/>
                  <a:pt x="2787197" y="1657666"/>
                </a:cubicBezTo>
                <a:cubicBezTo>
                  <a:pt x="2842691" y="1622976"/>
                  <a:pt x="2902193" y="1595153"/>
                  <a:pt x="2964396" y="1574810"/>
                </a:cubicBezTo>
                <a:cubicBezTo>
                  <a:pt x="2964535" y="1577572"/>
                  <a:pt x="2964652" y="1580351"/>
                  <a:pt x="2964568" y="1583310"/>
                </a:cubicBezTo>
                <a:cubicBezTo>
                  <a:pt x="2964145" y="1596247"/>
                  <a:pt x="2968890" y="1608820"/>
                  <a:pt x="2977754" y="1618252"/>
                </a:cubicBezTo>
                <a:cubicBezTo>
                  <a:pt x="2986619" y="1627684"/>
                  <a:pt x="2998874" y="1633199"/>
                  <a:pt x="3011812" y="1633579"/>
                </a:cubicBezTo>
                <a:lnTo>
                  <a:pt x="3013370" y="1633579"/>
                </a:lnTo>
                <a:cubicBezTo>
                  <a:pt x="3039734" y="1633562"/>
                  <a:pt x="3061310" y="1612593"/>
                  <a:pt x="3062079" y="1586240"/>
                </a:cubicBezTo>
                <a:cubicBezTo>
                  <a:pt x="3063215" y="1558062"/>
                  <a:pt x="3057976" y="1529990"/>
                  <a:pt x="3046754" y="1504118"/>
                </a:cubicBezTo>
                <a:cubicBezTo>
                  <a:pt x="3049686" y="1497789"/>
                  <a:pt x="3052082" y="1491226"/>
                  <a:pt x="3053916" y="1484496"/>
                </a:cubicBezTo>
                <a:lnTo>
                  <a:pt x="3118202" y="1239004"/>
                </a:lnTo>
                <a:cubicBezTo>
                  <a:pt x="3135528" y="1171861"/>
                  <a:pt x="3095886" y="1103211"/>
                  <a:pt x="3029072" y="1084655"/>
                </a:cubicBezTo>
                <a:lnTo>
                  <a:pt x="2982219" y="1071819"/>
                </a:lnTo>
                <a:cubicBezTo>
                  <a:pt x="2975944" y="1070075"/>
                  <a:pt x="2972058" y="1063806"/>
                  <a:pt x="2973289" y="1057410"/>
                </a:cubicBezTo>
                <a:lnTo>
                  <a:pt x="2984888" y="998488"/>
                </a:lnTo>
                <a:cubicBezTo>
                  <a:pt x="2986046" y="992657"/>
                  <a:pt x="2991158" y="988454"/>
                  <a:pt x="2997102" y="988442"/>
                </a:cubicBezTo>
                <a:lnTo>
                  <a:pt x="3195066" y="988442"/>
                </a:lnTo>
                <a:cubicBezTo>
                  <a:pt x="3201216" y="988438"/>
                  <a:pt x="3206446" y="992929"/>
                  <a:pt x="3207372" y="999009"/>
                </a:cubicBezTo>
                <a:cubicBezTo>
                  <a:pt x="3237702" y="1190723"/>
                  <a:pt x="3247964" y="1385076"/>
                  <a:pt x="3237993" y="1578918"/>
                </a:cubicBezTo>
                <a:cubicBezTo>
                  <a:pt x="3234252" y="1639322"/>
                  <a:pt x="3200061" y="1693681"/>
                  <a:pt x="3147236" y="1723212"/>
                </a:cubicBezTo>
                <a:lnTo>
                  <a:pt x="2765083" y="1940069"/>
                </a:lnTo>
                <a:cubicBezTo>
                  <a:pt x="2702586" y="1975495"/>
                  <a:pt x="2661681" y="2039563"/>
                  <a:pt x="2655844" y="2111164"/>
                </a:cubicBezTo>
                <a:lnTo>
                  <a:pt x="2641732" y="2283303"/>
                </a:lnTo>
                <a:cubicBezTo>
                  <a:pt x="2635829" y="2354508"/>
                  <a:pt x="2643715" y="2426184"/>
                  <a:pt x="2664959" y="2494402"/>
                </a:cubicBezTo>
                <a:lnTo>
                  <a:pt x="3013506" y="3616910"/>
                </a:lnTo>
                <a:cubicBezTo>
                  <a:pt x="3016648" y="3626682"/>
                  <a:pt x="3014846" y="3637371"/>
                  <a:pt x="3008674" y="3645573"/>
                </a:cubicBezTo>
                <a:close/>
              </a:path>
              <a:path w="4876800" h="4876800">
                <a:moveTo>
                  <a:pt x="2335576" y="1506855"/>
                </a:moveTo>
                <a:cubicBezTo>
                  <a:pt x="2404014" y="1506855"/>
                  <a:pt x="2430440" y="1465429"/>
                  <a:pt x="2440644" y="1433437"/>
                </a:cubicBezTo>
                <a:cubicBezTo>
                  <a:pt x="2443385" y="1424941"/>
                  <a:pt x="2441901" y="1415647"/>
                  <a:pt x="2436650" y="1408427"/>
                </a:cubicBezTo>
                <a:cubicBezTo>
                  <a:pt x="2431399" y="1401208"/>
                  <a:pt x="2423014" y="1396932"/>
                  <a:pt x="2414087" y="1396923"/>
                </a:cubicBezTo>
                <a:lnTo>
                  <a:pt x="2257065" y="1396923"/>
                </a:lnTo>
                <a:cubicBezTo>
                  <a:pt x="2248137" y="1396932"/>
                  <a:pt x="2239751" y="1401206"/>
                  <a:pt x="2234499" y="1408426"/>
                </a:cubicBezTo>
                <a:cubicBezTo>
                  <a:pt x="2229248" y="1415646"/>
                  <a:pt x="2227763" y="1424941"/>
                  <a:pt x="2230504" y="1433438"/>
                </a:cubicBezTo>
                <a:cubicBezTo>
                  <a:pt x="2240708" y="1465421"/>
                  <a:pt x="2267134" y="1506855"/>
                  <a:pt x="2335576" y="1506855"/>
                </a:cubicBezTo>
                <a:close/>
              </a:path>
              <a:path w="4876800" h="4876800">
                <a:moveTo>
                  <a:pt x="2461796" y="1791700"/>
                </a:moveTo>
                <a:cubicBezTo>
                  <a:pt x="2398066" y="1791700"/>
                  <a:pt x="2356164" y="1856393"/>
                  <a:pt x="2339352" y="1888338"/>
                </a:cubicBezTo>
                <a:cubicBezTo>
                  <a:pt x="2337782" y="1891341"/>
                  <a:pt x="2334651" y="1893201"/>
                  <a:pt x="2331263" y="1893144"/>
                </a:cubicBezTo>
                <a:cubicBezTo>
                  <a:pt x="2327874" y="1893087"/>
                  <a:pt x="2324808" y="1891122"/>
                  <a:pt x="2323340" y="1888068"/>
                </a:cubicBezTo>
                <a:cubicBezTo>
                  <a:pt x="2307736" y="1856028"/>
                  <a:pt x="2267981" y="1791700"/>
                  <a:pt x="2200259" y="1791700"/>
                </a:cubicBezTo>
                <a:cubicBezTo>
                  <a:pt x="2129281" y="1790545"/>
                  <a:pt x="2070794" y="1847126"/>
                  <a:pt x="2069597" y="1918103"/>
                </a:cubicBezTo>
                <a:cubicBezTo>
                  <a:pt x="2069605" y="1925971"/>
                  <a:pt x="2070368" y="1933819"/>
                  <a:pt x="2071876" y="1941541"/>
                </a:cubicBezTo>
                <a:lnTo>
                  <a:pt x="2071839" y="1941554"/>
                </a:lnTo>
                <a:cubicBezTo>
                  <a:pt x="2071904" y="1941864"/>
                  <a:pt x="2072662" y="1945300"/>
                  <a:pt x="2072997" y="1946698"/>
                </a:cubicBezTo>
                <a:cubicBezTo>
                  <a:pt x="2099162" y="2058597"/>
                  <a:pt x="2228661" y="2159880"/>
                  <a:pt x="2293666" y="2204650"/>
                </a:cubicBezTo>
                <a:cubicBezTo>
                  <a:pt x="2316159" y="2220165"/>
                  <a:pt x="2345899" y="2220165"/>
                  <a:pt x="2368392" y="2204650"/>
                </a:cubicBezTo>
                <a:cubicBezTo>
                  <a:pt x="2433398" y="2159882"/>
                  <a:pt x="2562892" y="2058597"/>
                  <a:pt x="2589063" y="1946698"/>
                </a:cubicBezTo>
                <a:cubicBezTo>
                  <a:pt x="2589398" y="1945295"/>
                  <a:pt x="2590156" y="1941859"/>
                  <a:pt x="2590216" y="1941554"/>
                </a:cubicBezTo>
                <a:lnTo>
                  <a:pt x="2590184" y="1941541"/>
                </a:lnTo>
                <a:cubicBezTo>
                  <a:pt x="2591692" y="1933819"/>
                  <a:pt x="2592455" y="1925971"/>
                  <a:pt x="2592463" y="1918103"/>
                </a:cubicBezTo>
                <a:cubicBezTo>
                  <a:pt x="2591266" y="1847124"/>
                  <a:pt x="2532776" y="1790542"/>
                  <a:pt x="2461796" y="1791700"/>
                </a:cubicBezTo>
                <a:close/>
              </a:path>
              <a:path w="4876800" h="4876800">
                <a:moveTo>
                  <a:pt x="4476017" y="4042869"/>
                </a:moveTo>
                <a:cubicBezTo>
                  <a:pt x="4413388" y="4022683"/>
                  <a:pt x="4323682" y="4006057"/>
                  <a:pt x="4217128" y="3994015"/>
                </a:cubicBezTo>
                <a:cubicBezTo>
                  <a:pt x="4150453" y="3923921"/>
                  <a:pt x="4045692" y="3860154"/>
                  <a:pt x="3879023" y="3833980"/>
                </a:cubicBezTo>
                <a:cubicBezTo>
                  <a:pt x="3862275" y="3821093"/>
                  <a:pt x="3843429" y="3811192"/>
                  <a:pt x="3823315" y="3804712"/>
                </a:cubicBezTo>
                <a:cubicBezTo>
                  <a:pt x="3840642" y="3758373"/>
                  <a:pt x="3841564" y="3707495"/>
                  <a:pt x="3825929" y="3660558"/>
                </a:cubicBezTo>
                <a:cubicBezTo>
                  <a:pt x="3807237" y="3608352"/>
                  <a:pt x="3764028" y="3568706"/>
                  <a:pt x="3710410" y="3554564"/>
                </a:cubicBezTo>
                <a:cubicBezTo>
                  <a:pt x="3635234" y="3532836"/>
                  <a:pt x="3586287" y="3553764"/>
                  <a:pt x="3556550" y="3579121"/>
                </a:cubicBezTo>
                <a:cubicBezTo>
                  <a:pt x="3521194" y="3553988"/>
                  <a:pt x="3475811" y="3550295"/>
                  <a:pt x="3428176" y="3570205"/>
                </a:cubicBezTo>
                <a:lnTo>
                  <a:pt x="3424976" y="3571657"/>
                </a:lnTo>
                <a:cubicBezTo>
                  <a:pt x="3369403" y="3598264"/>
                  <a:pt x="3333070" y="3653388"/>
                  <a:pt x="3330527" y="3714950"/>
                </a:cubicBezTo>
                <a:cubicBezTo>
                  <a:pt x="3291655" y="3711248"/>
                  <a:pt x="3252482" y="3717513"/>
                  <a:pt x="3216703" y="3733153"/>
                </a:cubicBezTo>
                <a:cubicBezTo>
                  <a:pt x="3148437" y="3759800"/>
                  <a:pt x="3101773" y="3823560"/>
                  <a:pt x="3097018" y="3896688"/>
                </a:cubicBezTo>
                <a:cubicBezTo>
                  <a:pt x="3093415" y="3946660"/>
                  <a:pt x="3108888" y="3996140"/>
                  <a:pt x="3140318" y="4035156"/>
                </a:cubicBezTo>
                <a:cubicBezTo>
                  <a:pt x="3035956" y="4064218"/>
                  <a:pt x="2989544" y="4102249"/>
                  <a:pt x="2989544" y="4155923"/>
                </a:cubicBezTo>
                <a:lnTo>
                  <a:pt x="2989544" y="4158379"/>
                </a:lnTo>
                <a:cubicBezTo>
                  <a:pt x="2989600" y="4250374"/>
                  <a:pt x="3045526" y="4333113"/>
                  <a:pt x="3130868" y="4367460"/>
                </a:cubicBezTo>
                <a:cubicBezTo>
                  <a:pt x="3186604" y="4390248"/>
                  <a:pt x="3287482" y="4444189"/>
                  <a:pt x="3336837" y="4549336"/>
                </a:cubicBezTo>
                <a:cubicBezTo>
                  <a:pt x="3341180" y="4558601"/>
                  <a:pt x="3348789" y="4579972"/>
                  <a:pt x="3353496" y="4593928"/>
                </a:cubicBezTo>
                <a:cubicBezTo>
                  <a:pt x="3375448" y="4708950"/>
                  <a:pt x="3603388" y="4749998"/>
                  <a:pt x="3795170" y="4749998"/>
                </a:cubicBezTo>
                <a:cubicBezTo>
                  <a:pt x="3984536" y="4749998"/>
                  <a:pt x="4211684" y="4709606"/>
                  <a:pt x="4236446" y="4596260"/>
                </a:cubicBezTo>
                <a:cubicBezTo>
                  <a:pt x="4240287" y="4584390"/>
                  <a:pt x="4246278" y="4566870"/>
                  <a:pt x="4249468" y="4559456"/>
                </a:cubicBezTo>
                <a:cubicBezTo>
                  <a:pt x="4299577" y="4443176"/>
                  <a:pt x="4413020" y="4386448"/>
                  <a:pt x="4459464" y="4367460"/>
                </a:cubicBezTo>
                <a:cubicBezTo>
                  <a:pt x="4544811" y="4333118"/>
                  <a:pt x="4600742" y="4250376"/>
                  <a:pt x="4600796" y="4158379"/>
                </a:cubicBezTo>
                <a:lnTo>
                  <a:pt x="4600796" y="4155923"/>
                </a:lnTo>
                <a:cubicBezTo>
                  <a:pt x="4600801" y="4083090"/>
                  <a:pt x="4510145" y="4053868"/>
                  <a:pt x="4476017" y="4042869"/>
                </a:cubicBezTo>
                <a:close/>
                <a:moveTo>
                  <a:pt x="3211025" y="3904822"/>
                </a:moveTo>
                <a:cubicBezTo>
                  <a:pt x="3212969" y="3875113"/>
                  <a:pt x="3232167" y="3849310"/>
                  <a:pt x="3260064" y="3838910"/>
                </a:cubicBezTo>
                <a:cubicBezTo>
                  <a:pt x="3275377" y="3832176"/>
                  <a:pt x="3291851" y="3828477"/>
                  <a:pt x="3308573" y="3828017"/>
                </a:cubicBezTo>
                <a:cubicBezTo>
                  <a:pt x="3319307" y="3827875"/>
                  <a:pt x="3329936" y="3830142"/>
                  <a:pt x="3339678" y="3834649"/>
                </a:cubicBezTo>
                <a:cubicBezTo>
                  <a:pt x="3364814" y="3846626"/>
                  <a:pt x="3394515" y="3843707"/>
                  <a:pt x="3416838" y="3827065"/>
                </a:cubicBezTo>
                <a:cubicBezTo>
                  <a:pt x="3439161" y="3810422"/>
                  <a:pt x="3450438" y="3782792"/>
                  <a:pt x="3446136" y="3755282"/>
                </a:cubicBezTo>
                <a:cubicBezTo>
                  <a:pt x="3436834" y="3696392"/>
                  <a:pt x="3462154" y="3680910"/>
                  <a:pt x="3473818" y="3675026"/>
                </a:cubicBezTo>
                <a:cubicBezTo>
                  <a:pt x="3489344" y="3668780"/>
                  <a:pt x="3491427" y="3671961"/>
                  <a:pt x="3495864" y="3678621"/>
                </a:cubicBezTo>
                <a:cubicBezTo>
                  <a:pt x="3509716" y="3699610"/>
                  <a:pt x="3533200" y="3712218"/>
                  <a:pt x="3558348" y="3712168"/>
                </a:cubicBezTo>
                <a:cubicBezTo>
                  <a:pt x="3558990" y="3712168"/>
                  <a:pt x="3559622" y="3712168"/>
                  <a:pt x="3560253" y="3712145"/>
                </a:cubicBezTo>
                <a:cubicBezTo>
                  <a:pt x="3586058" y="3711568"/>
                  <a:pt x="3609734" y="3697704"/>
                  <a:pt x="3622863" y="3675482"/>
                </a:cubicBezTo>
                <a:cubicBezTo>
                  <a:pt x="3627681" y="3667366"/>
                  <a:pt x="3636686" y="3652242"/>
                  <a:pt x="3678692" y="3664375"/>
                </a:cubicBezTo>
                <a:cubicBezTo>
                  <a:pt x="3697052" y="3668294"/>
                  <a:pt x="3712061" y="3681462"/>
                  <a:pt x="3718336" y="3699155"/>
                </a:cubicBezTo>
                <a:cubicBezTo>
                  <a:pt x="3727061" y="3730063"/>
                  <a:pt x="3721689" y="3763246"/>
                  <a:pt x="3703658" y="3789823"/>
                </a:cubicBezTo>
                <a:cubicBezTo>
                  <a:pt x="3688655" y="3811790"/>
                  <a:pt x="3686245" y="3840007"/>
                  <a:pt x="3697305" y="3864200"/>
                </a:cubicBezTo>
                <a:cubicBezTo>
                  <a:pt x="3708190" y="3888090"/>
                  <a:pt x="3730948" y="3904398"/>
                  <a:pt x="3757069" y="3907026"/>
                </a:cubicBezTo>
                <a:cubicBezTo>
                  <a:pt x="3770948" y="3908490"/>
                  <a:pt x="3804592" y="3913937"/>
                  <a:pt x="3817158" y="3932871"/>
                </a:cubicBezTo>
                <a:cubicBezTo>
                  <a:pt x="3826609" y="3947094"/>
                  <a:pt x="3826265" y="3973273"/>
                  <a:pt x="3816200" y="4006594"/>
                </a:cubicBezTo>
                <a:cubicBezTo>
                  <a:pt x="3787514" y="4101593"/>
                  <a:pt x="3628333" y="4145183"/>
                  <a:pt x="3563491" y="4155110"/>
                </a:cubicBezTo>
                <a:cubicBezTo>
                  <a:pt x="3554878" y="4154728"/>
                  <a:pt x="3534748" y="4153681"/>
                  <a:pt x="3506006" y="4151195"/>
                </a:cubicBezTo>
                <a:cubicBezTo>
                  <a:pt x="3503520" y="4126003"/>
                  <a:pt x="3503074" y="4100651"/>
                  <a:pt x="3504672" y="4075387"/>
                </a:cubicBezTo>
                <a:cubicBezTo>
                  <a:pt x="3507860" y="4009552"/>
                  <a:pt x="3531595" y="3946370"/>
                  <a:pt x="3572542" y="3894719"/>
                </a:cubicBezTo>
                <a:cubicBezTo>
                  <a:pt x="3589042" y="3874108"/>
                  <a:pt x="3585806" y="3844043"/>
                  <a:pt x="3565298" y="3827415"/>
                </a:cubicBezTo>
                <a:cubicBezTo>
                  <a:pt x="3544790" y="3810788"/>
                  <a:pt x="3514706" y="3813837"/>
                  <a:pt x="3497951" y="3834241"/>
                </a:cubicBezTo>
                <a:cubicBezTo>
                  <a:pt x="3455424" y="3886752"/>
                  <a:pt x="3412994" y="3967965"/>
                  <a:pt x="3408483" y="4085371"/>
                </a:cubicBezTo>
                <a:cubicBezTo>
                  <a:pt x="3407850" y="4102891"/>
                  <a:pt x="3408050" y="4121217"/>
                  <a:pt x="3409185" y="4140356"/>
                </a:cubicBezTo>
                <a:cubicBezTo>
                  <a:pt x="3405851" y="4139902"/>
                  <a:pt x="3402553" y="4139457"/>
                  <a:pt x="3399148" y="4138976"/>
                </a:cubicBezTo>
                <a:cubicBezTo>
                  <a:pt x="3396729" y="4138712"/>
                  <a:pt x="3394578" y="4137316"/>
                  <a:pt x="3393353" y="4135214"/>
                </a:cubicBezTo>
                <a:lnTo>
                  <a:pt x="3393353" y="4135214"/>
                </a:lnTo>
                <a:cubicBezTo>
                  <a:pt x="3382840" y="4114051"/>
                  <a:pt x="3370522" y="4093834"/>
                  <a:pt x="3356536" y="4074786"/>
                </a:cubicBezTo>
                <a:cubicBezTo>
                  <a:pt x="3328980" y="4038326"/>
                  <a:pt x="3294270" y="4007877"/>
                  <a:pt x="3254534" y="3985302"/>
                </a:cubicBezTo>
                <a:cubicBezTo>
                  <a:pt x="3225834" y="3969003"/>
                  <a:pt x="3208944" y="3937762"/>
                  <a:pt x="3211025" y="3904822"/>
                </a:cubicBezTo>
                <a:close/>
                <a:moveTo>
                  <a:pt x="4416217" y="4261661"/>
                </a:moveTo>
                <a:cubicBezTo>
                  <a:pt x="4342378" y="4291850"/>
                  <a:pt x="4208890" y="4364808"/>
                  <a:pt x="4144503" y="4514227"/>
                </a:cubicBezTo>
                <a:cubicBezTo>
                  <a:pt x="4137424" y="4530658"/>
                  <a:pt x="4125184" y="4569202"/>
                  <a:pt x="4125184" y="4569202"/>
                </a:cubicBezTo>
                <a:cubicBezTo>
                  <a:pt x="4105956" y="4592585"/>
                  <a:pt x="3990420" y="4635699"/>
                  <a:pt x="3795175" y="4635699"/>
                </a:cubicBezTo>
                <a:cubicBezTo>
                  <a:pt x="3600731" y="4635699"/>
                  <a:pt x="3485371" y="4592926"/>
                  <a:pt x="3465484" y="4569476"/>
                </a:cubicBezTo>
                <a:lnTo>
                  <a:pt x="3463465" y="4562387"/>
                </a:lnTo>
                <a:cubicBezTo>
                  <a:pt x="3462079" y="4558170"/>
                  <a:pt x="3449605" y="4520589"/>
                  <a:pt x="3440313" y="4500778"/>
                </a:cubicBezTo>
                <a:cubicBezTo>
                  <a:pt x="3374475" y="4360511"/>
                  <a:pt x="3245284" y="4290756"/>
                  <a:pt x="3174134" y="4261662"/>
                </a:cubicBezTo>
                <a:cubicBezTo>
                  <a:pt x="3135707" y="4246295"/>
                  <a:pt x="3108899" y="4210974"/>
                  <a:pt x="3104435" y="4169829"/>
                </a:cubicBezTo>
                <a:cubicBezTo>
                  <a:pt x="3124438" y="4157170"/>
                  <a:pt x="3173720" y="4141350"/>
                  <a:pt x="3251529" y="4126911"/>
                </a:cubicBezTo>
                <a:cubicBezTo>
                  <a:pt x="3256112" y="4131828"/>
                  <a:pt x="3260408" y="4137004"/>
                  <a:pt x="3264398" y="4142413"/>
                </a:cubicBezTo>
                <a:cubicBezTo>
                  <a:pt x="3274492" y="4156160"/>
                  <a:pt x="3283383" y="4170751"/>
                  <a:pt x="3290973" y="4186024"/>
                </a:cubicBezTo>
                <a:cubicBezTo>
                  <a:pt x="3308910" y="4221922"/>
                  <a:pt x="3343400" y="4246662"/>
                  <a:pt x="3383154" y="4252146"/>
                </a:cubicBezTo>
                <a:cubicBezTo>
                  <a:pt x="3443384" y="4261020"/>
                  <a:pt x="3504026" y="4266825"/>
                  <a:pt x="3564845" y="4269540"/>
                </a:cubicBezTo>
                <a:lnTo>
                  <a:pt x="3569512" y="4269675"/>
                </a:lnTo>
                <a:lnTo>
                  <a:pt x="3570796" y="4269502"/>
                </a:lnTo>
                <a:cubicBezTo>
                  <a:pt x="3656675" y="4275342"/>
                  <a:pt x="3752236" y="4278646"/>
                  <a:pt x="3849569" y="4278646"/>
                </a:cubicBezTo>
                <a:cubicBezTo>
                  <a:pt x="3986008" y="4278646"/>
                  <a:pt x="4120702" y="4272160"/>
                  <a:pt x="4230290" y="4261299"/>
                </a:cubicBezTo>
                <a:cubicBezTo>
                  <a:pt x="4259282" y="4258496"/>
                  <a:pt x="4285262" y="4242209"/>
                  <a:pt x="4300418" y="4217336"/>
                </a:cubicBezTo>
                <a:cubicBezTo>
                  <a:pt x="4315574" y="4192463"/>
                  <a:pt x="4318137" y="4161907"/>
                  <a:pt x="4307336" y="4134857"/>
                </a:cubicBezTo>
                <a:cubicBezTo>
                  <a:pt x="4305458" y="4130199"/>
                  <a:pt x="4303416" y="4125439"/>
                  <a:pt x="4301290" y="4120639"/>
                </a:cubicBezTo>
                <a:cubicBezTo>
                  <a:pt x="4348541" y="4127533"/>
                  <a:pt x="4395220" y="4137898"/>
                  <a:pt x="4440948" y="4151649"/>
                </a:cubicBezTo>
                <a:cubicBezTo>
                  <a:pt x="4456541" y="4156228"/>
                  <a:pt x="4471597" y="4162470"/>
                  <a:pt x="4485856" y="4170267"/>
                </a:cubicBezTo>
                <a:cubicBezTo>
                  <a:pt x="4481252" y="4211234"/>
                  <a:pt x="4454494" y="4246351"/>
                  <a:pt x="4416217" y="4261661"/>
                </a:cubicBezTo>
                <a:close/>
              </a:path>
              <a:path w="4876800" h="4876800">
                <a:moveTo>
                  <a:pt x="499491" y="511732"/>
                </a:moveTo>
                <a:lnTo>
                  <a:pt x="351209" y="511732"/>
                </a:lnTo>
                <a:cubicBezTo>
                  <a:pt x="309700" y="511732"/>
                  <a:pt x="276000" y="545432"/>
                  <a:pt x="276000" y="586941"/>
                </a:cubicBezTo>
                <a:cubicBezTo>
                  <a:pt x="276000" y="628450"/>
                  <a:pt x="309700" y="662150"/>
                  <a:pt x="351209" y="662150"/>
                </a:cubicBezTo>
                <a:lnTo>
                  <a:pt x="499491" y="662150"/>
                </a:lnTo>
                <a:cubicBezTo>
                  <a:pt x="596141" y="662140"/>
                  <a:pt x="688410" y="621834"/>
                  <a:pt x="754094" y="550934"/>
                </a:cubicBezTo>
                <a:cubicBezTo>
                  <a:pt x="819778" y="621835"/>
                  <a:pt x="912048" y="662140"/>
                  <a:pt x="1008698" y="662150"/>
                </a:cubicBezTo>
                <a:lnTo>
                  <a:pt x="1020748" y="662150"/>
                </a:lnTo>
                <a:cubicBezTo>
                  <a:pt x="1117398" y="662139"/>
                  <a:pt x="1209668" y="621833"/>
                  <a:pt x="1275351" y="550932"/>
                </a:cubicBezTo>
                <a:cubicBezTo>
                  <a:pt x="1341034" y="621833"/>
                  <a:pt x="1433304" y="662139"/>
                  <a:pt x="1529954" y="662150"/>
                </a:cubicBezTo>
                <a:lnTo>
                  <a:pt x="1673124" y="662150"/>
                </a:lnTo>
                <a:cubicBezTo>
                  <a:pt x="1714633" y="662150"/>
                  <a:pt x="1748333" y="628450"/>
                  <a:pt x="1748333" y="586941"/>
                </a:cubicBezTo>
                <a:cubicBezTo>
                  <a:pt x="1748333" y="545432"/>
                  <a:pt x="1714633" y="511732"/>
                  <a:pt x="1673124" y="511732"/>
                </a:cubicBezTo>
                <a:lnTo>
                  <a:pt x="1529951" y="511732"/>
                </a:lnTo>
                <a:cubicBezTo>
                  <a:pt x="1459071" y="511731"/>
                  <a:pt x="1393662" y="473630"/>
                  <a:pt x="1358696" y="411975"/>
                </a:cubicBezTo>
                <a:cubicBezTo>
                  <a:pt x="1393662" y="350316"/>
                  <a:pt x="1459073" y="312213"/>
                  <a:pt x="1529956" y="312213"/>
                </a:cubicBezTo>
                <a:lnTo>
                  <a:pt x="1673124" y="312213"/>
                </a:lnTo>
                <a:cubicBezTo>
                  <a:pt x="1714633" y="312213"/>
                  <a:pt x="1748334" y="278513"/>
                  <a:pt x="1748334" y="237004"/>
                </a:cubicBezTo>
                <a:cubicBezTo>
                  <a:pt x="1748334" y="195494"/>
                  <a:pt x="1714633" y="161794"/>
                  <a:pt x="1673124" y="161794"/>
                </a:cubicBezTo>
                <a:lnTo>
                  <a:pt x="1529951" y="161794"/>
                </a:lnTo>
                <a:cubicBezTo>
                  <a:pt x="1433300" y="161806"/>
                  <a:pt x="1341030" y="202113"/>
                  <a:pt x="1275348" y="273016"/>
                </a:cubicBezTo>
                <a:cubicBezTo>
                  <a:pt x="1209666" y="202113"/>
                  <a:pt x="1117396" y="161806"/>
                  <a:pt x="1020745" y="161794"/>
                </a:cubicBezTo>
                <a:lnTo>
                  <a:pt x="1008698" y="161794"/>
                </a:lnTo>
                <a:cubicBezTo>
                  <a:pt x="912047" y="161804"/>
                  <a:pt x="819776" y="202111"/>
                  <a:pt x="754094" y="273014"/>
                </a:cubicBezTo>
                <a:cubicBezTo>
                  <a:pt x="688410" y="202113"/>
                  <a:pt x="596141" y="161807"/>
                  <a:pt x="499491" y="161794"/>
                </a:cubicBezTo>
                <a:lnTo>
                  <a:pt x="351209" y="161794"/>
                </a:lnTo>
                <a:cubicBezTo>
                  <a:pt x="309700" y="161794"/>
                  <a:pt x="276000" y="195494"/>
                  <a:pt x="276000" y="237004"/>
                </a:cubicBezTo>
                <a:cubicBezTo>
                  <a:pt x="276000" y="278513"/>
                  <a:pt x="309700" y="312213"/>
                  <a:pt x="351209" y="312213"/>
                </a:cubicBezTo>
                <a:lnTo>
                  <a:pt x="499491" y="312213"/>
                </a:lnTo>
                <a:cubicBezTo>
                  <a:pt x="570372" y="312216"/>
                  <a:pt x="635782" y="350317"/>
                  <a:pt x="670750" y="411973"/>
                </a:cubicBezTo>
                <a:cubicBezTo>
                  <a:pt x="635784" y="473630"/>
                  <a:pt x="570373" y="511732"/>
                  <a:pt x="499491" y="511732"/>
                </a:cubicBezTo>
                <a:close/>
                <a:moveTo>
                  <a:pt x="987319" y="313372"/>
                </a:moveTo>
                <a:cubicBezTo>
                  <a:pt x="994360" y="312610"/>
                  <a:pt x="1019168" y="312215"/>
                  <a:pt x="1020745" y="312215"/>
                </a:cubicBezTo>
                <a:cubicBezTo>
                  <a:pt x="1091628" y="312219"/>
                  <a:pt x="1157038" y="350320"/>
                  <a:pt x="1192009" y="411975"/>
                </a:cubicBezTo>
                <a:cubicBezTo>
                  <a:pt x="1157038" y="473630"/>
                  <a:pt x="1091627" y="511730"/>
                  <a:pt x="1020745" y="511732"/>
                </a:cubicBezTo>
                <a:cubicBezTo>
                  <a:pt x="1019168" y="511732"/>
                  <a:pt x="1003132" y="511672"/>
                  <a:pt x="1000361" y="511556"/>
                </a:cubicBezTo>
                <a:cubicBezTo>
                  <a:pt x="932515" y="508677"/>
                  <a:pt x="870941" y="471042"/>
                  <a:pt x="837438" y="411975"/>
                </a:cubicBezTo>
                <a:cubicBezTo>
                  <a:pt x="868656" y="356937"/>
                  <a:pt x="924419" y="320252"/>
                  <a:pt x="987319" y="31337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片 57" descr="微信图片_20260305144957_3_217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112375" y="0"/>
            <a:ext cx="2080260" cy="768985"/>
          </a:xfrm>
          <a:prstGeom prst="rect">
            <a:avLst/>
          </a:prstGeom>
        </p:spPr>
      </p:pic>
    </p:spTree>
    <p:custDataLst>
      <p:tags r:id="rId5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>
            <p:custDataLst>
              <p:tags r:id="rId1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结果可看见，过程可追踪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3" name="子内容1-[1]【1】"/>
          <p:cNvSpPr txBox="1"/>
          <p:nvPr>
            <p:custDataLst>
              <p:tags r:id="rId2"/>
            </p:custDataLst>
          </p:nvPr>
        </p:nvSpPr>
        <p:spPr>
          <a:xfrm>
            <a:off x="1653540" y="1823720"/>
            <a:ext cx="2341880" cy="150304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b="0" i="0" u="none" strike="noStrike">
                <a:solidFill>
                  <a:schemeClr val="accent2">
                    <a:lumMod val="5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本地消费提升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0" algn="r">
              <a:lnSpc>
                <a:spcPct val="120000"/>
              </a:lnSpc>
              <a:buNone/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平台GMV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0" algn="r">
              <a:lnSpc>
                <a:spcPct val="120000"/>
              </a:lnSpc>
              <a:buNone/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本地交易留存率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子内容5-[5]【1】"/>
          <p:cNvSpPr txBox="1"/>
          <p:nvPr>
            <p:custDataLst>
              <p:tags r:id="rId3"/>
            </p:custDataLst>
          </p:nvPr>
        </p:nvSpPr>
        <p:spPr>
          <a:xfrm>
            <a:off x="390623" y="3752815"/>
            <a:ext cx="3605079" cy="1611183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b="0" i="0" u="none" strike="noStrike">
                <a:solidFill>
                  <a:schemeClr val="accent2">
                    <a:lumMod val="5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就业拉动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新增岗位数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服务岗位稳定度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子内容2-[2]【1】"/>
          <p:cNvSpPr txBox="1"/>
          <p:nvPr>
            <p:custDataLst>
              <p:tags r:id="rId4"/>
            </p:custDataLst>
          </p:nvPr>
        </p:nvSpPr>
        <p:spPr>
          <a:xfrm>
            <a:off x="8196298" y="1773142"/>
            <a:ext cx="3645181" cy="1553532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0" i="0" u="none" strike="noStrike">
                <a:solidFill>
                  <a:schemeClr val="accent2">
                    <a:lumMod val="5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民生触达效果</a:t>
            </a:r>
            <a:endParaRPr lang="zh-CN" altLang="en-US" sz="2400" b="0" i="0" u="none" strike="noStrike">
              <a:solidFill>
                <a:schemeClr val="accent2">
                  <a:lumMod val="50000"/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兑换人数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覆盖人群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帮扶效率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子内容3-[3]【1】"/>
          <p:cNvSpPr txBox="1"/>
          <p:nvPr>
            <p:custDataLst>
              <p:tags r:id="rId5"/>
            </p:custDataLst>
          </p:nvPr>
        </p:nvSpPr>
        <p:spPr>
          <a:xfrm>
            <a:off x="8250908" y="3867923"/>
            <a:ext cx="3645181" cy="1589419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0" i="0" u="none" strike="noStrike">
                <a:solidFill>
                  <a:schemeClr val="accent2">
                    <a:lumMod val="5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企业扶持效果</a:t>
            </a:r>
            <a:endParaRPr lang="zh-CN" altLang="en-US" sz="2400" b="0" i="0" u="none" strike="noStrike">
              <a:solidFill>
                <a:schemeClr val="accent2">
                  <a:lumMod val="50000"/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入驻企业数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活跃商户数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复购率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子内容4-[4]【1】"/>
          <p:cNvSpPr txBox="1"/>
          <p:nvPr>
            <p:custDataLst>
              <p:tags r:id="rId6"/>
            </p:custDataLst>
          </p:nvPr>
        </p:nvSpPr>
        <p:spPr>
          <a:xfrm>
            <a:off x="3995420" y="5510157"/>
            <a:ext cx="4537165" cy="815169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zh-CN" altLang="en-US" sz="2400" b="0" i="0" u="none" strike="noStrike">
                <a:solidFill>
                  <a:schemeClr val="accent2">
                    <a:lumMod val="5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财税贡献</a:t>
            </a:r>
            <a:endParaRPr lang="zh-CN" altLang="en-US" sz="2400" b="0" i="0" u="none" strike="noStrike">
              <a:solidFill>
                <a:schemeClr val="accent2">
                  <a:lumMod val="50000"/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本地税收增量</a:t>
            </a:r>
            <a:r>
              <a:rPr lang="en-US" altLang="zh-CN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重点行业带动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装饰4-子标题4-[1]【1】"/>
          <p:cNvSpPr/>
          <p:nvPr>
            <p:custDataLst>
              <p:tags r:id="rId7"/>
            </p:custDataLst>
          </p:nvPr>
        </p:nvSpPr>
        <p:spPr>
          <a:xfrm flipV="1">
            <a:off x="5533414" y="4183655"/>
            <a:ext cx="1655858" cy="1180343"/>
          </a:xfrm>
          <a:custGeom>
            <a:avLst/>
            <a:gdLst/>
            <a:ahLst/>
            <a:cxnLst/>
            <a:rect l="l" t="t" r="r" b="b"/>
            <a:pathLst>
              <a:path w="1655858" h="1180343">
                <a:moveTo>
                  <a:pt x="990352" y="1023585"/>
                </a:moveTo>
                <a:cubicBezTo>
                  <a:pt x="1107100" y="915705"/>
                  <a:pt x="1180176" y="761552"/>
                  <a:pt x="1180176" y="589998"/>
                </a:cubicBezTo>
                <a:cubicBezTo>
                  <a:pt x="1180347" y="264119"/>
                  <a:pt x="916057" y="0"/>
                  <a:pt x="590169" y="0"/>
                </a:cubicBezTo>
                <a:cubicBezTo>
                  <a:pt x="264290" y="0"/>
                  <a:pt x="0" y="264119"/>
                  <a:pt x="0" y="590169"/>
                </a:cubicBezTo>
                <a:cubicBezTo>
                  <a:pt x="0" y="916229"/>
                  <a:pt x="264119" y="1180347"/>
                  <a:pt x="590169" y="1180347"/>
                </a:cubicBezTo>
                <a:lnTo>
                  <a:pt x="1474213" y="1180347"/>
                </a:lnTo>
                <a:lnTo>
                  <a:pt x="1655854" y="1023757"/>
                </a:lnTo>
                <a:lnTo>
                  <a:pt x="990352" y="1023757"/>
                </a:ln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装饰4-子标题4-[1]【1】"/>
          <p:cNvSpPr/>
          <p:nvPr>
            <p:custDataLst>
              <p:tags r:id="rId8"/>
            </p:custDataLst>
          </p:nvPr>
        </p:nvSpPr>
        <p:spPr>
          <a:xfrm flipV="1">
            <a:off x="5632066" y="4282307"/>
            <a:ext cx="983040" cy="983040"/>
          </a:xfrm>
          <a:custGeom>
            <a:avLst/>
            <a:gdLst/>
            <a:ahLst/>
            <a:cxnLst/>
            <a:rect l="l" t="t" r="r" b="b"/>
            <a:pathLst>
              <a:path w="983040" h="983040">
                <a:moveTo>
                  <a:pt x="983037" y="491519"/>
                </a:moveTo>
                <a:cubicBezTo>
                  <a:pt x="983037" y="762981"/>
                  <a:pt x="762981" y="983037"/>
                  <a:pt x="491519" y="983037"/>
                </a:cubicBezTo>
                <a:cubicBezTo>
                  <a:pt x="220066" y="983037"/>
                  <a:pt x="0" y="762981"/>
                  <a:pt x="0" y="491519"/>
                </a:cubicBezTo>
                <a:cubicBezTo>
                  <a:pt x="0" y="220066"/>
                  <a:pt x="220066" y="0"/>
                  <a:pt x="491519" y="0"/>
                </a:cubicBezTo>
                <a:cubicBezTo>
                  <a:pt x="762981" y="0"/>
                  <a:pt x="983037" y="220066"/>
                  <a:pt x="983037" y="49151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2-子标题2-[1]【1】"/>
          <p:cNvSpPr/>
          <p:nvPr>
            <p:custDataLst>
              <p:tags r:id="rId9"/>
            </p:custDataLst>
          </p:nvPr>
        </p:nvSpPr>
        <p:spPr>
          <a:xfrm flipV="1">
            <a:off x="5889222" y="1523772"/>
            <a:ext cx="1685193" cy="1180206"/>
          </a:xfrm>
          <a:custGeom>
            <a:avLst/>
            <a:gdLst/>
            <a:ahLst/>
            <a:cxnLst/>
            <a:rect l="l" t="t" r="r" b="b"/>
            <a:pathLst>
              <a:path w="1685193" h="1180206">
                <a:moveTo>
                  <a:pt x="509788" y="515293"/>
                </a:moveTo>
                <a:cubicBezTo>
                  <a:pt x="489604" y="672922"/>
                  <a:pt x="532762" y="838038"/>
                  <a:pt x="643061" y="969397"/>
                </a:cubicBezTo>
                <a:cubicBezTo>
                  <a:pt x="852545" y="1219076"/>
                  <a:pt x="1224715" y="1251614"/>
                  <a:pt x="1474384" y="1042130"/>
                </a:cubicBezTo>
                <a:cubicBezTo>
                  <a:pt x="1724063" y="832647"/>
                  <a:pt x="1756600" y="460477"/>
                  <a:pt x="1547117" y="210807"/>
                </a:cubicBezTo>
                <a:cubicBezTo>
                  <a:pt x="1337634" y="-38872"/>
                  <a:pt x="965464" y="-71409"/>
                  <a:pt x="715794" y="138084"/>
                </a:cubicBezTo>
                <a:lnTo>
                  <a:pt x="38624" y="706326"/>
                </a:lnTo>
                <a:lnTo>
                  <a:pt x="0" y="943127"/>
                </a:lnTo>
                <a:lnTo>
                  <a:pt x="509788" y="515464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装饰2-子标题2-[1]【1】"/>
          <p:cNvSpPr/>
          <p:nvPr>
            <p:custDataLst>
              <p:tags r:id="rId10"/>
            </p:custDataLst>
          </p:nvPr>
        </p:nvSpPr>
        <p:spPr>
          <a:xfrm flipV="1">
            <a:off x="6492791" y="1622355"/>
            <a:ext cx="983040" cy="983040"/>
          </a:xfrm>
          <a:custGeom>
            <a:avLst/>
            <a:gdLst/>
            <a:ahLst/>
            <a:cxnLst/>
            <a:rect l="l" t="t" r="r" b="b"/>
            <a:pathLst>
              <a:path w="983040" h="983040">
                <a:moveTo>
                  <a:pt x="983037" y="491519"/>
                </a:moveTo>
                <a:cubicBezTo>
                  <a:pt x="983037" y="762981"/>
                  <a:pt x="762981" y="983037"/>
                  <a:pt x="491519" y="983037"/>
                </a:cubicBezTo>
                <a:cubicBezTo>
                  <a:pt x="220066" y="983037"/>
                  <a:pt x="0" y="762981"/>
                  <a:pt x="0" y="491519"/>
                </a:cubicBezTo>
                <a:cubicBezTo>
                  <a:pt x="0" y="220066"/>
                  <a:pt x="220066" y="0"/>
                  <a:pt x="491519" y="0"/>
                </a:cubicBezTo>
                <a:cubicBezTo>
                  <a:pt x="762981" y="0"/>
                  <a:pt x="983037" y="220066"/>
                  <a:pt x="983037" y="49151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装饰1-子标题1-[1]【1】"/>
          <p:cNvSpPr/>
          <p:nvPr>
            <p:custDataLst>
              <p:tags r:id="rId11"/>
            </p:custDataLst>
          </p:nvPr>
        </p:nvSpPr>
        <p:spPr>
          <a:xfrm flipV="1">
            <a:off x="4636740" y="1496630"/>
            <a:ext cx="1180207" cy="1610376"/>
          </a:xfrm>
          <a:custGeom>
            <a:avLst/>
            <a:gdLst/>
            <a:ahLst/>
            <a:cxnLst/>
            <a:rect l="l" t="t" r="r" b="b"/>
            <a:pathLst>
              <a:path w="1180207" h="1610376">
                <a:moveTo>
                  <a:pt x="562261" y="430968"/>
                </a:moveTo>
                <a:cubicBezTo>
                  <a:pt x="403584" y="438455"/>
                  <a:pt x="248383" y="509616"/>
                  <a:pt x="138084" y="640975"/>
                </a:cubicBezTo>
                <a:cubicBezTo>
                  <a:pt x="-71409" y="890654"/>
                  <a:pt x="-38872" y="1262815"/>
                  <a:pt x="210807" y="1472298"/>
                </a:cubicBezTo>
                <a:cubicBezTo>
                  <a:pt x="460486" y="1681782"/>
                  <a:pt x="832647" y="1649244"/>
                  <a:pt x="1042130" y="1399575"/>
                </a:cubicBezTo>
                <a:cubicBezTo>
                  <a:pt x="1251614" y="1149896"/>
                  <a:pt x="1219076" y="777735"/>
                  <a:pt x="969397" y="568252"/>
                </a:cubicBezTo>
                <a:lnTo>
                  <a:pt x="292237" y="0"/>
                </a:lnTo>
                <a:lnTo>
                  <a:pt x="52302" y="3134"/>
                </a:lnTo>
                <a:lnTo>
                  <a:pt x="562089" y="430797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装饰1-子标题1-[1]【1】"/>
          <p:cNvSpPr/>
          <p:nvPr>
            <p:custDataLst>
              <p:tags r:id="rId12"/>
            </p:custDataLst>
          </p:nvPr>
        </p:nvSpPr>
        <p:spPr>
          <a:xfrm flipV="1">
            <a:off x="4735496" y="1595038"/>
            <a:ext cx="983040" cy="983040"/>
          </a:xfrm>
          <a:custGeom>
            <a:avLst/>
            <a:gdLst/>
            <a:ahLst/>
            <a:cxnLst/>
            <a:rect l="l" t="t" r="r" b="b"/>
            <a:pathLst>
              <a:path w="983040" h="983040">
                <a:moveTo>
                  <a:pt x="983037" y="491519"/>
                </a:moveTo>
                <a:cubicBezTo>
                  <a:pt x="983037" y="762981"/>
                  <a:pt x="762981" y="983037"/>
                  <a:pt x="491519" y="983037"/>
                </a:cubicBezTo>
                <a:cubicBezTo>
                  <a:pt x="220066" y="983037"/>
                  <a:pt x="0" y="762981"/>
                  <a:pt x="0" y="491519"/>
                </a:cubicBezTo>
                <a:cubicBezTo>
                  <a:pt x="0" y="220066"/>
                  <a:pt x="220066" y="0"/>
                  <a:pt x="491519" y="0"/>
                </a:cubicBezTo>
                <a:cubicBezTo>
                  <a:pt x="762981" y="0"/>
                  <a:pt x="983037" y="220066"/>
                  <a:pt x="983037" y="49151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装饰5-子标题5-[1]【1】"/>
          <p:cNvSpPr/>
          <p:nvPr>
            <p:custDataLst>
              <p:tags r:id="rId13"/>
            </p:custDataLst>
          </p:nvPr>
        </p:nvSpPr>
        <p:spPr>
          <a:xfrm flipV="1">
            <a:off x="4086412" y="3154055"/>
            <a:ext cx="1447173" cy="1443346"/>
          </a:xfrm>
          <a:custGeom>
            <a:avLst/>
            <a:gdLst/>
            <a:ahLst/>
            <a:cxnLst/>
            <a:rect l="l" t="t" r="r" b="b"/>
            <a:pathLst>
              <a:path w="1447173" h="1443346">
                <a:moveTo>
                  <a:pt x="1134513" y="625316"/>
                </a:moveTo>
                <a:cubicBezTo>
                  <a:pt x="1073096" y="478822"/>
                  <a:pt x="953214" y="357197"/>
                  <a:pt x="792099" y="298571"/>
                </a:cubicBezTo>
                <a:cubicBezTo>
                  <a:pt x="485880" y="187042"/>
                  <a:pt x="147295" y="345024"/>
                  <a:pt x="35776" y="651243"/>
                </a:cubicBezTo>
                <a:cubicBezTo>
                  <a:pt x="-75762" y="957463"/>
                  <a:pt x="82229" y="1296048"/>
                  <a:pt x="388449" y="1407576"/>
                </a:cubicBezTo>
                <a:cubicBezTo>
                  <a:pt x="694668" y="1519104"/>
                  <a:pt x="1033253" y="1361122"/>
                  <a:pt x="1144781" y="1054903"/>
                </a:cubicBezTo>
                <a:lnTo>
                  <a:pt x="1447171" y="224276"/>
                </a:lnTo>
                <a:lnTo>
                  <a:pt x="1362094" y="0"/>
                </a:lnTo>
                <a:lnTo>
                  <a:pt x="1134513" y="625316"/>
                </a:lnTo>
                <a:close/>
              </a:path>
            </a:pathLst>
          </a:custGeom>
          <a:solidFill>
            <a:schemeClr val="accent5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装饰3-子标题3-[1]【1】】"/>
          <p:cNvSpPr/>
          <p:nvPr>
            <p:custDataLst>
              <p:tags r:id="rId14"/>
            </p:custDataLst>
          </p:nvPr>
        </p:nvSpPr>
        <p:spPr>
          <a:xfrm flipV="1">
            <a:off x="4185169" y="3252810"/>
            <a:ext cx="983040" cy="983040"/>
          </a:xfrm>
          <a:custGeom>
            <a:avLst/>
            <a:gdLst/>
            <a:ahLst/>
            <a:cxnLst/>
            <a:rect l="l" t="t" r="r" b="b"/>
            <a:pathLst>
              <a:path w="983040" h="983040">
                <a:moveTo>
                  <a:pt x="983037" y="491519"/>
                </a:moveTo>
                <a:cubicBezTo>
                  <a:pt x="983037" y="762981"/>
                  <a:pt x="762981" y="983037"/>
                  <a:pt x="491519" y="983037"/>
                </a:cubicBezTo>
                <a:cubicBezTo>
                  <a:pt x="220066" y="983037"/>
                  <a:pt x="0" y="762981"/>
                  <a:pt x="0" y="491519"/>
                </a:cubicBezTo>
                <a:cubicBezTo>
                  <a:pt x="0" y="220066"/>
                  <a:pt x="220066" y="0"/>
                  <a:pt x="491519" y="0"/>
                </a:cubicBezTo>
                <a:cubicBezTo>
                  <a:pt x="762981" y="0"/>
                  <a:pt x="983037" y="220066"/>
                  <a:pt x="983037" y="49151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装饰3-子标题3-[1]【1】"/>
          <p:cNvSpPr/>
          <p:nvPr>
            <p:custDataLst>
              <p:tags r:id="rId15"/>
            </p:custDataLst>
          </p:nvPr>
        </p:nvSpPr>
        <p:spPr>
          <a:xfrm flipV="1">
            <a:off x="6925226" y="2594956"/>
            <a:ext cx="1180550" cy="1739998"/>
          </a:xfrm>
          <a:custGeom>
            <a:avLst/>
            <a:gdLst/>
            <a:ahLst/>
            <a:cxnLst/>
            <a:rect l="l" t="t" r="r" b="b"/>
            <a:pathLst>
              <a:path w="1180550" h="1739998">
                <a:moveTo>
                  <a:pt x="319726" y="1114682"/>
                </a:moveTo>
                <a:cubicBezTo>
                  <a:pt x="461000" y="1187406"/>
                  <a:pt x="630993" y="1203417"/>
                  <a:pt x="792099" y="1144781"/>
                </a:cubicBezTo>
                <a:cubicBezTo>
                  <a:pt x="1098328" y="1033253"/>
                  <a:pt x="1256309" y="694668"/>
                  <a:pt x="1144781" y="388449"/>
                </a:cubicBezTo>
                <a:cubicBezTo>
                  <a:pt x="1033253" y="82229"/>
                  <a:pt x="694668" y="-75762"/>
                  <a:pt x="388449" y="35776"/>
                </a:cubicBezTo>
                <a:cubicBezTo>
                  <a:pt x="82229" y="147295"/>
                  <a:pt x="-75762" y="485880"/>
                  <a:pt x="35776" y="792099"/>
                </a:cubicBezTo>
                <a:lnTo>
                  <a:pt x="338166" y="1622727"/>
                </a:lnTo>
                <a:lnTo>
                  <a:pt x="547478" y="1739998"/>
                </a:lnTo>
                <a:lnTo>
                  <a:pt x="319897" y="1114682"/>
                </a:ln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装饰5-子标题5-[1]【1】"/>
          <p:cNvSpPr/>
          <p:nvPr>
            <p:custDataLst>
              <p:tags r:id="rId16"/>
            </p:custDataLst>
          </p:nvPr>
        </p:nvSpPr>
        <p:spPr>
          <a:xfrm flipV="1">
            <a:off x="7023807" y="3253159"/>
            <a:ext cx="983040" cy="983040"/>
          </a:xfrm>
          <a:custGeom>
            <a:avLst/>
            <a:gdLst/>
            <a:ahLst/>
            <a:cxnLst/>
            <a:rect l="l" t="t" r="r" b="b"/>
            <a:pathLst>
              <a:path w="983040" h="983040">
                <a:moveTo>
                  <a:pt x="983037" y="491519"/>
                </a:moveTo>
                <a:cubicBezTo>
                  <a:pt x="983037" y="762981"/>
                  <a:pt x="762981" y="983037"/>
                  <a:pt x="491519" y="983037"/>
                </a:cubicBezTo>
                <a:cubicBezTo>
                  <a:pt x="220066" y="983037"/>
                  <a:pt x="0" y="762981"/>
                  <a:pt x="0" y="491519"/>
                </a:cubicBezTo>
                <a:cubicBezTo>
                  <a:pt x="0" y="220066"/>
                  <a:pt x="220066" y="0"/>
                  <a:pt x="491519" y="0"/>
                </a:cubicBezTo>
                <a:cubicBezTo>
                  <a:pt x="762981" y="0"/>
                  <a:pt x="983037" y="220066"/>
                  <a:pt x="983037" y="49151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icon1-[1]【1】"/>
          <p:cNvSpPr/>
          <p:nvPr>
            <p:custDataLst>
              <p:tags r:id="rId17"/>
            </p:custDataLst>
          </p:nvPr>
        </p:nvSpPr>
        <p:spPr>
          <a:xfrm>
            <a:off x="4934612" y="1793994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4448175" y="723900"/>
                </a:moveTo>
                <a:lnTo>
                  <a:pt x="428625" y="723900"/>
                </a:lnTo>
                <a:cubicBezTo>
                  <a:pt x="192281" y="723900"/>
                  <a:pt x="0" y="916181"/>
                  <a:pt x="0" y="1152525"/>
                </a:cubicBezTo>
                <a:lnTo>
                  <a:pt x="0" y="3724275"/>
                </a:lnTo>
                <a:cubicBezTo>
                  <a:pt x="0" y="3960619"/>
                  <a:pt x="192281" y="4152900"/>
                  <a:pt x="428625" y="4152900"/>
                </a:cubicBezTo>
                <a:lnTo>
                  <a:pt x="4448175" y="4152900"/>
                </a:lnTo>
                <a:cubicBezTo>
                  <a:pt x="4684518" y="4152900"/>
                  <a:pt x="4876800" y="3960619"/>
                  <a:pt x="4876800" y="3724275"/>
                </a:cubicBezTo>
                <a:lnTo>
                  <a:pt x="4876800" y="1152525"/>
                </a:lnTo>
                <a:cubicBezTo>
                  <a:pt x="4876800" y="916181"/>
                  <a:pt x="4684518" y="723900"/>
                  <a:pt x="4448175" y="723900"/>
                </a:cubicBezTo>
                <a:close/>
                <a:moveTo>
                  <a:pt x="3983688" y="1009650"/>
                </a:moveTo>
                <a:lnTo>
                  <a:pt x="2438400" y="2547156"/>
                </a:lnTo>
                <a:lnTo>
                  <a:pt x="893112" y="1009650"/>
                </a:lnTo>
                <a:lnTo>
                  <a:pt x="3983688" y="1009650"/>
                </a:lnTo>
                <a:close/>
                <a:moveTo>
                  <a:pt x="561975" y="3867150"/>
                </a:moveTo>
                <a:lnTo>
                  <a:pt x="428625" y="3867150"/>
                </a:lnTo>
                <a:cubicBezTo>
                  <a:pt x="349844" y="3867150"/>
                  <a:pt x="285750" y="3803056"/>
                  <a:pt x="285750" y="3724275"/>
                </a:cubicBezTo>
                <a:lnTo>
                  <a:pt x="285750" y="1614545"/>
                </a:lnTo>
                <a:lnTo>
                  <a:pt x="561975" y="1886636"/>
                </a:lnTo>
                <a:lnTo>
                  <a:pt x="561975" y="3867150"/>
                </a:lnTo>
                <a:close/>
                <a:moveTo>
                  <a:pt x="4010025" y="3867150"/>
                </a:moveTo>
                <a:lnTo>
                  <a:pt x="838200" y="3867150"/>
                </a:lnTo>
                <a:lnTo>
                  <a:pt x="838200" y="2170948"/>
                </a:lnTo>
                <a:lnTo>
                  <a:pt x="1933242" y="3253740"/>
                </a:lnTo>
                <a:cubicBezTo>
                  <a:pt x="2067887" y="3388557"/>
                  <a:pt x="2247290" y="3462804"/>
                  <a:pt x="2438400" y="3462804"/>
                </a:cubicBezTo>
                <a:cubicBezTo>
                  <a:pt x="2629510" y="3462804"/>
                  <a:pt x="2808913" y="3388557"/>
                  <a:pt x="2943234" y="3254054"/>
                </a:cubicBezTo>
                <a:lnTo>
                  <a:pt x="4010025" y="2195379"/>
                </a:lnTo>
                <a:lnTo>
                  <a:pt x="4010025" y="3867150"/>
                </a:lnTo>
                <a:close/>
                <a:moveTo>
                  <a:pt x="4591050" y="3724275"/>
                </a:moveTo>
                <a:cubicBezTo>
                  <a:pt x="4591050" y="3803056"/>
                  <a:pt x="4526956" y="3867150"/>
                  <a:pt x="4448175" y="3867150"/>
                </a:cubicBezTo>
                <a:lnTo>
                  <a:pt x="4295775" y="3867150"/>
                </a:lnTo>
                <a:lnTo>
                  <a:pt x="4295775" y="1911067"/>
                </a:lnTo>
                <a:lnTo>
                  <a:pt x="4591050" y="1614545"/>
                </a:lnTo>
                <a:lnTo>
                  <a:pt x="4591050" y="3724275"/>
                </a:lnTo>
                <a:close/>
                <a:moveTo>
                  <a:pt x="4591050" y="1211456"/>
                </a:moveTo>
                <a:lnTo>
                  <a:pt x="2741381" y="3051810"/>
                </a:lnTo>
                <a:cubicBezTo>
                  <a:pt x="2660723" y="3132572"/>
                  <a:pt x="2553119" y="3177054"/>
                  <a:pt x="2438400" y="3177054"/>
                </a:cubicBezTo>
                <a:quadBezTo>
                  <a:pt x="2216086" y="3132582"/>
                  <a:pt x="2135105" y="3051495"/>
                </a:quadBezTo>
                <a:lnTo>
                  <a:pt x="285750" y="1211456"/>
                </a:lnTo>
                <a:lnTo>
                  <a:pt x="285750" y="1152525"/>
                </a:lnTo>
                <a:cubicBezTo>
                  <a:pt x="285750" y="1073744"/>
                  <a:pt x="349844" y="1009650"/>
                  <a:pt x="428625" y="1009650"/>
                </a:cubicBezTo>
                <a:lnTo>
                  <a:pt x="487975" y="1009650"/>
                </a:lnTo>
                <a:lnTo>
                  <a:pt x="2438400" y="2950254"/>
                </a:lnTo>
                <a:lnTo>
                  <a:pt x="4388824" y="1009650"/>
                </a:lnTo>
                <a:lnTo>
                  <a:pt x="4448175" y="1009650"/>
                </a:lnTo>
                <a:cubicBezTo>
                  <a:pt x="4526956" y="1009650"/>
                  <a:pt x="4591050" y="1073744"/>
                  <a:pt x="4591050" y="1152525"/>
                </a:cubicBezTo>
                <a:lnTo>
                  <a:pt x="4591050" y="121145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icon2-[1]【1】"/>
          <p:cNvSpPr/>
          <p:nvPr>
            <p:custDataLst>
              <p:tags r:id="rId18"/>
            </p:custDataLst>
          </p:nvPr>
        </p:nvSpPr>
        <p:spPr>
          <a:xfrm>
            <a:off x="6692080" y="1816092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2446020" y="47625"/>
                </a:moveTo>
                <a:cubicBezTo>
                  <a:pt x="3153728" y="47625"/>
                  <a:pt x="3861435" y="47625"/>
                  <a:pt x="4569142" y="47625"/>
                </a:cubicBezTo>
                <a:cubicBezTo>
                  <a:pt x="4752022" y="47625"/>
                  <a:pt x="4867275" y="161925"/>
                  <a:pt x="4867275" y="343852"/>
                </a:cubicBezTo>
                <a:cubicBezTo>
                  <a:pt x="4867275" y="1746885"/>
                  <a:pt x="4867275" y="3149918"/>
                  <a:pt x="4867275" y="4552950"/>
                </a:cubicBezTo>
                <a:cubicBezTo>
                  <a:pt x="4867275" y="4732020"/>
                  <a:pt x="4752022" y="4848225"/>
                  <a:pt x="4573906" y="4848225"/>
                </a:cubicBezTo>
                <a:cubicBezTo>
                  <a:pt x="3156585" y="4848225"/>
                  <a:pt x="1739265" y="4848225"/>
                  <a:pt x="321945" y="4848225"/>
                </a:cubicBezTo>
                <a:cubicBezTo>
                  <a:pt x="145732" y="4848225"/>
                  <a:pt x="28575" y="4732020"/>
                  <a:pt x="28575" y="4556760"/>
                </a:cubicBezTo>
                <a:cubicBezTo>
                  <a:pt x="28575" y="3150870"/>
                  <a:pt x="28575" y="1744980"/>
                  <a:pt x="28575" y="338138"/>
                </a:cubicBezTo>
                <a:cubicBezTo>
                  <a:pt x="28575" y="163830"/>
                  <a:pt x="145732" y="47625"/>
                  <a:pt x="321945" y="47625"/>
                </a:cubicBezTo>
                <a:cubicBezTo>
                  <a:pt x="1029652" y="47625"/>
                  <a:pt x="1738312" y="47625"/>
                  <a:pt x="2446020" y="47625"/>
                </a:cubicBezTo>
                <a:close/>
                <a:moveTo>
                  <a:pt x="2447925" y="4714875"/>
                </a:moveTo>
                <a:cubicBezTo>
                  <a:pt x="3152775" y="4714875"/>
                  <a:pt x="3857625" y="4714875"/>
                  <a:pt x="4562475" y="4714875"/>
                </a:cubicBezTo>
                <a:cubicBezTo>
                  <a:pt x="4679632" y="4714875"/>
                  <a:pt x="4733925" y="4660582"/>
                  <a:pt x="4733925" y="4543425"/>
                </a:cubicBezTo>
                <a:cubicBezTo>
                  <a:pt x="4733925" y="3146108"/>
                  <a:pt x="4733925" y="1749743"/>
                  <a:pt x="4733925" y="352425"/>
                </a:cubicBezTo>
                <a:cubicBezTo>
                  <a:pt x="4733925" y="235268"/>
                  <a:pt x="4679632" y="180975"/>
                  <a:pt x="4562475" y="180975"/>
                </a:cubicBezTo>
                <a:cubicBezTo>
                  <a:pt x="3152775" y="180975"/>
                  <a:pt x="1743075" y="180975"/>
                  <a:pt x="333375" y="180975"/>
                </a:cubicBezTo>
                <a:cubicBezTo>
                  <a:pt x="216218" y="180975"/>
                  <a:pt x="161925" y="235268"/>
                  <a:pt x="161925" y="352425"/>
                </a:cubicBezTo>
                <a:cubicBezTo>
                  <a:pt x="161925" y="1749742"/>
                  <a:pt x="161925" y="3146108"/>
                  <a:pt x="161925" y="4543425"/>
                </a:cubicBezTo>
                <a:cubicBezTo>
                  <a:pt x="161925" y="4660582"/>
                  <a:pt x="216218" y="4714875"/>
                  <a:pt x="333375" y="4714875"/>
                </a:cubicBezTo>
                <a:cubicBezTo>
                  <a:pt x="1038225" y="4714875"/>
                  <a:pt x="1743075" y="4714875"/>
                  <a:pt x="2447925" y="4714875"/>
                </a:cubicBezTo>
                <a:close/>
              </a:path>
              <a:path w="4876800" h="4876800">
                <a:moveTo>
                  <a:pt x="1089660" y="1432560"/>
                </a:moveTo>
                <a:cubicBezTo>
                  <a:pt x="1996440" y="1432560"/>
                  <a:pt x="2900362" y="1432560"/>
                  <a:pt x="3808095" y="1432560"/>
                </a:cubicBezTo>
                <a:cubicBezTo>
                  <a:pt x="3808095" y="2108835"/>
                  <a:pt x="3808095" y="2784158"/>
                  <a:pt x="3808095" y="3463290"/>
                </a:cubicBezTo>
                <a:cubicBezTo>
                  <a:pt x="2904172" y="3463290"/>
                  <a:pt x="1999298" y="3463290"/>
                  <a:pt x="1089660" y="3463290"/>
                </a:cubicBezTo>
                <a:cubicBezTo>
                  <a:pt x="1089660" y="2788920"/>
                  <a:pt x="1089660" y="2113598"/>
                  <a:pt x="1089660" y="1432560"/>
                </a:cubicBezTo>
                <a:close/>
                <a:moveTo>
                  <a:pt x="3419475" y="3442335"/>
                </a:moveTo>
                <a:cubicBezTo>
                  <a:pt x="3419475" y="3314700"/>
                  <a:pt x="3420428" y="3191828"/>
                  <a:pt x="3418522" y="3068003"/>
                </a:cubicBezTo>
                <a:cubicBezTo>
                  <a:pt x="3418522" y="3055620"/>
                  <a:pt x="3405188" y="3040380"/>
                  <a:pt x="3393758" y="3032760"/>
                </a:cubicBezTo>
                <a:cubicBezTo>
                  <a:pt x="3147060" y="2857500"/>
                  <a:pt x="2900362" y="2682240"/>
                  <a:pt x="2649855" y="2506028"/>
                </a:cubicBezTo>
                <a:cubicBezTo>
                  <a:pt x="2585085" y="2562225"/>
                  <a:pt x="2521267" y="2617470"/>
                  <a:pt x="2455545" y="2674620"/>
                </a:cubicBezTo>
                <a:cubicBezTo>
                  <a:pt x="2394585" y="2623185"/>
                  <a:pt x="2334578" y="2575560"/>
                  <a:pt x="2278380" y="2524125"/>
                </a:cubicBezTo>
                <a:cubicBezTo>
                  <a:pt x="2249805" y="2498408"/>
                  <a:pt x="2232660" y="2494598"/>
                  <a:pt x="2199322" y="2521268"/>
                </a:cubicBezTo>
                <a:cubicBezTo>
                  <a:pt x="1990725" y="2691765"/>
                  <a:pt x="1781175" y="2861310"/>
                  <a:pt x="1568767" y="3027998"/>
                </a:cubicBezTo>
                <a:cubicBezTo>
                  <a:pt x="1521142" y="3065146"/>
                  <a:pt x="1502092" y="3102293"/>
                  <a:pt x="1504950" y="3162300"/>
                </a:cubicBezTo>
                <a:cubicBezTo>
                  <a:pt x="1509712" y="3254693"/>
                  <a:pt x="1505902" y="3348038"/>
                  <a:pt x="1505902" y="3444240"/>
                </a:cubicBezTo>
                <a:cubicBezTo>
                  <a:pt x="2146935" y="3442335"/>
                  <a:pt x="2779395" y="3442335"/>
                  <a:pt x="3419475" y="3442335"/>
                </a:cubicBezTo>
                <a:close/>
                <a:moveTo>
                  <a:pt x="3286125" y="1465898"/>
                </a:moveTo>
                <a:cubicBezTo>
                  <a:pt x="3284220" y="1462088"/>
                  <a:pt x="3282315" y="1458277"/>
                  <a:pt x="3280410" y="1454467"/>
                </a:cubicBezTo>
                <a:cubicBezTo>
                  <a:pt x="2733675" y="1454467"/>
                  <a:pt x="2185988" y="1454467"/>
                  <a:pt x="1646872" y="1454467"/>
                </a:cubicBezTo>
                <a:cubicBezTo>
                  <a:pt x="1911667" y="1723072"/>
                  <a:pt x="2178368" y="1993582"/>
                  <a:pt x="2453640" y="2272665"/>
                </a:cubicBezTo>
                <a:cubicBezTo>
                  <a:pt x="2732722" y="2003108"/>
                  <a:pt x="3008947" y="1734502"/>
                  <a:pt x="3286125" y="1465898"/>
                </a:cubicBezTo>
                <a:close/>
                <a:moveTo>
                  <a:pt x="3415665" y="2974658"/>
                </a:moveTo>
                <a:cubicBezTo>
                  <a:pt x="3415665" y="2593658"/>
                  <a:pt x="3415665" y="2220278"/>
                  <a:pt x="3415665" y="1840230"/>
                </a:cubicBezTo>
                <a:cubicBezTo>
                  <a:pt x="3171825" y="2051685"/>
                  <a:pt x="2932747" y="2258378"/>
                  <a:pt x="2691765" y="2467928"/>
                </a:cubicBezTo>
                <a:cubicBezTo>
                  <a:pt x="2936558" y="2639378"/>
                  <a:pt x="3173730" y="2805112"/>
                  <a:pt x="3415665" y="2974658"/>
                </a:cubicBezTo>
                <a:close/>
                <a:moveTo>
                  <a:pt x="2195512" y="2452688"/>
                </a:moveTo>
                <a:cubicBezTo>
                  <a:pt x="1966912" y="2258378"/>
                  <a:pt x="1744028" y="2068830"/>
                  <a:pt x="1511617" y="1871662"/>
                </a:cubicBezTo>
                <a:cubicBezTo>
                  <a:pt x="1511617" y="2252662"/>
                  <a:pt x="1511617" y="2621280"/>
                  <a:pt x="1511617" y="2999422"/>
                </a:cubicBezTo>
                <a:cubicBezTo>
                  <a:pt x="1742122" y="2814638"/>
                  <a:pt x="1965960" y="2636520"/>
                  <a:pt x="2195512" y="245268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icon3-[1]【1】"/>
          <p:cNvSpPr/>
          <p:nvPr>
            <p:custDataLst>
              <p:tags r:id="rId19"/>
            </p:custDataLst>
          </p:nvPr>
        </p:nvSpPr>
        <p:spPr>
          <a:xfrm>
            <a:off x="7223096" y="3482015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363" y="59266"/>
                </a:moveTo>
                <a:lnTo>
                  <a:pt x="114171" y="95598"/>
                </a:lnTo>
                <a:lnTo>
                  <a:pt x="165054" y="58015"/>
                </a:lnTo>
                <a:cubicBezTo>
                  <a:pt x="172827" y="51876"/>
                  <a:pt x="182794" y="50815"/>
                  <a:pt x="190938" y="54912"/>
                </a:cubicBezTo>
                <a:cubicBezTo>
                  <a:pt x="199218" y="59078"/>
                  <a:pt x="204788" y="68116"/>
                  <a:pt x="204788" y="80458"/>
                </a:cubicBezTo>
                <a:lnTo>
                  <a:pt x="204788" y="159656"/>
                </a:lnTo>
                <a:cubicBezTo>
                  <a:pt x="204788" y="164147"/>
                  <a:pt x="204223" y="170581"/>
                  <a:pt x="200800" y="176004"/>
                </a:cubicBezTo>
                <a:cubicBezTo>
                  <a:pt x="197126" y="181826"/>
                  <a:pt x="190681" y="185683"/>
                  <a:pt x="180778" y="185683"/>
                </a:cubicBezTo>
                <a:lnTo>
                  <a:pt x="160868" y="185683"/>
                </a:lnTo>
                <a:cubicBezTo>
                  <a:pt x="158238" y="185683"/>
                  <a:pt x="156105" y="183551"/>
                  <a:pt x="156105" y="180921"/>
                </a:cubicBezTo>
                <a:lnTo>
                  <a:pt x="156105" y="125738"/>
                </a:lnTo>
                <a:lnTo>
                  <a:pt x="117031" y="154798"/>
                </a:lnTo>
                <a:cubicBezTo>
                  <a:pt x="115341" y="156056"/>
                  <a:pt x="113026" y="156053"/>
                  <a:pt x="111338" y="154792"/>
                </a:cubicBezTo>
                <a:lnTo>
                  <a:pt x="72495" y="125764"/>
                </a:lnTo>
                <a:lnTo>
                  <a:pt x="72495" y="159245"/>
                </a:lnTo>
                <a:cubicBezTo>
                  <a:pt x="72495" y="161875"/>
                  <a:pt x="70362" y="164007"/>
                  <a:pt x="67732" y="164007"/>
                </a:cubicBezTo>
                <a:cubicBezTo>
                  <a:pt x="65102" y="164007"/>
                  <a:pt x="62970" y="161875"/>
                  <a:pt x="62970" y="159245"/>
                </a:cubicBezTo>
                <a:lnTo>
                  <a:pt x="62970" y="116260"/>
                </a:lnTo>
                <a:cubicBezTo>
                  <a:pt x="62970" y="114457"/>
                  <a:pt x="63987" y="112809"/>
                  <a:pt x="65599" y="112003"/>
                </a:cubicBezTo>
                <a:cubicBezTo>
                  <a:pt x="67210" y="111195"/>
                  <a:pt x="69139" y="111366"/>
                  <a:pt x="70583" y="112445"/>
                </a:cubicBezTo>
                <a:lnTo>
                  <a:pt x="114196" y="145036"/>
                </a:lnTo>
                <a:lnTo>
                  <a:pt x="158025" y="112439"/>
                </a:lnTo>
                <a:cubicBezTo>
                  <a:pt x="159470" y="111364"/>
                  <a:pt x="161397" y="111196"/>
                  <a:pt x="163006" y="112004"/>
                </a:cubicBezTo>
                <a:cubicBezTo>
                  <a:pt x="164615" y="112813"/>
                  <a:pt x="165630" y="114460"/>
                  <a:pt x="165630" y="116260"/>
                </a:cubicBezTo>
                <a:lnTo>
                  <a:pt x="165630" y="176158"/>
                </a:lnTo>
                <a:lnTo>
                  <a:pt x="180778" y="176158"/>
                </a:lnTo>
                <a:cubicBezTo>
                  <a:pt x="187865" y="176158"/>
                  <a:pt x="191045" y="173614"/>
                  <a:pt x="192746" y="170919"/>
                </a:cubicBezTo>
                <a:cubicBezTo>
                  <a:pt x="194699" y="167825"/>
                  <a:pt x="195262" y="163627"/>
                  <a:pt x="195262" y="159656"/>
                </a:cubicBezTo>
                <a:lnTo>
                  <a:pt x="195262" y="80458"/>
                </a:lnTo>
                <a:cubicBezTo>
                  <a:pt x="195262" y="71102"/>
                  <a:pt x="191209" y="65711"/>
                  <a:pt x="186658" y="63421"/>
                </a:cubicBezTo>
                <a:cubicBezTo>
                  <a:pt x="181995" y="61076"/>
                  <a:pt x="175957" y="61515"/>
                  <a:pt x="170911" y="65526"/>
                </a:cubicBezTo>
                <a:cubicBezTo>
                  <a:pt x="170867" y="65561"/>
                  <a:pt x="170822" y="65595"/>
                  <a:pt x="170778" y="65629"/>
                </a:cubicBezTo>
                <a:lnTo>
                  <a:pt x="117018" y="105336"/>
                </a:lnTo>
                <a:cubicBezTo>
                  <a:pt x="115345" y="106572"/>
                  <a:pt x="113063" y="106579"/>
                  <a:pt x="111382" y="105353"/>
                </a:cubicBezTo>
                <a:lnTo>
                  <a:pt x="58691" y="66918"/>
                </a:lnTo>
                <a:cubicBezTo>
                  <a:pt x="53968" y="63398"/>
                  <a:pt x="46982" y="61273"/>
                  <a:pt x="41622" y="62085"/>
                </a:cubicBezTo>
                <a:cubicBezTo>
                  <a:pt x="39067" y="62473"/>
                  <a:pt x="37132" y="63478"/>
                  <a:pt x="35808" y="65045"/>
                </a:cubicBezTo>
                <a:cubicBezTo>
                  <a:pt x="34483" y="66612"/>
                  <a:pt x="33338" y="69255"/>
                  <a:pt x="33338" y="73732"/>
                </a:cubicBezTo>
                <a:lnTo>
                  <a:pt x="33338" y="163345"/>
                </a:lnTo>
                <a:cubicBezTo>
                  <a:pt x="33338" y="169643"/>
                  <a:pt x="35588" y="172637"/>
                  <a:pt x="37740" y="174182"/>
                </a:cubicBezTo>
                <a:cubicBezTo>
                  <a:pt x="40155" y="175915"/>
                  <a:pt x="43202" y="176353"/>
                  <a:pt x="45186" y="176176"/>
                </a:cubicBezTo>
                <a:cubicBezTo>
                  <a:pt x="45327" y="176164"/>
                  <a:pt x="45468" y="176158"/>
                  <a:pt x="45609" y="176158"/>
                </a:cubicBezTo>
                <a:lnTo>
                  <a:pt x="58207" y="176158"/>
                </a:lnTo>
                <a:cubicBezTo>
                  <a:pt x="60837" y="176158"/>
                  <a:pt x="62970" y="178290"/>
                  <a:pt x="62970" y="180921"/>
                </a:cubicBezTo>
                <a:cubicBezTo>
                  <a:pt x="62970" y="183551"/>
                  <a:pt x="60837" y="185683"/>
                  <a:pt x="58207" y="185683"/>
                </a:cubicBezTo>
                <a:lnTo>
                  <a:pt x="45804" y="185683"/>
                </a:lnTo>
                <a:cubicBezTo>
                  <a:pt x="42116" y="185963"/>
                  <a:pt x="36773" y="185214"/>
                  <a:pt x="32186" y="181920"/>
                </a:cubicBezTo>
                <a:cubicBezTo>
                  <a:pt x="27240" y="178369"/>
                  <a:pt x="23812" y="172322"/>
                  <a:pt x="23812" y="163345"/>
                </a:cubicBezTo>
                <a:lnTo>
                  <a:pt x="23812" y="73732"/>
                </a:lnTo>
                <a:cubicBezTo>
                  <a:pt x="23812" y="67613"/>
                  <a:pt x="25405" y="62598"/>
                  <a:pt x="28532" y="58897"/>
                </a:cubicBezTo>
                <a:cubicBezTo>
                  <a:pt x="31660" y="55195"/>
                  <a:pt x="35892" y="53320"/>
                  <a:pt x="40195" y="52668"/>
                </a:cubicBezTo>
                <a:cubicBezTo>
                  <a:pt x="48541" y="51403"/>
                  <a:pt x="58025" y="54550"/>
                  <a:pt x="64363" y="5926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icon4-[1]【1】"/>
          <p:cNvSpPr/>
          <p:nvPr>
            <p:custDataLst>
              <p:tags r:id="rId20"/>
            </p:custDataLst>
          </p:nvPr>
        </p:nvSpPr>
        <p:spPr>
          <a:xfrm>
            <a:off x="5831355" y="4481262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363" y="59266"/>
                </a:moveTo>
                <a:lnTo>
                  <a:pt x="114171" y="95598"/>
                </a:lnTo>
                <a:lnTo>
                  <a:pt x="165054" y="58015"/>
                </a:lnTo>
                <a:cubicBezTo>
                  <a:pt x="172827" y="51876"/>
                  <a:pt x="182794" y="50815"/>
                  <a:pt x="190938" y="54912"/>
                </a:cubicBezTo>
                <a:cubicBezTo>
                  <a:pt x="199218" y="59078"/>
                  <a:pt x="204788" y="68116"/>
                  <a:pt x="204788" y="80458"/>
                </a:cubicBezTo>
                <a:lnTo>
                  <a:pt x="204788" y="159656"/>
                </a:lnTo>
                <a:cubicBezTo>
                  <a:pt x="204788" y="164147"/>
                  <a:pt x="204223" y="170581"/>
                  <a:pt x="200800" y="176004"/>
                </a:cubicBezTo>
                <a:cubicBezTo>
                  <a:pt x="197126" y="181826"/>
                  <a:pt x="190681" y="185683"/>
                  <a:pt x="180778" y="185683"/>
                </a:cubicBezTo>
                <a:lnTo>
                  <a:pt x="160868" y="185683"/>
                </a:lnTo>
                <a:cubicBezTo>
                  <a:pt x="158238" y="185683"/>
                  <a:pt x="156105" y="183551"/>
                  <a:pt x="156105" y="180921"/>
                </a:cubicBezTo>
                <a:lnTo>
                  <a:pt x="156105" y="125738"/>
                </a:lnTo>
                <a:lnTo>
                  <a:pt x="117031" y="154798"/>
                </a:lnTo>
                <a:cubicBezTo>
                  <a:pt x="115341" y="156056"/>
                  <a:pt x="113026" y="156053"/>
                  <a:pt x="111338" y="154792"/>
                </a:cubicBezTo>
                <a:lnTo>
                  <a:pt x="72495" y="125764"/>
                </a:lnTo>
                <a:lnTo>
                  <a:pt x="72495" y="159245"/>
                </a:lnTo>
                <a:cubicBezTo>
                  <a:pt x="72495" y="161875"/>
                  <a:pt x="70362" y="164007"/>
                  <a:pt x="67732" y="164007"/>
                </a:cubicBezTo>
                <a:cubicBezTo>
                  <a:pt x="65102" y="164007"/>
                  <a:pt x="62970" y="161875"/>
                  <a:pt x="62970" y="159245"/>
                </a:cubicBezTo>
                <a:lnTo>
                  <a:pt x="62970" y="116260"/>
                </a:lnTo>
                <a:cubicBezTo>
                  <a:pt x="62970" y="114457"/>
                  <a:pt x="63987" y="112809"/>
                  <a:pt x="65599" y="112003"/>
                </a:cubicBezTo>
                <a:cubicBezTo>
                  <a:pt x="67210" y="111195"/>
                  <a:pt x="69139" y="111366"/>
                  <a:pt x="70583" y="112445"/>
                </a:cubicBezTo>
                <a:lnTo>
                  <a:pt x="114196" y="145036"/>
                </a:lnTo>
                <a:lnTo>
                  <a:pt x="158025" y="112439"/>
                </a:lnTo>
                <a:cubicBezTo>
                  <a:pt x="159470" y="111364"/>
                  <a:pt x="161397" y="111196"/>
                  <a:pt x="163006" y="112004"/>
                </a:cubicBezTo>
                <a:cubicBezTo>
                  <a:pt x="164615" y="112813"/>
                  <a:pt x="165630" y="114460"/>
                  <a:pt x="165630" y="116260"/>
                </a:cubicBezTo>
                <a:lnTo>
                  <a:pt x="165630" y="176158"/>
                </a:lnTo>
                <a:lnTo>
                  <a:pt x="180778" y="176158"/>
                </a:lnTo>
                <a:cubicBezTo>
                  <a:pt x="187865" y="176158"/>
                  <a:pt x="191045" y="173614"/>
                  <a:pt x="192746" y="170919"/>
                </a:cubicBezTo>
                <a:cubicBezTo>
                  <a:pt x="194699" y="167825"/>
                  <a:pt x="195262" y="163627"/>
                  <a:pt x="195262" y="159656"/>
                </a:cubicBezTo>
                <a:lnTo>
                  <a:pt x="195262" y="80458"/>
                </a:lnTo>
                <a:cubicBezTo>
                  <a:pt x="195262" y="71102"/>
                  <a:pt x="191209" y="65711"/>
                  <a:pt x="186658" y="63421"/>
                </a:cubicBezTo>
                <a:cubicBezTo>
                  <a:pt x="181995" y="61076"/>
                  <a:pt x="175957" y="61515"/>
                  <a:pt x="170911" y="65526"/>
                </a:cubicBezTo>
                <a:cubicBezTo>
                  <a:pt x="170867" y="65561"/>
                  <a:pt x="170822" y="65595"/>
                  <a:pt x="170778" y="65629"/>
                </a:cubicBezTo>
                <a:lnTo>
                  <a:pt x="117018" y="105336"/>
                </a:lnTo>
                <a:cubicBezTo>
                  <a:pt x="115345" y="106572"/>
                  <a:pt x="113063" y="106579"/>
                  <a:pt x="111382" y="105353"/>
                </a:cubicBezTo>
                <a:lnTo>
                  <a:pt x="58691" y="66918"/>
                </a:lnTo>
                <a:cubicBezTo>
                  <a:pt x="53968" y="63398"/>
                  <a:pt x="46982" y="61273"/>
                  <a:pt x="41622" y="62085"/>
                </a:cubicBezTo>
                <a:cubicBezTo>
                  <a:pt x="39067" y="62473"/>
                  <a:pt x="37132" y="63478"/>
                  <a:pt x="35808" y="65045"/>
                </a:cubicBezTo>
                <a:cubicBezTo>
                  <a:pt x="34483" y="66612"/>
                  <a:pt x="33338" y="69255"/>
                  <a:pt x="33338" y="73732"/>
                </a:cubicBezTo>
                <a:lnTo>
                  <a:pt x="33338" y="163345"/>
                </a:lnTo>
                <a:cubicBezTo>
                  <a:pt x="33338" y="169643"/>
                  <a:pt x="35588" y="172637"/>
                  <a:pt x="37740" y="174182"/>
                </a:cubicBezTo>
                <a:cubicBezTo>
                  <a:pt x="40155" y="175915"/>
                  <a:pt x="43202" y="176353"/>
                  <a:pt x="45186" y="176176"/>
                </a:cubicBezTo>
                <a:cubicBezTo>
                  <a:pt x="45327" y="176164"/>
                  <a:pt x="45468" y="176158"/>
                  <a:pt x="45609" y="176158"/>
                </a:cubicBezTo>
                <a:lnTo>
                  <a:pt x="58207" y="176158"/>
                </a:lnTo>
                <a:cubicBezTo>
                  <a:pt x="60837" y="176158"/>
                  <a:pt x="62970" y="178290"/>
                  <a:pt x="62970" y="180921"/>
                </a:cubicBezTo>
                <a:cubicBezTo>
                  <a:pt x="62970" y="183551"/>
                  <a:pt x="60837" y="185683"/>
                  <a:pt x="58207" y="185683"/>
                </a:cubicBezTo>
                <a:lnTo>
                  <a:pt x="45804" y="185683"/>
                </a:lnTo>
                <a:cubicBezTo>
                  <a:pt x="42116" y="185963"/>
                  <a:pt x="36773" y="185214"/>
                  <a:pt x="32186" y="181920"/>
                </a:cubicBezTo>
                <a:cubicBezTo>
                  <a:pt x="27240" y="178369"/>
                  <a:pt x="23812" y="172322"/>
                  <a:pt x="23812" y="163345"/>
                </a:cubicBezTo>
                <a:lnTo>
                  <a:pt x="23812" y="73732"/>
                </a:lnTo>
                <a:cubicBezTo>
                  <a:pt x="23812" y="67613"/>
                  <a:pt x="25405" y="62598"/>
                  <a:pt x="28532" y="58897"/>
                </a:cubicBezTo>
                <a:cubicBezTo>
                  <a:pt x="31660" y="55195"/>
                  <a:pt x="35892" y="53320"/>
                  <a:pt x="40195" y="52668"/>
                </a:cubicBezTo>
                <a:cubicBezTo>
                  <a:pt x="48541" y="51403"/>
                  <a:pt x="58025" y="54550"/>
                  <a:pt x="64363" y="59266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icon5-[1]【1】"/>
          <p:cNvSpPr/>
          <p:nvPr>
            <p:custDataLst>
              <p:tags r:id="rId21"/>
            </p:custDataLst>
          </p:nvPr>
        </p:nvSpPr>
        <p:spPr>
          <a:xfrm>
            <a:off x="4384458" y="3451766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363" y="59266"/>
                </a:moveTo>
                <a:lnTo>
                  <a:pt x="114171" y="95598"/>
                </a:lnTo>
                <a:lnTo>
                  <a:pt x="165054" y="58015"/>
                </a:lnTo>
                <a:cubicBezTo>
                  <a:pt x="172827" y="51876"/>
                  <a:pt x="182794" y="50815"/>
                  <a:pt x="190938" y="54912"/>
                </a:cubicBezTo>
                <a:cubicBezTo>
                  <a:pt x="199218" y="59078"/>
                  <a:pt x="204788" y="68116"/>
                  <a:pt x="204788" y="80458"/>
                </a:cubicBezTo>
                <a:lnTo>
                  <a:pt x="204788" y="159656"/>
                </a:lnTo>
                <a:cubicBezTo>
                  <a:pt x="204788" y="164147"/>
                  <a:pt x="204223" y="170581"/>
                  <a:pt x="200800" y="176004"/>
                </a:cubicBezTo>
                <a:cubicBezTo>
                  <a:pt x="197126" y="181826"/>
                  <a:pt x="190681" y="185683"/>
                  <a:pt x="180778" y="185683"/>
                </a:cubicBezTo>
                <a:lnTo>
                  <a:pt x="160868" y="185683"/>
                </a:lnTo>
                <a:cubicBezTo>
                  <a:pt x="158238" y="185683"/>
                  <a:pt x="156105" y="183551"/>
                  <a:pt x="156105" y="180921"/>
                </a:cubicBezTo>
                <a:lnTo>
                  <a:pt x="156105" y="125738"/>
                </a:lnTo>
                <a:lnTo>
                  <a:pt x="117031" y="154798"/>
                </a:lnTo>
                <a:cubicBezTo>
                  <a:pt x="115341" y="156056"/>
                  <a:pt x="113026" y="156053"/>
                  <a:pt x="111338" y="154792"/>
                </a:cubicBezTo>
                <a:lnTo>
                  <a:pt x="72495" y="125764"/>
                </a:lnTo>
                <a:lnTo>
                  <a:pt x="72495" y="159245"/>
                </a:lnTo>
                <a:cubicBezTo>
                  <a:pt x="72495" y="161875"/>
                  <a:pt x="70362" y="164007"/>
                  <a:pt x="67732" y="164007"/>
                </a:cubicBezTo>
                <a:cubicBezTo>
                  <a:pt x="65102" y="164007"/>
                  <a:pt x="62970" y="161875"/>
                  <a:pt x="62970" y="159245"/>
                </a:cubicBezTo>
                <a:lnTo>
                  <a:pt x="62970" y="116260"/>
                </a:lnTo>
                <a:cubicBezTo>
                  <a:pt x="62970" y="114457"/>
                  <a:pt x="63987" y="112809"/>
                  <a:pt x="65599" y="112003"/>
                </a:cubicBezTo>
                <a:cubicBezTo>
                  <a:pt x="67210" y="111195"/>
                  <a:pt x="69139" y="111366"/>
                  <a:pt x="70583" y="112445"/>
                </a:cubicBezTo>
                <a:lnTo>
                  <a:pt x="114196" y="145036"/>
                </a:lnTo>
                <a:lnTo>
                  <a:pt x="158025" y="112439"/>
                </a:lnTo>
                <a:cubicBezTo>
                  <a:pt x="159470" y="111364"/>
                  <a:pt x="161397" y="111196"/>
                  <a:pt x="163006" y="112004"/>
                </a:cubicBezTo>
                <a:cubicBezTo>
                  <a:pt x="164615" y="112813"/>
                  <a:pt x="165630" y="114460"/>
                  <a:pt x="165630" y="116260"/>
                </a:cubicBezTo>
                <a:lnTo>
                  <a:pt x="165630" y="176158"/>
                </a:lnTo>
                <a:lnTo>
                  <a:pt x="180778" y="176158"/>
                </a:lnTo>
                <a:cubicBezTo>
                  <a:pt x="187865" y="176158"/>
                  <a:pt x="191045" y="173614"/>
                  <a:pt x="192746" y="170919"/>
                </a:cubicBezTo>
                <a:cubicBezTo>
                  <a:pt x="194699" y="167825"/>
                  <a:pt x="195262" y="163627"/>
                  <a:pt x="195262" y="159656"/>
                </a:cubicBezTo>
                <a:lnTo>
                  <a:pt x="195262" y="80458"/>
                </a:lnTo>
                <a:cubicBezTo>
                  <a:pt x="195262" y="71102"/>
                  <a:pt x="191209" y="65711"/>
                  <a:pt x="186658" y="63421"/>
                </a:cubicBezTo>
                <a:cubicBezTo>
                  <a:pt x="181995" y="61076"/>
                  <a:pt x="175957" y="61515"/>
                  <a:pt x="170911" y="65526"/>
                </a:cubicBezTo>
                <a:cubicBezTo>
                  <a:pt x="170867" y="65561"/>
                  <a:pt x="170822" y="65595"/>
                  <a:pt x="170778" y="65629"/>
                </a:cubicBezTo>
                <a:lnTo>
                  <a:pt x="117018" y="105336"/>
                </a:lnTo>
                <a:cubicBezTo>
                  <a:pt x="115345" y="106572"/>
                  <a:pt x="113063" y="106579"/>
                  <a:pt x="111382" y="105353"/>
                </a:cubicBezTo>
                <a:lnTo>
                  <a:pt x="58691" y="66918"/>
                </a:lnTo>
                <a:cubicBezTo>
                  <a:pt x="53968" y="63398"/>
                  <a:pt x="46982" y="61273"/>
                  <a:pt x="41622" y="62085"/>
                </a:cubicBezTo>
                <a:cubicBezTo>
                  <a:pt x="39067" y="62473"/>
                  <a:pt x="37132" y="63478"/>
                  <a:pt x="35808" y="65045"/>
                </a:cubicBezTo>
                <a:cubicBezTo>
                  <a:pt x="34483" y="66612"/>
                  <a:pt x="33338" y="69255"/>
                  <a:pt x="33338" y="73732"/>
                </a:cubicBezTo>
                <a:lnTo>
                  <a:pt x="33338" y="163345"/>
                </a:lnTo>
                <a:cubicBezTo>
                  <a:pt x="33338" y="169643"/>
                  <a:pt x="35588" y="172637"/>
                  <a:pt x="37740" y="174182"/>
                </a:cubicBezTo>
                <a:cubicBezTo>
                  <a:pt x="40155" y="175915"/>
                  <a:pt x="43202" y="176353"/>
                  <a:pt x="45186" y="176176"/>
                </a:cubicBezTo>
                <a:cubicBezTo>
                  <a:pt x="45327" y="176164"/>
                  <a:pt x="45468" y="176158"/>
                  <a:pt x="45609" y="176158"/>
                </a:cubicBezTo>
                <a:lnTo>
                  <a:pt x="58207" y="176158"/>
                </a:lnTo>
                <a:cubicBezTo>
                  <a:pt x="60837" y="176158"/>
                  <a:pt x="62970" y="178290"/>
                  <a:pt x="62970" y="180921"/>
                </a:cubicBezTo>
                <a:cubicBezTo>
                  <a:pt x="62970" y="183551"/>
                  <a:pt x="60837" y="185683"/>
                  <a:pt x="58207" y="185683"/>
                </a:cubicBezTo>
                <a:lnTo>
                  <a:pt x="45804" y="185683"/>
                </a:lnTo>
                <a:cubicBezTo>
                  <a:pt x="42116" y="185963"/>
                  <a:pt x="36773" y="185214"/>
                  <a:pt x="32186" y="181920"/>
                </a:cubicBezTo>
                <a:cubicBezTo>
                  <a:pt x="27240" y="178369"/>
                  <a:pt x="23812" y="172322"/>
                  <a:pt x="23812" y="163345"/>
                </a:cubicBezTo>
                <a:lnTo>
                  <a:pt x="23812" y="73732"/>
                </a:lnTo>
                <a:cubicBezTo>
                  <a:pt x="23812" y="67613"/>
                  <a:pt x="25405" y="62598"/>
                  <a:pt x="28532" y="58897"/>
                </a:cubicBezTo>
                <a:cubicBezTo>
                  <a:pt x="31660" y="55195"/>
                  <a:pt x="35892" y="53320"/>
                  <a:pt x="40195" y="52668"/>
                </a:cubicBezTo>
                <a:cubicBezTo>
                  <a:pt x="48541" y="51403"/>
                  <a:pt x="58025" y="54550"/>
                  <a:pt x="64363" y="59266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微信图片_20260305144957_3_21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82480" y="103505"/>
            <a:ext cx="2451735" cy="90614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7"/>
          <p:cNvSpPr/>
          <p:nvPr>
            <p:custDataLst>
              <p:tags r:id="rId1"/>
            </p:custDataLst>
          </p:nvPr>
        </p:nvSpPr>
        <p:spPr>
          <a:xfrm rot="19568564">
            <a:off x="5276215" y="130810"/>
            <a:ext cx="6464935" cy="6464935"/>
          </a:xfrm>
          <a:custGeom>
            <a:avLst/>
            <a:gdLst/>
            <a:ahLst/>
            <a:cxnLst/>
            <a:rect l="l" t="t" r="r" b="b"/>
            <a:pathLst>
              <a:path w="6464934" h="6464934">
                <a:moveTo>
                  <a:pt x="0" y="3232471"/>
                </a:moveTo>
                <a:cubicBezTo>
                  <a:pt x="0" y="1448422"/>
                  <a:pt x="1448422" y="0"/>
                  <a:pt x="3232471" y="0"/>
                </a:cubicBezTo>
                <a:cubicBezTo>
                  <a:pt x="5017712" y="6"/>
                  <a:pt x="6464932" y="1447230"/>
                  <a:pt x="6464932" y="3232471"/>
                </a:cubicBezTo>
                <a:cubicBezTo>
                  <a:pt x="6464926" y="5017708"/>
                  <a:pt x="5017708" y="6464926"/>
                  <a:pt x="3232471" y="6464932"/>
                </a:cubicBezTo>
                <a:cubicBezTo>
                  <a:pt x="1447230" y="6464932"/>
                  <a:pt x="6" y="5017712"/>
                  <a:pt x="0" y="3232471"/>
                </a:cubicBezTo>
                <a:close/>
              </a:path>
            </a:pathLst>
          </a:custGeom>
          <a:gradFill rotWithShape="1">
            <a:gsLst>
              <a:gs pos="27000">
                <a:schemeClr val="accent2">
                  <a:alpha val="31000"/>
                </a:schemeClr>
              </a:gs>
              <a:gs pos="82000">
                <a:schemeClr val="accent1">
                  <a:alpha val="23000"/>
                </a:schemeClr>
              </a:gs>
            </a:gsLst>
            <a:path path="circle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rallelogram 98"/>
          <p:cNvSpPr/>
          <p:nvPr>
            <p:custDataLst>
              <p:tags r:id="rId2"/>
            </p:custDataLst>
          </p:nvPr>
        </p:nvSpPr>
        <p:spPr>
          <a:xfrm flipH="1" flipV="1">
            <a:off x="656054" y="6402978"/>
            <a:ext cx="134420" cy="120864"/>
          </a:xfrm>
          <a:custGeom>
            <a:avLst/>
            <a:gdLst/>
            <a:ahLst/>
            <a:cxnLst/>
            <a:rect l="l" t="t" r="r" b="b"/>
            <a:pathLst>
              <a:path w="134420" h="120864">
                <a:moveTo>
                  <a:pt x="0" y="120863"/>
                </a:moveTo>
                <a:lnTo>
                  <a:pt x="77819" y="0"/>
                </a:lnTo>
                <a:lnTo>
                  <a:pt x="134417" y="0"/>
                </a:lnTo>
                <a:lnTo>
                  <a:pt x="56598" y="120863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arallelogram 99"/>
          <p:cNvSpPr/>
          <p:nvPr>
            <p:custDataLst>
              <p:tags r:id="rId3"/>
            </p:custDataLst>
          </p:nvPr>
        </p:nvSpPr>
        <p:spPr>
          <a:xfrm flipH="1" flipV="1">
            <a:off x="791816" y="6402978"/>
            <a:ext cx="134420" cy="120864"/>
          </a:xfrm>
          <a:custGeom>
            <a:avLst/>
            <a:gdLst/>
            <a:ahLst/>
            <a:cxnLst/>
            <a:rect l="l" t="t" r="r" b="b"/>
            <a:pathLst>
              <a:path w="134420" h="120864">
                <a:moveTo>
                  <a:pt x="0" y="120863"/>
                </a:moveTo>
                <a:lnTo>
                  <a:pt x="77819" y="0"/>
                </a:lnTo>
                <a:lnTo>
                  <a:pt x="134417" y="0"/>
                </a:lnTo>
                <a:lnTo>
                  <a:pt x="56598" y="120863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arallelogram 100"/>
          <p:cNvSpPr/>
          <p:nvPr>
            <p:custDataLst>
              <p:tags r:id="rId4"/>
            </p:custDataLst>
          </p:nvPr>
        </p:nvSpPr>
        <p:spPr>
          <a:xfrm flipH="1" flipV="1">
            <a:off x="927577" y="6402978"/>
            <a:ext cx="134420" cy="120864"/>
          </a:xfrm>
          <a:custGeom>
            <a:avLst/>
            <a:gdLst/>
            <a:ahLst/>
            <a:cxnLst/>
            <a:rect l="l" t="t" r="r" b="b"/>
            <a:pathLst>
              <a:path w="134420" h="120864">
                <a:moveTo>
                  <a:pt x="0" y="120863"/>
                </a:moveTo>
                <a:lnTo>
                  <a:pt x="77819" y="0"/>
                </a:lnTo>
                <a:lnTo>
                  <a:pt x="134417" y="0"/>
                </a:lnTo>
                <a:lnTo>
                  <a:pt x="56598" y="12086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rallelogram 101"/>
          <p:cNvSpPr/>
          <p:nvPr>
            <p:custDataLst>
              <p:tags r:id="rId5"/>
            </p:custDataLst>
          </p:nvPr>
        </p:nvSpPr>
        <p:spPr>
          <a:xfrm flipH="1" flipV="1">
            <a:off x="1063339" y="6402978"/>
            <a:ext cx="134420" cy="120864"/>
          </a:xfrm>
          <a:custGeom>
            <a:avLst/>
            <a:gdLst/>
            <a:ahLst/>
            <a:cxnLst/>
            <a:rect l="l" t="t" r="r" b="b"/>
            <a:pathLst>
              <a:path w="134420" h="120864">
                <a:moveTo>
                  <a:pt x="0" y="120863"/>
                </a:moveTo>
                <a:lnTo>
                  <a:pt x="77819" y="0"/>
                </a:lnTo>
                <a:lnTo>
                  <a:pt x="134417" y="0"/>
                </a:lnTo>
                <a:lnTo>
                  <a:pt x="56598" y="120863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Straight Connector 102"/>
          <p:cNvCxnSpPr/>
          <p:nvPr>
            <p:custDataLst>
              <p:tags r:id="rId6"/>
            </p:custDataLst>
          </p:nvPr>
        </p:nvCxnSpPr>
        <p:spPr>
          <a:xfrm>
            <a:off x="1215665" y="6407462"/>
            <a:ext cx="353248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内容"/>
          <p:cNvSpPr txBox="1"/>
          <p:nvPr>
            <p:custDataLst>
              <p:tags r:id="rId7"/>
            </p:custDataLst>
          </p:nvPr>
        </p:nvSpPr>
        <p:spPr>
          <a:xfrm>
            <a:off x="6552565" y="986155"/>
            <a:ext cx="4705350" cy="4093210"/>
          </a:xfrm>
          <a:prstGeom prst="rect">
            <a:avLst/>
          </a:prstGeom>
        </p:spPr>
        <p:txBody>
          <a:bodyPr spcFirstLastPara="1" wrap="square" lIns="34284" tIns="22850" rIns="34284" bIns="17137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阶段一（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个月）：试点验证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个区县/地市试点，完成基础能力打通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引入首批</a:t>
            </a:r>
            <a:r>
              <a:rPr lang="en-US" altLang="zh-CN" b="1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b="1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b="1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家楚商企业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阶段二（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个月）：扩围提效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扩展行业与区域，形成标准化运营SOP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推出“楚商优品+健康惠民”联合主题活动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阶段三（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i="0" u="none" strike="noStrike">
                <a:solidFill>
                  <a:srgbClr val="16768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个月）：复制推广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建立跨区域协同机制，形成省域样板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输出可复制的模式与评价体系</a:t>
            </a:r>
            <a:endParaRPr lang="zh-CN" altLang="en-US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8"/>
            </p:custDataLst>
          </p:nvPr>
        </p:nvSpPr>
        <p:spPr>
          <a:xfrm>
            <a:off x="5235575" y="46990"/>
            <a:ext cx="6877685" cy="746125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        </a:t>
            </a: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分阶段试点到规模化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pic>
        <p:nvPicPr>
          <p:cNvPr id="11" name="图片 10" descr="微信图片_20260305161221_24_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0" y="934085"/>
            <a:ext cx="4989830" cy="4989830"/>
          </a:xfrm>
          <a:prstGeom prst="rect">
            <a:avLst/>
          </a:prstGeom>
        </p:spPr>
      </p:pic>
      <p:pic>
        <p:nvPicPr>
          <p:cNvPr id="12" name="图片 11" descr="微信图片_20260305144957_3_2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2161540" cy="79883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>
            <p:custDataLst>
              <p:tags r:id="rId1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守住三天底线：金融，数据，交易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3" name="装饰1-子标题1-[1]【1】"/>
          <p:cNvSpPr/>
          <p:nvPr>
            <p:custDataLst>
              <p:tags r:id="rId2"/>
            </p:custDataLst>
          </p:nvPr>
        </p:nvSpPr>
        <p:spPr>
          <a:xfrm>
            <a:off x="4881677" y="1771651"/>
            <a:ext cx="1988435" cy="1982076"/>
          </a:xfrm>
          <a:custGeom>
            <a:avLst/>
            <a:gdLst/>
            <a:ahLst/>
            <a:cxnLst/>
            <a:rect l="l" t="t" r="r" b="b"/>
            <a:pathLst>
              <a:path w="1988435" h="1982076">
                <a:moveTo>
                  <a:pt x="685686" y="1982076"/>
                </a:moveTo>
                <a:lnTo>
                  <a:pt x="1988439" y="666988"/>
                </a:lnTo>
                <a:lnTo>
                  <a:pt x="1988439" y="0"/>
                </a:lnTo>
                <a:lnTo>
                  <a:pt x="1336967" y="0"/>
                </a:lnTo>
                <a:lnTo>
                  <a:pt x="0" y="1315279"/>
                </a:lnTo>
                <a:lnTo>
                  <a:pt x="685686" y="198207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装饰2-子标题2-[2]【1】"/>
          <p:cNvSpPr/>
          <p:nvPr>
            <p:custDataLst>
              <p:tags r:id="rId3"/>
            </p:custDataLst>
          </p:nvPr>
        </p:nvSpPr>
        <p:spPr>
          <a:xfrm>
            <a:off x="6194897" y="2536246"/>
            <a:ext cx="1988248" cy="1982076"/>
          </a:xfrm>
          <a:custGeom>
            <a:avLst/>
            <a:gdLst/>
            <a:ahLst/>
            <a:cxnLst/>
            <a:rect l="l" t="t" r="r" b="b"/>
            <a:pathLst>
              <a:path w="1988248" h="1982076">
                <a:moveTo>
                  <a:pt x="685505" y="0"/>
                </a:moveTo>
                <a:lnTo>
                  <a:pt x="1988249" y="1315279"/>
                </a:lnTo>
                <a:lnTo>
                  <a:pt x="1988249" y="1982076"/>
                </a:lnTo>
                <a:lnTo>
                  <a:pt x="1336967" y="1982076"/>
                </a:lnTo>
                <a:lnTo>
                  <a:pt x="0" y="666988"/>
                </a:lnTo>
                <a:lnTo>
                  <a:pt x="685505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4-子标题4-[4]【1】"/>
          <p:cNvSpPr/>
          <p:nvPr>
            <p:custDataLst>
              <p:tags r:id="rId4"/>
            </p:custDataLst>
          </p:nvPr>
        </p:nvSpPr>
        <p:spPr>
          <a:xfrm>
            <a:off x="5437594" y="3838994"/>
            <a:ext cx="1988248" cy="1982076"/>
          </a:xfrm>
          <a:custGeom>
            <a:avLst/>
            <a:gdLst/>
            <a:ahLst/>
            <a:cxnLst/>
            <a:rect l="l" t="t" r="r" b="b"/>
            <a:pathLst>
              <a:path w="1988248" h="1982076">
                <a:moveTo>
                  <a:pt x="1302563" y="0"/>
                </a:moveTo>
                <a:lnTo>
                  <a:pt x="0" y="1315088"/>
                </a:lnTo>
                <a:lnTo>
                  <a:pt x="0" y="1982076"/>
                </a:lnTo>
                <a:lnTo>
                  <a:pt x="651281" y="1982076"/>
                </a:lnTo>
                <a:lnTo>
                  <a:pt x="1988249" y="666988"/>
                </a:lnTo>
                <a:lnTo>
                  <a:pt x="130256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3-子标题3-[3]【1】"/>
          <p:cNvSpPr/>
          <p:nvPr>
            <p:custDataLst>
              <p:tags r:id="rId5"/>
            </p:custDataLst>
          </p:nvPr>
        </p:nvSpPr>
        <p:spPr>
          <a:xfrm>
            <a:off x="4116333" y="3080569"/>
            <a:ext cx="1988248" cy="1982076"/>
          </a:xfrm>
          <a:custGeom>
            <a:avLst/>
            <a:gdLst/>
            <a:ahLst/>
            <a:cxnLst/>
            <a:rect l="l" t="t" r="r" b="b"/>
            <a:pathLst>
              <a:path w="1988248" h="1982076">
                <a:moveTo>
                  <a:pt x="1302563" y="1982076"/>
                </a:moveTo>
                <a:lnTo>
                  <a:pt x="0" y="666988"/>
                </a:lnTo>
                <a:lnTo>
                  <a:pt x="0" y="0"/>
                </a:lnTo>
                <a:lnTo>
                  <a:pt x="651281" y="0"/>
                </a:lnTo>
                <a:lnTo>
                  <a:pt x="1988249" y="1315279"/>
                </a:lnTo>
                <a:lnTo>
                  <a:pt x="1302563" y="1982076"/>
                </a:ln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1-子标题1-[1]【1】"/>
          <p:cNvSpPr/>
          <p:nvPr>
            <p:custDataLst>
              <p:tags r:id="rId6"/>
            </p:custDataLst>
          </p:nvPr>
        </p:nvSpPr>
        <p:spPr>
          <a:xfrm>
            <a:off x="281761" y="1771651"/>
            <a:ext cx="5936883" cy="1308918"/>
          </a:xfrm>
          <a:custGeom>
            <a:avLst/>
            <a:gdLst/>
            <a:ahLst/>
            <a:cxnLst/>
            <a:rect l="l" t="t" r="r" b="b"/>
            <a:pathLst>
              <a:path w="5936883" h="1308918">
                <a:moveTo>
                  <a:pt x="137246" y="0"/>
                </a:moveTo>
                <a:lnTo>
                  <a:pt x="5936884" y="0"/>
                </a:lnTo>
                <a:lnTo>
                  <a:pt x="4606462" y="1308916"/>
                </a:lnTo>
                <a:lnTo>
                  <a:pt x="137246" y="1308916"/>
                </a:lnTo>
                <a:cubicBezTo>
                  <a:pt x="61522" y="1308916"/>
                  <a:pt x="0" y="1247584"/>
                  <a:pt x="0" y="1171861"/>
                </a:cubicBezTo>
                <a:lnTo>
                  <a:pt x="0" y="137246"/>
                </a:lnTo>
                <a:cubicBezTo>
                  <a:pt x="0" y="61522"/>
                  <a:pt x="61522" y="0"/>
                  <a:pt x="137246" y="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2000"/>
                </a:schemeClr>
              </a:gs>
            </a:gsLst>
            <a:lin ang="16200000"/>
          </a:gradFill>
          <a:ln w="18685"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装饰3-子标题3-[3]【1】"/>
          <p:cNvSpPr/>
          <p:nvPr>
            <p:custDataLst>
              <p:tags r:id="rId7"/>
            </p:custDataLst>
          </p:nvPr>
        </p:nvSpPr>
        <p:spPr>
          <a:xfrm>
            <a:off x="281761" y="3753727"/>
            <a:ext cx="5137134" cy="1308918"/>
          </a:xfrm>
          <a:custGeom>
            <a:avLst/>
            <a:gdLst/>
            <a:ahLst/>
            <a:cxnLst/>
            <a:rect l="l" t="t" r="r" b="b"/>
            <a:pathLst>
              <a:path w="5137134" h="1308918">
                <a:moveTo>
                  <a:pt x="3840746" y="0"/>
                </a:moveTo>
                <a:lnTo>
                  <a:pt x="5137137" y="1308916"/>
                </a:lnTo>
                <a:lnTo>
                  <a:pt x="137246" y="1308916"/>
                </a:lnTo>
                <a:cubicBezTo>
                  <a:pt x="61522" y="1308916"/>
                  <a:pt x="0" y="1247584"/>
                  <a:pt x="0" y="1171861"/>
                </a:cubicBezTo>
                <a:lnTo>
                  <a:pt x="0" y="137246"/>
                </a:lnTo>
                <a:cubicBezTo>
                  <a:pt x="0" y="61522"/>
                  <a:pt x="61522" y="0"/>
                  <a:pt x="137246" y="0"/>
                </a:cubicBezTo>
                <a:lnTo>
                  <a:pt x="3840746" y="0"/>
                </a:lnTo>
                <a:close/>
              </a:path>
            </a:pathLst>
          </a:custGeom>
          <a:gradFill rotWithShape="1"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52000"/>
                </a:schemeClr>
              </a:gs>
            </a:gsLst>
            <a:lin ang="16200000"/>
          </a:gradFill>
          <a:ln w="18685">
            <a:gradFill rotWithShape="1">
              <a:gsLst>
                <a:gs pos="0">
                  <a:schemeClr val="accent3">
                    <a:alpha val="0"/>
                  </a:schemeClr>
                </a:gs>
                <a:gs pos="100000">
                  <a:schemeClr val="accent3"/>
                </a:gs>
              </a:gsLst>
              <a:lin ang="108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装饰2-子标题2-[2]【1】"/>
          <p:cNvSpPr/>
          <p:nvPr>
            <p:custDataLst>
              <p:tags r:id="rId8"/>
            </p:custDataLst>
          </p:nvPr>
        </p:nvSpPr>
        <p:spPr>
          <a:xfrm>
            <a:off x="6880397" y="2536246"/>
            <a:ext cx="5103476" cy="1308918"/>
          </a:xfrm>
          <a:custGeom>
            <a:avLst/>
            <a:gdLst/>
            <a:ahLst/>
            <a:cxnLst/>
            <a:rect l="l" t="t" r="r" b="b"/>
            <a:pathLst>
              <a:path w="5103476" h="1308918">
                <a:moveTo>
                  <a:pt x="5103476" y="137246"/>
                </a:moveTo>
                <a:lnTo>
                  <a:pt x="5103476" y="1171861"/>
                </a:lnTo>
                <a:cubicBezTo>
                  <a:pt x="5103476" y="1247584"/>
                  <a:pt x="5042144" y="1308916"/>
                  <a:pt x="4966412" y="1308916"/>
                </a:cubicBezTo>
                <a:lnTo>
                  <a:pt x="1296391" y="1308916"/>
                </a:lnTo>
                <a:lnTo>
                  <a:pt x="0" y="0"/>
                </a:lnTo>
                <a:lnTo>
                  <a:pt x="4966412" y="0"/>
                </a:lnTo>
                <a:cubicBezTo>
                  <a:pt x="5042144" y="0"/>
                  <a:pt x="5103476" y="61522"/>
                  <a:pt x="5103476" y="137246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2000"/>
                </a:schemeClr>
              </a:gs>
            </a:gsLst>
            <a:lin ang="16200000"/>
          </a:gradFill>
          <a:ln w="18685">
            <a:gradFill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4-子标题4-[4]【1】"/>
          <p:cNvSpPr/>
          <p:nvPr>
            <p:custDataLst>
              <p:tags r:id="rId9"/>
            </p:custDataLst>
          </p:nvPr>
        </p:nvSpPr>
        <p:spPr>
          <a:xfrm>
            <a:off x="6088313" y="4518136"/>
            <a:ext cx="5895559" cy="1302934"/>
          </a:xfrm>
          <a:custGeom>
            <a:avLst/>
            <a:gdLst/>
            <a:ahLst/>
            <a:cxnLst/>
            <a:rect l="l" t="t" r="r" b="b"/>
            <a:pathLst>
              <a:path w="5895558" h="1302934">
                <a:moveTo>
                  <a:pt x="0" y="1302934"/>
                </a:moveTo>
                <a:lnTo>
                  <a:pt x="5758501" y="1302934"/>
                </a:lnTo>
                <a:cubicBezTo>
                  <a:pt x="5834225" y="1302934"/>
                  <a:pt x="5895556" y="1241974"/>
                  <a:pt x="5895556" y="1166432"/>
                </a:cubicBezTo>
                <a:lnTo>
                  <a:pt x="5895556" y="136684"/>
                </a:lnTo>
                <a:cubicBezTo>
                  <a:pt x="5895556" y="61331"/>
                  <a:pt x="5834225" y="0"/>
                  <a:pt x="5758501" y="0"/>
                </a:cubicBezTo>
                <a:lnTo>
                  <a:pt x="1325004" y="0"/>
                </a:lnTo>
                <a:lnTo>
                  <a:pt x="562" y="1296581"/>
                </a:lnTo>
                <a:lnTo>
                  <a:pt x="0" y="1296581"/>
                </a:lnTo>
                <a:lnTo>
                  <a:pt x="0" y="1302744"/>
                </a:lnTo>
                <a:close/>
              </a:path>
            </a:pathLst>
          </a:custGeom>
          <a:gradFill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>
                  <a:alpha val="52000"/>
                </a:schemeClr>
              </a:gs>
            </a:gsLst>
            <a:lin ang="16200000"/>
          </a:gradFill>
          <a:ln w="18685">
            <a:gradFill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序号1-[1]【1】"/>
          <p:cNvSpPr txBox="1"/>
          <p:nvPr>
            <p:custDataLst>
              <p:tags r:id="rId10"/>
            </p:custDataLst>
          </p:nvPr>
        </p:nvSpPr>
        <p:spPr>
          <a:xfrm>
            <a:off x="4758591" y="2778478"/>
            <a:ext cx="1444240" cy="707886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40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序号2-[2]【1】"/>
          <p:cNvSpPr txBox="1"/>
          <p:nvPr>
            <p:custDataLst>
              <p:tags r:id="rId11"/>
            </p:custDataLst>
          </p:nvPr>
        </p:nvSpPr>
        <p:spPr>
          <a:xfrm>
            <a:off x="6115035" y="2778478"/>
            <a:ext cx="1444240" cy="707886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40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序号3-[3]【1】"/>
          <p:cNvSpPr txBox="1"/>
          <p:nvPr>
            <p:custDataLst>
              <p:tags r:id="rId12"/>
            </p:custDataLst>
          </p:nvPr>
        </p:nvSpPr>
        <p:spPr>
          <a:xfrm>
            <a:off x="4696947" y="4107867"/>
            <a:ext cx="1444240" cy="707886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40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序号4-[4]【1】"/>
          <p:cNvSpPr txBox="1"/>
          <p:nvPr>
            <p:custDataLst>
              <p:tags r:id="rId13"/>
            </p:custDataLst>
          </p:nvPr>
        </p:nvSpPr>
        <p:spPr>
          <a:xfrm>
            <a:off x="5963075" y="4114037"/>
            <a:ext cx="1444240" cy="707886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40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子内容1-[1]【1】"/>
          <p:cNvSpPr txBox="1"/>
          <p:nvPr>
            <p:custDataLst>
              <p:tags r:id="rId14"/>
            </p:custDataLst>
          </p:nvPr>
        </p:nvSpPr>
        <p:spPr>
          <a:xfrm>
            <a:off x="457891" y="1983756"/>
            <a:ext cx="4498081" cy="702936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积分属性明确为消费激励</a:t>
            </a:r>
            <a:endParaRPr lang="zh-CN" altLang="en-US" sz="24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0" i="0" u="none" strike="noStrike">
                <a:solidFill>
                  <a:schemeClr val="accent2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不做金融承诺</a:t>
            </a:r>
            <a:endParaRPr lang="zh-CN" altLang="en-US" sz="2400" b="0" i="0" u="none" strike="noStrike">
              <a:solidFill>
                <a:schemeClr val="accent2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子标题1-[1]【1】"/>
          <p:cNvSpPr/>
          <p:nvPr>
            <p:custDataLst>
              <p:tags r:id="rId15"/>
            </p:custDataLst>
          </p:nvPr>
        </p:nvSpPr>
        <p:spPr>
          <a:xfrm>
            <a:off x="383596" y="1867301"/>
            <a:ext cx="3529454" cy="399501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子内容3-[3]【1】"/>
          <p:cNvSpPr txBox="1"/>
          <p:nvPr>
            <p:custDataLst>
              <p:tags r:id="rId16"/>
            </p:custDataLst>
          </p:nvPr>
        </p:nvSpPr>
        <p:spPr>
          <a:xfrm>
            <a:off x="457891" y="3935658"/>
            <a:ext cx="4498081" cy="707886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400" b="0" i="0" u="none" strike="noStrike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交易安全</a:t>
            </a:r>
            <a:endParaRPr lang="zh-CN" altLang="en-US" sz="2400" b="0" i="0" u="none" strike="noStrike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结算隔离、账户风控、异常监测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子标题3-[3]【1】"/>
          <p:cNvSpPr/>
          <p:nvPr>
            <p:custDataLst>
              <p:tags r:id="rId17"/>
            </p:custDataLst>
          </p:nvPr>
        </p:nvSpPr>
        <p:spPr>
          <a:xfrm>
            <a:off x="383596" y="3838994"/>
            <a:ext cx="3529454" cy="419914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子内容2-[2]【1】"/>
          <p:cNvSpPr txBox="1"/>
          <p:nvPr>
            <p:custDataLst>
              <p:tags r:id="rId18"/>
            </p:custDataLst>
          </p:nvPr>
        </p:nvSpPr>
        <p:spPr>
          <a:xfrm>
            <a:off x="7691337" y="2778735"/>
            <a:ext cx="4244524" cy="690769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数据合规</a:t>
            </a:r>
            <a:endParaRPr lang="zh-CN" altLang="en-US" sz="2400" b="0" i="0" u="none" strike="noStrike">
              <a:solidFill>
                <a:schemeClr val="accent2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最小化采集、分级授权、全程审计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子标题2-[2]【1】"/>
          <p:cNvSpPr/>
          <p:nvPr>
            <p:custDataLst>
              <p:tags r:id="rId19"/>
            </p:custDataLst>
          </p:nvPr>
        </p:nvSpPr>
        <p:spPr>
          <a:xfrm>
            <a:off x="7183143" y="2573819"/>
            <a:ext cx="4498081" cy="461927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子内容4-[4]【1】"/>
          <p:cNvSpPr txBox="1"/>
          <p:nvPr>
            <p:custDataLst>
              <p:tags r:id="rId20"/>
            </p:custDataLst>
          </p:nvPr>
        </p:nvSpPr>
        <p:spPr>
          <a:xfrm>
            <a:off x="6973570" y="4626610"/>
            <a:ext cx="5010150" cy="774700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0" i="0" u="none" strike="noStrike">
                <a:solidFill>
                  <a:schemeClr val="accent4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商户治理</a:t>
            </a:r>
            <a:endParaRPr lang="zh-CN" altLang="en-US" sz="2400" b="0" i="0" u="none" strike="noStrike">
              <a:solidFill>
                <a:schemeClr val="accent4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准入标准、服务评价、售后保障闭环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子标题4-[4]【1】"/>
          <p:cNvSpPr/>
          <p:nvPr>
            <p:custDataLst>
              <p:tags r:id="rId21"/>
            </p:custDataLst>
          </p:nvPr>
        </p:nvSpPr>
        <p:spPr>
          <a:xfrm>
            <a:off x="7425713" y="4473338"/>
            <a:ext cx="4498081" cy="424339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微信图片_20260305144957_3_21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54260" y="52070"/>
            <a:ext cx="2159000" cy="79819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>
            <p:custDataLst>
              <p:tags r:id="rId1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建议成立“政企联合推进专班”</a:t>
            </a:r>
            <a:endParaRPr lang="zh-CN" altLang="en-US" sz="3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3" name="装饰1-子标题1-[1]【1】"/>
          <p:cNvSpPr/>
          <p:nvPr>
            <p:custDataLst>
              <p:tags r:id="rId2"/>
            </p:custDataLst>
          </p:nvPr>
        </p:nvSpPr>
        <p:spPr>
          <a:xfrm>
            <a:off x="0" y="3935003"/>
            <a:ext cx="3050469" cy="265004"/>
          </a:xfrm>
          <a:custGeom>
            <a:avLst/>
            <a:gdLst/>
            <a:ahLst/>
            <a:cxnLst/>
            <a:rect l="l" t="t" r="r" b="b"/>
            <a:pathLst>
              <a:path w="3050469" h="265004">
                <a:moveTo>
                  <a:pt x="0" y="0"/>
                </a:moveTo>
                <a:lnTo>
                  <a:pt x="3050467" y="0"/>
                </a:lnTo>
                <a:lnTo>
                  <a:pt x="3050467" y="265005"/>
                </a:lnTo>
                <a:lnTo>
                  <a:pt x="0" y="265005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装饰2-子标题2-[2]【1】"/>
          <p:cNvSpPr/>
          <p:nvPr>
            <p:custDataLst>
              <p:tags r:id="rId3"/>
            </p:custDataLst>
          </p:nvPr>
        </p:nvSpPr>
        <p:spPr>
          <a:xfrm>
            <a:off x="3049012" y="3935003"/>
            <a:ext cx="3054929" cy="265004"/>
          </a:xfrm>
          <a:custGeom>
            <a:avLst/>
            <a:gdLst/>
            <a:ahLst/>
            <a:cxnLst/>
            <a:rect l="l" t="t" r="r" b="b"/>
            <a:pathLst>
              <a:path w="3054929" h="265004">
                <a:moveTo>
                  <a:pt x="0" y="0"/>
                </a:moveTo>
                <a:lnTo>
                  <a:pt x="3054934" y="0"/>
                </a:lnTo>
                <a:lnTo>
                  <a:pt x="3054934" y="265005"/>
                </a:lnTo>
                <a:lnTo>
                  <a:pt x="0" y="265005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3-子标题3-[3]【1】"/>
          <p:cNvSpPr/>
          <p:nvPr>
            <p:custDataLst>
              <p:tags r:id="rId4"/>
            </p:custDataLst>
          </p:nvPr>
        </p:nvSpPr>
        <p:spPr>
          <a:xfrm>
            <a:off x="6101027" y="3935003"/>
            <a:ext cx="3050469" cy="265004"/>
          </a:xfrm>
          <a:custGeom>
            <a:avLst/>
            <a:gdLst/>
            <a:ahLst/>
            <a:cxnLst/>
            <a:rect l="l" t="t" r="r" b="b"/>
            <a:pathLst>
              <a:path w="3050469" h="265004">
                <a:moveTo>
                  <a:pt x="0" y="0"/>
                </a:moveTo>
                <a:lnTo>
                  <a:pt x="3050467" y="0"/>
                </a:lnTo>
                <a:lnTo>
                  <a:pt x="3050467" y="265005"/>
                </a:lnTo>
                <a:lnTo>
                  <a:pt x="0" y="265005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子内容1-[1]【1】"/>
          <p:cNvSpPr txBox="1"/>
          <p:nvPr>
            <p:custDataLst>
              <p:tags r:id="rId5"/>
            </p:custDataLst>
          </p:nvPr>
        </p:nvSpPr>
        <p:spPr>
          <a:xfrm>
            <a:off x="179705" y="4724400"/>
            <a:ext cx="3124200" cy="184594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建立</a:t>
            </a:r>
            <a:endParaRPr lang="zh-CN" altLang="en-US" sz="2000" b="0" i="0" u="none" strike="noStrike">
              <a:solidFill>
                <a:schemeClr val="accent2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“周推进、月复盘、季评估”</a:t>
            </a:r>
            <a:endParaRPr lang="zh-CN" altLang="en-US" sz="2000" b="0" i="0" u="none" strike="noStrike">
              <a:solidFill>
                <a:schemeClr val="accent2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altLang="en-US" sz="2000" b="0" i="0" u="none" strike="noStrike">
              <a:solidFill>
                <a:schemeClr val="accent2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子内容2-[2]【1】"/>
          <p:cNvSpPr txBox="1"/>
          <p:nvPr>
            <p:custDataLst>
              <p:tags r:id="rId6"/>
            </p:custDataLst>
          </p:nvPr>
        </p:nvSpPr>
        <p:spPr>
          <a:xfrm>
            <a:off x="3063458" y="2288114"/>
            <a:ext cx="3050469" cy="1448840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明确试点区域、试点企业、阶段目标和验收标准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子内容3-[3]【1】"/>
          <p:cNvSpPr txBox="1"/>
          <p:nvPr>
            <p:custDataLst>
              <p:tags r:id="rId7"/>
            </p:custDataLst>
          </p:nvPr>
        </p:nvSpPr>
        <p:spPr>
          <a:xfrm>
            <a:off x="6215170" y="4724695"/>
            <a:ext cx="2936327" cy="184589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联合发布</a:t>
            </a:r>
            <a:endParaRPr lang="zh-CN" altLang="en-US" sz="2000" b="0" i="0" u="none" strike="noStrike">
              <a:solidFill>
                <a:schemeClr val="accent2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“楚商消费促进月”</a:t>
            </a:r>
            <a:endParaRPr lang="zh-CN" altLang="en-US" sz="2000" b="0" i="0" u="none" strike="noStrike">
              <a:solidFill>
                <a:schemeClr val="accent2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楚商健康惠民季</a:t>
            </a:r>
            <a:r>
              <a:rPr lang="en-US" altLang="zh-CN" sz="2000" b="0" i="0" u="none" strike="noStrike">
                <a:solidFill>
                  <a:schemeClr val="accent2">
                    <a:lumMod val="7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2000" b="0" i="0" u="none" strike="noStrike">
              <a:solidFill>
                <a:schemeClr val="accent2">
                  <a:lumMod val="7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装饰3-子标题3-[3]【1】"/>
          <p:cNvSpPr/>
          <p:nvPr>
            <p:custDataLst>
              <p:tags r:id="rId8"/>
            </p:custDataLst>
          </p:nvPr>
        </p:nvSpPr>
        <p:spPr>
          <a:xfrm>
            <a:off x="7289152" y="3224183"/>
            <a:ext cx="637475" cy="637475"/>
          </a:xfrm>
          <a:custGeom>
            <a:avLst/>
            <a:gdLst/>
            <a:ahLst/>
            <a:cxnLst/>
            <a:rect l="l" t="t" r="r" b="b"/>
            <a:pathLst>
              <a:path w="637475" h="637475">
                <a:moveTo>
                  <a:pt x="637480" y="318735"/>
                </a:moveTo>
                <a:cubicBezTo>
                  <a:pt x="637480" y="494767"/>
                  <a:pt x="494767" y="637480"/>
                  <a:pt x="318735" y="637480"/>
                </a:cubicBezTo>
                <a:cubicBezTo>
                  <a:pt x="142704" y="637480"/>
                  <a:pt x="0" y="494767"/>
                  <a:pt x="0" y="318735"/>
                </a:cubicBezTo>
                <a:cubicBezTo>
                  <a:pt x="0" y="142704"/>
                  <a:pt x="142704" y="0"/>
                  <a:pt x="318735" y="0"/>
                </a:cubicBezTo>
                <a:cubicBezTo>
                  <a:pt x="494767" y="0"/>
                  <a:pt x="637480" y="142704"/>
                  <a:pt x="637480" y="31873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3-子标题3-[3]【1】"/>
          <p:cNvSpPr/>
          <p:nvPr>
            <p:custDataLst>
              <p:tags r:id="rId9"/>
            </p:custDataLst>
          </p:nvPr>
        </p:nvSpPr>
        <p:spPr>
          <a:xfrm>
            <a:off x="7065728" y="3000759"/>
            <a:ext cx="1084324" cy="1084369"/>
          </a:xfrm>
          <a:custGeom>
            <a:avLst/>
            <a:gdLst/>
            <a:ahLst/>
            <a:cxnLst/>
            <a:rect l="l" t="t" r="r" b="b"/>
            <a:pathLst>
              <a:path w="1084324" h="1084369">
                <a:moveTo>
                  <a:pt x="542163" y="1084374"/>
                </a:moveTo>
                <a:cubicBezTo>
                  <a:pt x="243221" y="1084374"/>
                  <a:pt x="0" y="841153"/>
                  <a:pt x="0" y="542211"/>
                </a:cubicBezTo>
                <a:cubicBezTo>
                  <a:pt x="0" y="243269"/>
                  <a:pt x="243221" y="0"/>
                  <a:pt x="542163" y="0"/>
                </a:cubicBezTo>
                <a:cubicBezTo>
                  <a:pt x="841105" y="0"/>
                  <a:pt x="1084326" y="243221"/>
                  <a:pt x="1084326" y="542163"/>
                </a:cubicBezTo>
                <a:cubicBezTo>
                  <a:pt x="1084326" y="841105"/>
                  <a:pt x="841105" y="1084326"/>
                  <a:pt x="542163" y="1084326"/>
                </a:cubicBezTo>
                <a:close/>
                <a:moveTo>
                  <a:pt x="542163" y="89373"/>
                </a:moveTo>
                <a:cubicBezTo>
                  <a:pt x="292465" y="89373"/>
                  <a:pt x="89373" y="292503"/>
                  <a:pt x="89373" y="542163"/>
                </a:cubicBezTo>
                <a:cubicBezTo>
                  <a:pt x="89373" y="791813"/>
                  <a:pt x="292503" y="994953"/>
                  <a:pt x="542163" y="994953"/>
                </a:cubicBezTo>
                <a:cubicBezTo>
                  <a:pt x="791813" y="994953"/>
                  <a:pt x="994953" y="791813"/>
                  <a:pt x="994953" y="542163"/>
                </a:cubicBezTo>
                <a:cubicBezTo>
                  <a:pt x="994953" y="292503"/>
                  <a:pt x="791813" y="89373"/>
                  <a:pt x="542163" y="8937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icon3-[3]【1】"/>
          <p:cNvSpPr/>
          <p:nvPr>
            <p:custDataLst>
              <p:tags r:id="rId10"/>
            </p:custDataLst>
          </p:nvPr>
        </p:nvSpPr>
        <p:spPr>
          <a:xfrm>
            <a:off x="7419933" y="3355004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2177" y="25975"/>
                </a:moveTo>
                <a:lnTo>
                  <a:pt x="73943" y="57741"/>
                </a:lnTo>
                <a:cubicBezTo>
                  <a:pt x="69313" y="58407"/>
                  <a:pt x="65342" y="60369"/>
                  <a:pt x="61370" y="63684"/>
                </a:cubicBezTo>
                <a:lnTo>
                  <a:pt x="8439" y="117948"/>
                </a:lnTo>
                <a:cubicBezTo>
                  <a:pt x="-2810" y="129188"/>
                  <a:pt x="-2810" y="148371"/>
                  <a:pt x="8439" y="159620"/>
                </a:cubicBezTo>
                <a:cubicBezTo>
                  <a:pt x="12294" y="164137"/>
                  <a:pt x="17750" y="166985"/>
                  <a:pt x="23660" y="167564"/>
                </a:cubicBezTo>
                <a:lnTo>
                  <a:pt x="186423" y="202625"/>
                </a:lnTo>
                <a:lnTo>
                  <a:pt x="154657" y="170878"/>
                </a:lnTo>
                <a:cubicBezTo>
                  <a:pt x="159287" y="170212"/>
                  <a:pt x="163258" y="168231"/>
                  <a:pt x="167230" y="164916"/>
                </a:cubicBezTo>
                <a:lnTo>
                  <a:pt x="220161" y="110671"/>
                </a:lnTo>
                <a:cubicBezTo>
                  <a:pt x="231410" y="99422"/>
                  <a:pt x="231410" y="80229"/>
                  <a:pt x="220161" y="68980"/>
                </a:cubicBezTo>
                <a:cubicBezTo>
                  <a:pt x="216304" y="64467"/>
                  <a:pt x="210848" y="61624"/>
                  <a:pt x="204940" y="61046"/>
                </a:cubicBezTo>
                <a:close/>
                <a:moveTo>
                  <a:pt x="110995" y="59055"/>
                </a:moveTo>
                <a:cubicBezTo>
                  <a:pt x="117605" y="59055"/>
                  <a:pt x="122901" y="63684"/>
                  <a:pt x="122901" y="70294"/>
                </a:cubicBezTo>
                <a:cubicBezTo>
                  <a:pt x="122901" y="76914"/>
                  <a:pt x="118272" y="82210"/>
                  <a:pt x="111652" y="82210"/>
                </a:cubicBezTo>
                <a:cubicBezTo>
                  <a:pt x="105032" y="82210"/>
                  <a:pt x="99746" y="77591"/>
                  <a:pt x="99746" y="70971"/>
                </a:cubicBezTo>
                <a:quadBezTo>
                  <a:pt x="105032" y="59055"/>
                  <a:pt x="110985" y="59055"/>
                </a:quadBezTo>
                <a:close/>
                <a:moveTo>
                  <a:pt x="125368" y="95174"/>
                </a:moveTo>
                <a:cubicBezTo>
                  <a:pt x="125835" y="95117"/>
                  <a:pt x="126206" y="95612"/>
                  <a:pt x="126206" y="96107"/>
                </a:cubicBezTo>
                <a:cubicBezTo>
                  <a:pt x="124882" y="102718"/>
                  <a:pt x="119586" y="107356"/>
                  <a:pt x="112967" y="107356"/>
                </a:cubicBezTo>
                <a:cubicBezTo>
                  <a:pt x="106356" y="107356"/>
                  <a:pt x="100394" y="102718"/>
                  <a:pt x="99060" y="96764"/>
                </a:cubicBezTo>
                <a:cubicBezTo>
                  <a:pt x="99060" y="96764"/>
                  <a:pt x="99079" y="96098"/>
                  <a:pt x="99736" y="96764"/>
                </a:cubicBezTo>
                <a:cubicBezTo>
                  <a:pt x="104375" y="99412"/>
                  <a:pt x="108995" y="100079"/>
                  <a:pt x="112309" y="99412"/>
                </a:cubicBezTo>
                <a:cubicBezTo>
                  <a:pt x="115605" y="99412"/>
                  <a:pt x="120244" y="98746"/>
                  <a:pt x="124882" y="95450"/>
                </a:cubicBezTo>
                <a:cubicBezTo>
                  <a:pt x="125007" y="95309"/>
                  <a:pt x="125174" y="95212"/>
                  <a:pt x="125359" y="95174"/>
                </a:cubicBezTo>
                <a:close/>
                <a:moveTo>
                  <a:pt x="132245" y="119091"/>
                </a:moveTo>
                <a:cubicBezTo>
                  <a:pt x="132798" y="119215"/>
                  <a:pt x="132817" y="120101"/>
                  <a:pt x="132817" y="120596"/>
                </a:cubicBezTo>
                <a:cubicBezTo>
                  <a:pt x="130826" y="129197"/>
                  <a:pt x="123549" y="136465"/>
                  <a:pt x="114281" y="136465"/>
                </a:cubicBezTo>
                <a:cubicBezTo>
                  <a:pt x="105179" y="136521"/>
                  <a:pt x="97115" y="130608"/>
                  <a:pt x="94431" y="121910"/>
                </a:cubicBezTo>
                <a:cubicBezTo>
                  <a:pt x="93764" y="121244"/>
                  <a:pt x="94431" y="120596"/>
                  <a:pt x="95745" y="120596"/>
                </a:cubicBezTo>
                <a:cubicBezTo>
                  <a:pt x="102365" y="123901"/>
                  <a:pt x="108985" y="124558"/>
                  <a:pt x="113624" y="124558"/>
                </a:cubicBezTo>
                <a:cubicBezTo>
                  <a:pt x="118253" y="124558"/>
                  <a:pt x="124863" y="123225"/>
                  <a:pt x="131483" y="119263"/>
                </a:cubicBezTo>
                <a:cubicBezTo>
                  <a:pt x="131816" y="119101"/>
                  <a:pt x="132055" y="119053"/>
                  <a:pt x="132245" y="119091"/>
                </a:cubicBezTo>
                <a:close/>
                <a:moveTo>
                  <a:pt x="137932" y="147838"/>
                </a:moveTo>
                <a:cubicBezTo>
                  <a:pt x="138398" y="147714"/>
                  <a:pt x="138760" y="148695"/>
                  <a:pt x="138760" y="149695"/>
                </a:cubicBezTo>
                <a:cubicBezTo>
                  <a:pt x="136112" y="160944"/>
                  <a:pt x="126854" y="169555"/>
                  <a:pt x="114948" y="170221"/>
                </a:cubicBezTo>
                <a:cubicBezTo>
                  <a:pt x="103032" y="170221"/>
                  <a:pt x="93107" y="162268"/>
                  <a:pt x="90468" y="151686"/>
                </a:cubicBezTo>
                <a:cubicBezTo>
                  <a:pt x="90468" y="150362"/>
                  <a:pt x="91116" y="149038"/>
                  <a:pt x="92440" y="149695"/>
                </a:cubicBezTo>
                <a:cubicBezTo>
                  <a:pt x="100384" y="154324"/>
                  <a:pt x="108985" y="154991"/>
                  <a:pt x="114938" y="154991"/>
                </a:cubicBezTo>
                <a:quadBezTo>
                  <a:pt x="129502" y="153010"/>
                  <a:pt x="137436" y="148380"/>
                </a:quadBezTo>
                <a:cubicBezTo>
                  <a:pt x="137608" y="148047"/>
                  <a:pt x="137779" y="147876"/>
                  <a:pt x="137932" y="147838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装饰1-子标题1-[1]【1】"/>
          <p:cNvSpPr/>
          <p:nvPr>
            <p:custDataLst>
              <p:tags r:id="rId11"/>
            </p:custDataLst>
          </p:nvPr>
        </p:nvSpPr>
        <p:spPr>
          <a:xfrm>
            <a:off x="1390690" y="3224184"/>
            <a:ext cx="637474" cy="637474"/>
          </a:xfrm>
          <a:custGeom>
            <a:avLst/>
            <a:gdLst/>
            <a:ahLst/>
            <a:cxnLst/>
            <a:rect l="l" t="t" r="r" b="b"/>
            <a:pathLst>
              <a:path w="637474" h="637474">
                <a:moveTo>
                  <a:pt x="637470" y="318735"/>
                </a:moveTo>
                <a:cubicBezTo>
                  <a:pt x="637470" y="494767"/>
                  <a:pt x="494767" y="637470"/>
                  <a:pt x="318735" y="637470"/>
                </a:cubicBezTo>
                <a:cubicBezTo>
                  <a:pt x="142704" y="637470"/>
                  <a:pt x="0" y="494767"/>
                  <a:pt x="0" y="318735"/>
                </a:cubicBezTo>
                <a:cubicBezTo>
                  <a:pt x="0" y="142704"/>
                  <a:pt x="142704" y="0"/>
                  <a:pt x="318735" y="0"/>
                </a:cubicBezTo>
                <a:cubicBezTo>
                  <a:pt x="494767" y="0"/>
                  <a:pt x="637470" y="142704"/>
                  <a:pt x="637470" y="31873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装饰1-子标题1-[1]【1】"/>
          <p:cNvSpPr/>
          <p:nvPr>
            <p:custDataLst>
              <p:tags r:id="rId12"/>
            </p:custDataLst>
          </p:nvPr>
        </p:nvSpPr>
        <p:spPr>
          <a:xfrm>
            <a:off x="1167265" y="3000760"/>
            <a:ext cx="1084324" cy="1084368"/>
          </a:xfrm>
          <a:custGeom>
            <a:avLst/>
            <a:gdLst/>
            <a:ahLst/>
            <a:cxnLst/>
            <a:rect l="l" t="t" r="r" b="b"/>
            <a:pathLst>
              <a:path w="1084324" h="1084368">
                <a:moveTo>
                  <a:pt x="542163" y="1084364"/>
                </a:moveTo>
                <a:cubicBezTo>
                  <a:pt x="243221" y="1084364"/>
                  <a:pt x="0" y="841153"/>
                  <a:pt x="0" y="542211"/>
                </a:cubicBezTo>
                <a:cubicBezTo>
                  <a:pt x="0" y="243269"/>
                  <a:pt x="243221" y="0"/>
                  <a:pt x="542163" y="0"/>
                </a:cubicBezTo>
                <a:cubicBezTo>
                  <a:pt x="841105" y="0"/>
                  <a:pt x="1084326" y="243221"/>
                  <a:pt x="1084326" y="542163"/>
                </a:cubicBezTo>
                <a:cubicBezTo>
                  <a:pt x="1084326" y="841105"/>
                  <a:pt x="841105" y="1084326"/>
                  <a:pt x="542163" y="1084326"/>
                </a:cubicBezTo>
                <a:close/>
                <a:moveTo>
                  <a:pt x="542163" y="89373"/>
                </a:moveTo>
                <a:cubicBezTo>
                  <a:pt x="292465" y="89373"/>
                  <a:pt x="89373" y="292503"/>
                  <a:pt x="89373" y="542163"/>
                </a:cubicBezTo>
                <a:cubicBezTo>
                  <a:pt x="89373" y="791813"/>
                  <a:pt x="292503" y="994953"/>
                  <a:pt x="542163" y="994953"/>
                </a:cubicBezTo>
                <a:cubicBezTo>
                  <a:pt x="791813" y="994953"/>
                  <a:pt x="994953" y="791813"/>
                  <a:pt x="994953" y="542163"/>
                </a:cubicBezTo>
                <a:cubicBezTo>
                  <a:pt x="994953" y="292503"/>
                  <a:pt x="791861" y="89373"/>
                  <a:pt x="542163" y="8937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icon1-[1]【1】"/>
          <p:cNvSpPr/>
          <p:nvPr>
            <p:custDataLst>
              <p:tags r:id="rId13"/>
            </p:custDataLst>
          </p:nvPr>
        </p:nvSpPr>
        <p:spPr>
          <a:xfrm>
            <a:off x="1490755" y="3324579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275" y="298704"/>
                </a:moveTo>
                <a:lnTo>
                  <a:pt x="9525" y="298704"/>
                </a:lnTo>
                <a:cubicBezTo>
                  <a:pt x="7630" y="298704"/>
                  <a:pt x="6096" y="297170"/>
                  <a:pt x="6096" y="295275"/>
                </a:cubicBezTo>
                <a:lnTo>
                  <a:pt x="6096" y="9525"/>
                </a:lnTo>
                <a:lnTo>
                  <a:pt x="12954" y="9525"/>
                </a:lnTo>
                <a:lnTo>
                  <a:pt x="12954" y="291846"/>
                </a:lnTo>
                <a:lnTo>
                  <a:pt x="295275" y="291846"/>
                </a:lnTo>
                <a:lnTo>
                  <a:pt x="295275" y="298704"/>
                </a:lnTo>
                <a:close/>
                <a:moveTo>
                  <a:pt x="283321" y="250079"/>
                </a:moveTo>
                <a:lnTo>
                  <a:pt x="238754" y="205492"/>
                </a:lnTo>
                <a:cubicBezTo>
                  <a:pt x="220418" y="222637"/>
                  <a:pt x="196653" y="232029"/>
                  <a:pt x="171450" y="232029"/>
                </a:cubicBezTo>
                <a:cubicBezTo>
                  <a:pt x="117043" y="232029"/>
                  <a:pt x="72771" y="187766"/>
                  <a:pt x="72771" y="133350"/>
                </a:cubicBezTo>
                <a:cubicBezTo>
                  <a:pt x="72771" y="78943"/>
                  <a:pt x="117043" y="34671"/>
                  <a:pt x="171450" y="34671"/>
                </a:cubicBezTo>
                <a:cubicBezTo>
                  <a:pt x="225866" y="34671"/>
                  <a:pt x="270129" y="78934"/>
                  <a:pt x="270129" y="133350"/>
                </a:cubicBezTo>
                <a:cubicBezTo>
                  <a:pt x="270129" y="158553"/>
                  <a:pt x="260737" y="182318"/>
                  <a:pt x="243602" y="200644"/>
                </a:cubicBezTo>
                <a:lnTo>
                  <a:pt x="288179" y="245221"/>
                </a:lnTo>
                <a:lnTo>
                  <a:pt x="283321" y="250079"/>
                </a:lnTo>
                <a:close/>
                <a:moveTo>
                  <a:pt x="171450" y="41529"/>
                </a:moveTo>
                <a:cubicBezTo>
                  <a:pt x="120825" y="41529"/>
                  <a:pt x="79629" y="82725"/>
                  <a:pt x="79629" y="133350"/>
                </a:cubicBezTo>
                <a:quadBezTo>
                  <a:pt x="120825" y="225171"/>
                  <a:pt x="171450" y="225171"/>
                </a:quadBezTo>
                <a:cubicBezTo>
                  <a:pt x="195967" y="225171"/>
                  <a:pt x="219018" y="215617"/>
                  <a:pt x="236363" y="198272"/>
                </a:cubicBezTo>
                <a:quadBezTo>
                  <a:pt x="263271" y="157867"/>
                  <a:pt x="263271" y="133350"/>
                </a:quadBezTo>
                <a:cubicBezTo>
                  <a:pt x="263271" y="82725"/>
                  <a:pt x="222075" y="41529"/>
                  <a:pt x="171450" y="41529"/>
                </a:cubicBezTo>
                <a:close/>
                <a:moveTo>
                  <a:pt x="152400" y="174879"/>
                </a:moveTo>
                <a:cubicBezTo>
                  <a:pt x="151524" y="174879"/>
                  <a:pt x="150647" y="174546"/>
                  <a:pt x="149981" y="173879"/>
                </a:cubicBezTo>
                <a:lnTo>
                  <a:pt x="121406" y="145304"/>
                </a:lnTo>
                <a:lnTo>
                  <a:pt x="126254" y="140456"/>
                </a:lnTo>
                <a:lnTo>
                  <a:pt x="152400" y="166602"/>
                </a:lnTo>
                <a:lnTo>
                  <a:pt x="211884" y="107109"/>
                </a:lnTo>
                <a:lnTo>
                  <a:pt x="216741" y="111957"/>
                </a:lnTo>
                <a:lnTo>
                  <a:pt x="154829" y="173869"/>
                </a:lnTo>
                <a:cubicBezTo>
                  <a:pt x="154153" y="174546"/>
                  <a:pt x="153276" y="174879"/>
                  <a:pt x="152400" y="174879"/>
                </a:cubicBezTo>
                <a:close/>
                <a:moveTo>
                  <a:pt x="38100" y="233362"/>
                </a:moveTo>
                <a:cubicBezTo>
                  <a:pt x="38100" y="230734"/>
                  <a:pt x="35966" y="228600"/>
                  <a:pt x="33338" y="228600"/>
                </a:cubicBezTo>
                <a:quadBezTo>
                  <a:pt x="28575" y="230734"/>
                  <a:pt x="28575" y="233362"/>
                </a:quadBezTo>
                <a:quadBezTo>
                  <a:pt x="30709" y="238125"/>
                  <a:pt x="33338" y="238125"/>
                </a:quadBezTo>
                <a:quadBezTo>
                  <a:pt x="38100" y="235991"/>
                  <a:pt x="38100" y="233362"/>
                </a:quadBezTo>
                <a:moveTo>
                  <a:pt x="57150" y="214312"/>
                </a:moveTo>
                <a:cubicBezTo>
                  <a:pt x="57150" y="211684"/>
                  <a:pt x="55016" y="209550"/>
                  <a:pt x="52388" y="209550"/>
                </a:cubicBezTo>
                <a:quadBezTo>
                  <a:pt x="47625" y="211684"/>
                  <a:pt x="47625" y="214312"/>
                </a:quadBezTo>
                <a:quadBezTo>
                  <a:pt x="49759" y="219075"/>
                  <a:pt x="52388" y="219075"/>
                </a:quadBezTo>
                <a:quadBezTo>
                  <a:pt x="57150" y="216941"/>
                  <a:pt x="57150" y="214312"/>
                </a:quadBezTo>
                <a:moveTo>
                  <a:pt x="76200" y="195262"/>
                </a:moveTo>
                <a:cubicBezTo>
                  <a:pt x="76200" y="192634"/>
                  <a:pt x="74066" y="190500"/>
                  <a:pt x="71438" y="190500"/>
                </a:cubicBezTo>
                <a:quadBezTo>
                  <a:pt x="66675" y="192634"/>
                  <a:pt x="66675" y="195262"/>
                </a:quadBezTo>
                <a:quadBezTo>
                  <a:pt x="68809" y="200025"/>
                  <a:pt x="71438" y="200025"/>
                </a:quadBezTo>
                <a:quadBezTo>
                  <a:pt x="76200" y="197891"/>
                  <a:pt x="76200" y="195262"/>
                </a:quadBezTo>
                <a:moveTo>
                  <a:pt x="104775" y="166688"/>
                </a:moveTo>
                <a:cubicBezTo>
                  <a:pt x="104775" y="164059"/>
                  <a:pt x="102641" y="161925"/>
                  <a:pt x="100012" y="161925"/>
                </a:cubicBezTo>
                <a:quadBezTo>
                  <a:pt x="95250" y="164059"/>
                  <a:pt x="95250" y="166688"/>
                </a:quadBezTo>
                <a:quadBezTo>
                  <a:pt x="97384" y="171450"/>
                  <a:pt x="100012" y="171450"/>
                </a:quadBezTo>
                <a:quadBezTo>
                  <a:pt x="104775" y="169316"/>
                  <a:pt x="104775" y="166688"/>
                </a:quadBezTo>
                <a:moveTo>
                  <a:pt x="238125" y="90488"/>
                </a:moveTo>
                <a:cubicBezTo>
                  <a:pt x="238125" y="87859"/>
                  <a:pt x="235991" y="85725"/>
                  <a:pt x="233362" y="85725"/>
                </a:cubicBezTo>
                <a:cubicBezTo>
                  <a:pt x="230743" y="85725"/>
                  <a:pt x="228600" y="87859"/>
                  <a:pt x="228600" y="90488"/>
                </a:cubicBezTo>
                <a:quadBezTo>
                  <a:pt x="230743" y="95250"/>
                  <a:pt x="233362" y="95250"/>
                </a:quadBezTo>
                <a:cubicBezTo>
                  <a:pt x="235991" y="95250"/>
                  <a:pt x="238125" y="93116"/>
                  <a:pt x="238125" y="90488"/>
                </a:cubicBezTo>
                <a:moveTo>
                  <a:pt x="266700" y="61912"/>
                </a:moveTo>
                <a:cubicBezTo>
                  <a:pt x="266700" y="59284"/>
                  <a:pt x="264566" y="57150"/>
                  <a:pt x="261938" y="57150"/>
                </a:cubicBezTo>
                <a:cubicBezTo>
                  <a:pt x="259318" y="57150"/>
                  <a:pt x="257175" y="59284"/>
                  <a:pt x="257175" y="61912"/>
                </a:cubicBezTo>
                <a:quadBezTo>
                  <a:pt x="259318" y="66675"/>
                  <a:pt x="261938" y="66675"/>
                </a:quadBezTo>
                <a:cubicBezTo>
                  <a:pt x="264566" y="66675"/>
                  <a:pt x="266700" y="64541"/>
                  <a:pt x="266700" y="61912"/>
                </a:cubicBezTo>
                <a:moveTo>
                  <a:pt x="285750" y="42862"/>
                </a:moveTo>
                <a:cubicBezTo>
                  <a:pt x="285750" y="40234"/>
                  <a:pt x="283616" y="38100"/>
                  <a:pt x="280988" y="38100"/>
                </a:cubicBezTo>
                <a:cubicBezTo>
                  <a:pt x="278368" y="38100"/>
                  <a:pt x="276225" y="40234"/>
                  <a:pt x="276225" y="42862"/>
                </a:cubicBezTo>
                <a:quadBezTo>
                  <a:pt x="278368" y="47625"/>
                  <a:pt x="280988" y="47625"/>
                </a:quadBezTo>
                <a:cubicBezTo>
                  <a:pt x="283616" y="47625"/>
                  <a:pt x="285750" y="45491"/>
                  <a:pt x="285750" y="42862"/>
                </a:cubicBezTo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装饰2-子标题2-[2]【1】"/>
          <p:cNvSpPr/>
          <p:nvPr>
            <p:custDataLst>
              <p:tags r:id="rId14"/>
            </p:custDataLst>
          </p:nvPr>
        </p:nvSpPr>
        <p:spPr>
          <a:xfrm>
            <a:off x="4353013" y="4329916"/>
            <a:ext cx="698428" cy="698428"/>
          </a:xfrm>
          <a:custGeom>
            <a:avLst/>
            <a:gdLst/>
            <a:ahLst/>
            <a:cxnLst/>
            <a:rect l="l" t="t" r="r" b="b"/>
            <a:pathLst>
              <a:path w="698428" h="698428">
                <a:moveTo>
                  <a:pt x="698430" y="349215"/>
                </a:moveTo>
                <a:cubicBezTo>
                  <a:pt x="698430" y="542077"/>
                  <a:pt x="542077" y="698430"/>
                  <a:pt x="349215" y="698430"/>
                </a:cubicBezTo>
                <a:cubicBezTo>
                  <a:pt x="156353" y="698430"/>
                  <a:pt x="0" y="542077"/>
                  <a:pt x="0" y="349215"/>
                </a:cubicBezTo>
                <a:cubicBezTo>
                  <a:pt x="0" y="156353"/>
                  <a:pt x="156353" y="0"/>
                  <a:pt x="349215" y="0"/>
                </a:cubicBezTo>
                <a:cubicBezTo>
                  <a:pt x="542077" y="0"/>
                  <a:pt x="698430" y="156353"/>
                  <a:pt x="698430" y="349215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装饰2-子标题2-[2]【1】"/>
          <p:cNvSpPr/>
          <p:nvPr>
            <p:custDataLst>
              <p:tags r:id="rId15"/>
            </p:custDataLst>
          </p:nvPr>
        </p:nvSpPr>
        <p:spPr>
          <a:xfrm>
            <a:off x="4108226" y="4085128"/>
            <a:ext cx="1188004" cy="1188003"/>
          </a:xfrm>
          <a:custGeom>
            <a:avLst/>
            <a:gdLst/>
            <a:ahLst/>
            <a:cxnLst/>
            <a:rect l="l" t="t" r="r" b="b"/>
            <a:pathLst>
              <a:path w="1188004" h="1188003">
                <a:moveTo>
                  <a:pt x="593998" y="1188006"/>
                </a:moveTo>
                <a:cubicBezTo>
                  <a:pt x="266471" y="1188006"/>
                  <a:pt x="0" y="921525"/>
                  <a:pt x="0" y="593998"/>
                </a:cubicBezTo>
                <a:cubicBezTo>
                  <a:pt x="0" y="266471"/>
                  <a:pt x="266471" y="0"/>
                  <a:pt x="593998" y="0"/>
                </a:cubicBezTo>
                <a:cubicBezTo>
                  <a:pt x="921525" y="0"/>
                  <a:pt x="1188006" y="266471"/>
                  <a:pt x="1188006" y="593998"/>
                </a:cubicBezTo>
                <a:cubicBezTo>
                  <a:pt x="1188006" y="921525"/>
                  <a:pt x="921525" y="1188006"/>
                  <a:pt x="593998" y="1188006"/>
                </a:cubicBezTo>
                <a:close/>
                <a:moveTo>
                  <a:pt x="593998" y="97869"/>
                </a:moveTo>
                <a:cubicBezTo>
                  <a:pt x="320430" y="97869"/>
                  <a:pt x="97917" y="320430"/>
                  <a:pt x="97917" y="593950"/>
                </a:cubicBezTo>
                <a:cubicBezTo>
                  <a:pt x="97917" y="867480"/>
                  <a:pt x="320478" y="1090041"/>
                  <a:pt x="593998" y="1090041"/>
                </a:cubicBezTo>
                <a:cubicBezTo>
                  <a:pt x="867528" y="1090041"/>
                  <a:pt x="1090089" y="867480"/>
                  <a:pt x="1090089" y="593950"/>
                </a:cubicBezTo>
                <a:cubicBezTo>
                  <a:pt x="1090089" y="320430"/>
                  <a:pt x="867528" y="97869"/>
                  <a:pt x="593998" y="9786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con2-[2]【1】"/>
          <p:cNvSpPr/>
          <p:nvPr>
            <p:custDataLst>
              <p:tags r:id="rId16"/>
            </p:custDataLst>
          </p:nvPr>
        </p:nvSpPr>
        <p:spPr>
          <a:xfrm>
            <a:off x="4462541" y="4439679"/>
            <a:ext cx="469900" cy="469900"/>
          </a:xfrm>
          <a:custGeom>
            <a:avLst/>
            <a:gdLst/>
            <a:ahLst/>
            <a:cxnLst/>
            <a:rect l="l" t="t" r="r" b="b"/>
            <a:pathLst>
              <a:path w="322580" h="322580">
                <a:moveTo>
                  <a:pt x="158525" y="13505"/>
                </a:moveTo>
                <a:quadBezTo>
                  <a:pt x="157682" y="18980"/>
                  <a:pt x="159367" y="35830"/>
                </a:quadBezTo>
                <a:cubicBezTo>
                  <a:pt x="103340" y="12662"/>
                  <a:pt x="79751" y="20244"/>
                  <a:pt x="25826" y="43413"/>
                </a:cubicBezTo>
                <a:cubicBezTo>
                  <a:pt x="185056" y="24456"/>
                  <a:pt x="221708" y="120924"/>
                  <a:pt x="221708" y="120924"/>
                </a:cubicBezTo>
                <a:quadBezTo>
                  <a:pt x="216652" y="118819"/>
                  <a:pt x="212019" y="115449"/>
                </a:quadBezTo>
                <a:cubicBezTo>
                  <a:pt x="210755" y="117976"/>
                  <a:pt x="195590" y="124083"/>
                  <a:pt x="186744" y="119450"/>
                </a:cubicBezTo>
                <a:cubicBezTo>
                  <a:pt x="178870" y="114723"/>
                  <a:pt x="177580" y="110169"/>
                  <a:pt x="177898" y="102600"/>
                </a:cubicBezTo>
                <a:cubicBezTo>
                  <a:pt x="178221" y="94918"/>
                  <a:pt x="185481" y="86804"/>
                  <a:pt x="185481" y="86804"/>
                </a:cubicBezTo>
                <a:quadBezTo>
                  <a:pt x="156836" y="56473"/>
                  <a:pt x="104601" y="53945"/>
                </a:quadBezTo>
                <a:cubicBezTo>
                  <a:pt x="52365" y="51418"/>
                  <a:pt x="30176" y="100640"/>
                  <a:pt x="30176" y="100640"/>
                </a:cubicBezTo>
                <a:quadBezTo>
                  <a:pt x="37937" y="99546"/>
                  <a:pt x="49837" y="101547"/>
                </a:quadBezTo>
                <a:cubicBezTo>
                  <a:pt x="27090" y="133562"/>
                  <a:pt x="32566" y="180322"/>
                  <a:pt x="32566" y="180322"/>
                </a:cubicBezTo>
                <a:quadBezTo>
                  <a:pt x="36674" y="174003"/>
                  <a:pt x="45626" y="166842"/>
                </a:quadBezTo>
                <a:cubicBezTo>
                  <a:pt x="48153" y="196751"/>
                  <a:pt x="67530" y="221183"/>
                  <a:pt x="90278" y="246458"/>
                </a:cubicBezTo>
                <a:cubicBezTo>
                  <a:pt x="86908" y="235928"/>
                  <a:pt x="89435" y="225396"/>
                  <a:pt x="93226" y="213600"/>
                </a:cubicBezTo>
                <a:cubicBezTo>
                  <a:pt x="45625" y="168947"/>
                  <a:pt x="53207" y="137353"/>
                  <a:pt x="63739" y="116293"/>
                </a:cubicBezTo>
                <a:cubicBezTo>
                  <a:pt x="52786" y="164737"/>
                  <a:pt x="75534" y="186219"/>
                  <a:pt x="99967" y="203912"/>
                </a:cubicBezTo>
                <a:cubicBezTo>
                  <a:pt x="124400" y="221605"/>
                  <a:pt x="131921" y="242005"/>
                  <a:pt x="132720" y="250040"/>
                </a:cubicBezTo>
                <a:cubicBezTo>
                  <a:pt x="134224" y="265170"/>
                  <a:pt x="129596" y="272296"/>
                  <a:pt x="124295" y="276896"/>
                </a:cubicBezTo>
                <a:cubicBezTo>
                  <a:pt x="117531" y="282763"/>
                  <a:pt x="110921" y="284793"/>
                  <a:pt x="96703" y="289322"/>
                </a:cubicBezTo>
                <a:cubicBezTo>
                  <a:pt x="107932" y="298708"/>
                  <a:pt x="127645" y="295496"/>
                  <a:pt x="136492" y="292547"/>
                </a:cubicBezTo>
                <a:cubicBezTo>
                  <a:pt x="135860" y="299393"/>
                  <a:pt x="131035" y="305541"/>
                  <a:pt x="125348" y="308490"/>
                </a:cubicBezTo>
                <a:cubicBezTo>
                  <a:pt x="150624" y="314388"/>
                  <a:pt x="254564" y="305857"/>
                  <a:pt x="241934" y="244354"/>
                </a:cubicBezTo>
                <a:cubicBezTo>
                  <a:pt x="229296" y="182851"/>
                  <a:pt x="159368" y="157574"/>
                  <a:pt x="151787" y="155468"/>
                </a:cubicBezTo>
                <a:cubicBezTo>
                  <a:pt x="146732" y="165157"/>
                  <a:pt x="142940" y="169791"/>
                  <a:pt x="131566" y="182850"/>
                </a:cubicBezTo>
                <a:cubicBezTo>
                  <a:pt x="117664" y="174003"/>
                  <a:pt x="110925" y="139039"/>
                  <a:pt x="110925" y="139039"/>
                </a:cubicBezTo>
                <a:quadBezTo>
                  <a:pt x="91125" y="136513"/>
                  <a:pt x="78487" y="135249"/>
                </a:quadBezTo>
                <a:cubicBezTo>
                  <a:pt x="76134" y="126468"/>
                  <a:pt x="101656" y="105761"/>
                  <a:pt x="101656" y="105761"/>
                </a:cubicBezTo>
                <a:lnTo>
                  <a:pt x="89862" y="92282"/>
                </a:lnTo>
                <a:lnTo>
                  <a:pt x="119349" y="92282"/>
                </a:lnTo>
                <a:lnTo>
                  <a:pt x="119349" y="96704"/>
                </a:lnTo>
                <a:lnTo>
                  <a:pt x="104815" y="96914"/>
                </a:lnTo>
                <a:quadBezTo>
                  <a:pt x="106711" y="101759"/>
                  <a:pt x="109660" y="105339"/>
                </a:quadBezTo>
                <a:cubicBezTo>
                  <a:pt x="99128" y="112501"/>
                  <a:pt x="91545" y="128088"/>
                  <a:pt x="91545" y="128088"/>
                </a:cubicBezTo>
                <a:quadBezTo>
                  <a:pt x="104184" y="130194"/>
                  <a:pt x="119348" y="131879"/>
                </a:quadBezTo>
                <a:cubicBezTo>
                  <a:pt x="115136" y="146201"/>
                  <a:pt x="123981" y="155889"/>
                  <a:pt x="132406" y="167263"/>
                </a:cubicBezTo>
                <a:cubicBezTo>
                  <a:pt x="138725" y="159680"/>
                  <a:pt x="154760" y="138286"/>
                  <a:pt x="187169" y="141145"/>
                </a:cubicBezTo>
                <a:cubicBezTo>
                  <a:pt x="215815" y="143673"/>
                  <a:pt x="220869" y="168949"/>
                  <a:pt x="230980" y="184535"/>
                </a:cubicBezTo>
                <a:cubicBezTo>
                  <a:pt x="243196" y="179058"/>
                  <a:pt x="256677" y="179059"/>
                  <a:pt x="260047" y="179480"/>
                </a:cubicBezTo>
                <a:cubicBezTo>
                  <a:pt x="263417" y="179901"/>
                  <a:pt x="264681" y="180743"/>
                  <a:pt x="274791" y="202227"/>
                </a:cubicBezTo>
                <a:cubicBezTo>
                  <a:pt x="312703" y="172317"/>
                  <a:pt x="290798" y="127244"/>
                  <a:pt x="281530" y="113343"/>
                </a:cubicBezTo>
                <a:cubicBezTo>
                  <a:pt x="277738" y="129351"/>
                  <a:pt x="255834" y="128507"/>
                  <a:pt x="255834" y="128507"/>
                </a:cubicBezTo>
                <a:lnTo>
                  <a:pt x="211602" y="59000"/>
                </a:lnTo>
                <a:lnTo>
                  <a:pt x="210760" y="72060"/>
                </a:lnTo>
                <a:close/>
                <a:moveTo>
                  <a:pt x="318097" y="195599"/>
                </a:moveTo>
                <a:lnTo>
                  <a:pt x="333587" y="195599"/>
                </a:lnTo>
                <a:quadBezTo>
                  <a:pt x="334256" y="211981"/>
                  <a:pt x="332394" y="215854"/>
                </a:quadBezTo>
                <a:cubicBezTo>
                  <a:pt x="329267" y="208854"/>
                  <a:pt x="324799" y="202525"/>
                  <a:pt x="318096" y="195599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装饰4-子标题4-[4]【1】"/>
          <p:cNvSpPr/>
          <p:nvPr>
            <p:custDataLst>
              <p:tags r:id="rId17"/>
            </p:custDataLst>
          </p:nvPr>
        </p:nvSpPr>
        <p:spPr>
          <a:xfrm>
            <a:off x="9148582" y="3935003"/>
            <a:ext cx="3050469" cy="265004"/>
          </a:xfrm>
          <a:custGeom>
            <a:avLst/>
            <a:gdLst/>
            <a:ahLst/>
            <a:cxnLst/>
            <a:rect l="l" t="t" r="r" b="b"/>
            <a:pathLst>
              <a:path w="3050469" h="265004">
                <a:moveTo>
                  <a:pt x="0" y="0"/>
                </a:moveTo>
                <a:lnTo>
                  <a:pt x="3050467" y="0"/>
                </a:lnTo>
                <a:lnTo>
                  <a:pt x="3050467" y="265005"/>
                </a:lnTo>
                <a:lnTo>
                  <a:pt x="0" y="265005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子内容4-[4]【1】"/>
          <p:cNvSpPr txBox="1"/>
          <p:nvPr>
            <p:custDataLst>
              <p:tags r:id="rId18"/>
            </p:custDataLst>
          </p:nvPr>
        </p:nvSpPr>
        <p:spPr>
          <a:xfrm>
            <a:off x="9148495" y="2288114"/>
            <a:ext cx="2692986" cy="1448840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共同打造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“湖北本地经济数字化样板工程”</a:t>
            </a:r>
            <a:endParaRPr lang="zh-CN" altLang="en-US" sz="20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子标题4-[4]【1】"/>
          <p:cNvSpPr/>
          <p:nvPr>
            <p:custDataLst>
              <p:tags r:id="rId19"/>
            </p:custDataLst>
          </p:nvPr>
        </p:nvSpPr>
        <p:spPr>
          <a:xfrm>
            <a:off x="9148495" y="1941505"/>
            <a:ext cx="2611798" cy="417815"/>
          </a:xfrm>
          <a:prstGeom prst="rect">
            <a:avLst/>
          </a:pr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装饰4-子标题4-[4]【1】"/>
          <p:cNvSpPr/>
          <p:nvPr>
            <p:custDataLst>
              <p:tags r:id="rId20"/>
            </p:custDataLst>
          </p:nvPr>
        </p:nvSpPr>
        <p:spPr>
          <a:xfrm>
            <a:off x="10326357" y="4329916"/>
            <a:ext cx="698428" cy="698428"/>
          </a:xfrm>
          <a:custGeom>
            <a:avLst/>
            <a:gdLst/>
            <a:ahLst/>
            <a:cxnLst/>
            <a:rect l="l" t="t" r="r" b="b"/>
            <a:pathLst>
              <a:path w="698428" h="698428">
                <a:moveTo>
                  <a:pt x="698430" y="349215"/>
                </a:moveTo>
                <a:cubicBezTo>
                  <a:pt x="698430" y="542077"/>
                  <a:pt x="542077" y="698430"/>
                  <a:pt x="349215" y="698430"/>
                </a:cubicBezTo>
                <a:cubicBezTo>
                  <a:pt x="156353" y="698430"/>
                  <a:pt x="0" y="542077"/>
                  <a:pt x="0" y="349215"/>
                </a:cubicBezTo>
                <a:cubicBezTo>
                  <a:pt x="0" y="156353"/>
                  <a:pt x="156353" y="0"/>
                  <a:pt x="349215" y="0"/>
                </a:cubicBezTo>
                <a:cubicBezTo>
                  <a:pt x="542077" y="0"/>
                  <a:pt x="698430" y="156353"/>
                  <a:pt x="698430" y="349215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装饰4-子标题4-[4]【1】"/>
          <p:cNvSpPr/>
          <p:nvPr>
            <p:custDataLst>
              <p:tags r:id="rId21"/>
            </p:custDataLst>
          </p:nvPr>
        </p:nvSpPr>
        <p:spPr>
          <a:xfrm>
            <a:off x="10081570" y="4085128"/>
            <a:ext cx="1188004" cy="1188003"/>
          </a:xfrm>
          <a:custGeom>
            <a:avLst/>
            <a:gdLst/>
            <a:ahLst/>
            <a:cxnLst/>
            <a:rect l="l" t="t" r="r" b="b"/>
            <a:pathLst>
              <a:path w="1188004" h="1188003">
                <a:moveTo>
                  <a:pt x="593998" y="1188006"/>
                </a:moveTo>
                <a:cubicBezTo>
                  <a:pt x="266471" y="1188006"/>
                  <a:pt x="0" y="921525"/>
                  <a:pt x="0" y="593998"/>
                </a:cubicBezTo>
                <a:cubicBezTo>
                  <a:pt x="0" y="266471"/>
                  <a:pt x="266471" y="0"/>
                  <a:pt x="593998" y="0"/>
                </a:cubicBezTo>
                <a:cubicBezTo>
                  <a:pt x="921525" y="0"/>
                  <a:pt x="1188006" y="266471"/>
                  <a:pt x="1188006" y="593998"/>
                </a:cubicBezTo>
                <a:cubicBezTo>
                  <a:pt x="1188006" y="921525"/>
                  <a:pt x="921525" y="1188006"/>
                  <a:pt x="593998" y="1188006"/>
                </a:cubicBezTo>
                <a:close/>
                <a:moveTo>
                  <a:pt x="593998" y="97869"/>
                </a:moveTo>
                <a:cubicBezTo>
                  <a:pt x="320430" y="97869"/>
                  <a:pt x="97917" y="320430"/>
                  <a:pt x="97917" y="593950"/>
                </a:cubicBezTo>
                <a:cubicBezTo>
                  <a:pt x="97917" y="867480"/>
                  <a:pt x="320478" y="1090041"/>
                  <a:pt x="593998" y="1090041"/>
                </a:cubicBezTo>
                <a:cubicBezTo>
                  <a:pt x="867528" y="1090041"/>
                  <a:pt x="1090089" y="867480"/>
                  <a:pt x="1090089" y="593950"/>
                </a:cubicBezTo>
                <a:cubicBezTo>
                  <a:pt x="1090089" y="320430"/>
                  <a:pt x="867528" y="97869"/>
                  <a:pt x="593998" y="9786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icon4-[4]【1】"/>
          <p:cNvSpPr/>
          <p:nvPr>
            <p:custDataLst>
              <p:tags r:id="rId22"/>
            </p:custDataLst>
          </p:nvPr>
        </p:nvSpPr>
        <p:spPr>
          <a:xfrm>
            <a:off x="10460619" y="4464177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47675" y="342900"/>
                </a:moveTo>
                <a:cubicBezTo>
                  <a:pt x="447675" y="421755"/>
                  <a:pt x="383655" y="485775"/>
                  <a:pt x="304800" y="485775"/>
                </a:cubicBezTo>
                <a:cubicBezTo>
                  <a:pt x="225945" y="485775"/>
                  <a:pt x="161925" y="421755"/>
                  <a:pt x="161925" y="342900"/>
                </a:cubicBezTo>
              </a:path>
              <a:path w="609600" h="609600">
                <a:moveTo>
                  <a:pt x="400050" y="342900"/>
                </a:moveTo>
                <a:cubicBezTo>
                  <a:pt x="400050" y="395470"/>
                  <a:pt x="357370" y="438150"/>
                  <a:pt x="304800" y="438150"/>
                </a:cubicBezTo>
                <a:cubicBezTo>
                  <a:pt x="252230" y="438150"/>
                  <a:pt x="209550" y="395470"/>
                  <a:pt x="209550" y="342900"/>
                </a:cubicBezTo>
              </a:path>
              <a:path w="609600" h="609600">
                <a:moveTo>
                  <a:pt x="571500" y="542925"/>
                </a:moveTo>
                <a:cubicBezTo>
                  <a:pt x="559420" y="542959"/>
                  <a:pt x="548667" y="550586"/>
                  <a:pt x="544640" y="561975"/>
                </a:cubicBezTo>
                <a:lnTo>
                  <a:pt x="447675" y="561975"/>
                </a:lnTo>
                <a:lnTo>
                  <a:pt x="447675" y="523875"/>
                </a:lnTo>
                <a:cubicBezTo>
                  <a:pt x="447710" y="519030"/>
                  <a:pt x="444103" y="514931"/>
                  <a:pt x="439293" y="514350"/>
                </a:cubicBezTo>
                <a:lnTo>
                  <a:pt x="371475" y="505968"/>
                </a:lnTo>
                <a:lnTo>
                  <a:pt x="371475" y="479774"/>
                </a:lnTo>
                <a:cubicBezTo>
                  <a:pt x="384602" y="473328"/>
                  <a:pt x="396729" y="465018"/>
                  <a:pt x="407480" y="455104"/>
                </a:cubicBezTo>
                <a:lnTo>
                  <a:pt x="409575" y="468249"/>
                </a:lnTo>
                <a:cubicBezTo>
                  <a:pt x="410330" y="472907"/>
                  <a:pt x="414381" y="476311"/>
                  <a:pt x="419100" y="476250"/>
                </a:cubicBezTo>
                <a:lnTo>
                  <a:pt x="443770" y="476250"/>
                </a:lnTo>
                <a:lnTo>
                  <a:pt x="469487" y="502063"/>
                </a:lnTo>
                <a:cubicBezTo>
                  <a:pt x="471285" y="503846"/>
                  <a:pt x="473718" y="504840"/>
                  <a:pt x="476250" y="504825"/>
                </a:cubicBezTo>
                <a:lnTo>
                  <a:pt x="506539" y="504825"/>
                </a:lnTo>
                <a:cubicBezTo>
                  <a:pt x="511178" y="517946"/>
                  <a:pt x="524595" y="525817"/>
                  <a:pt x="538312" y="523463"/>
                </a:cubicBezTo>
                <a:cubicBezTo>
                  <a:pt x="552028" y="521110"/>
                  <a:pt x="562055" y="509217"/>
                  <a:pt x="562055" y="495300"/>
                </a:cubicBezTo>
                <a:cubicBezTo>
                  <a:pt x="562055" y="481383"/>
                  <a:pt x="552028" y="469490"/>
                  <a:pt x="538312" y="467137"/>
                </a:cubicBezTo>
                <a:cubicBezTo>
                  <a:pt x="524595" y="464783"/>
                  <a:pt x="511178" y="472654"/>
                  <a:pt x="506539" y="485775"/>
                </a:cubicBezTo>
                <a:lnTo>
                  <a:pt x="480155" y="485775"/>
                </a:lnTo>
                <a:lnTo>
                  <a:pt x="454438" y="459962"/>
                </a:lnTo>
                <a:cubicBezTo>
                  <a:pt x="452640" y="458179"/>
                  <a:pt x="450207" y="457185"/>
                  <a:pt x="447675" y="457200"/>
                </a:cubicBezTo>
                <a:lnTo>
                  <a:pt x="427196" y="457200"/>
                </a:lnTo>
                <a:lnTo>
                  <a:pt x="423958" y="437578"/>
                </a:lnTo>
                <a:cubicBezTo>
                  <a:pt x="433030" y="426172"/>
                  <a:pt x="440438" y="413537"/>
                  <a:pt x="445961" y="400050"/>
                </a:cubicBezTo>
                <a:lnTo>
                  <a:pt x="478917" y="400050"/>
                </a:lnTo>
                <a:lnTo>
                  <a:pt x="486251" y="422148"/>
                </a:lnTo>
                <a:cubicBezTo>
                  <a:pt x="487561" y="426028"/>
                  <a:pt x="491205" y="428636"/>
                  <a:pt x="495300" y="428625"/>
                </a:cubicBezTo>
                <a:lnTo>
                  <a:pt x="544640" y="428625"/>
                </a:lnTo>
                <a:cubicBezTo>
                  <a:pt x="549279" y="441746"/>
                  <a:pt x="562696" y="449617"/>
                  <a:pt x="576413" y="447263"/>
                </a:cubicBezTo>
                <a:cubicBezTo>
                  <a:pt x="590130" y="444910"/>
                  <a:pt x="600156" y="433017"/>
                  <a:pt x="600156" y="419100"/>
                </a:cubicBezTo>
                <a:cubicBezTo>
                  <a:pt x="600156" y="405183"/>
                  <a:pt x="590130" y="393290"/>
                  <a:pt x="576413" y="390937"/>
                </a:cubicBezTo>
                <a:cubicBezTo>
                  <a:pt x="562696" y="388583"/>
                  <a:pt x="549279" y="396454"/>
                  <a:pt x="544640" y="409575"/>
                </a:cubicBezTo>
                <a:lnTo>
                  <a:pt x="502158" y="409575"/>
                </a:lnTo>
                <a:lnTo>
                  <a:pt x="495300" y="387477"/>
                </a:lnTo>
                <a:cubicBezTo>
                  <a:pt x="493938" y="383425"/>
                  <a:pt x="490044" y="380777"/>
                  <a:pt x="485775" y="381000"/>
                </a:cubicBezTo>
                <a:lnTo>
                  <a:pt x="452152" y="381000"/>
                </a:lnTo>
                <a:cubicBezTo>
                  <a:pt x="455481" y="368573"/>
                  <a:pt x="457178" y="355765"/>
                  <a:pt x="457200" y="342900"/>
                </a:cubicBezTo>
                <a:lnTo>
                  <a:pt x="438150" y="342900"/>
                </a:lnTo>
                <a:cubicBezTo>
                  <a:pt x="438150" y="416498"/>
                  <a:pt x="378398" y="476250"/>
                  <a:pt x="304800" y="476250"/>
                </a:cubicBezTo>
                <a:cubicBezTo>
                  <a:pt x="231202" y="476250"/>
                  <a:pt x="171450" y="416498"/>
                  <a:pt x="171450" y="342900"/>
                </a:cubicBezTo>
                <a:lnTo>
                  <a:pt x="152400" y="342900"/>
                </a:lnTo>
                <a:cubicBezTo>
                  <a:pt x="152422" y="355765"/>
                  <a:pt x="154119" y="368573"/>
                  <a:pt x="157448" y="381000"/>
                </a:cubicBezTo>
                <a:lnTo>
                  <a:pt x="123825" y="381000"/>
                </a:lnTo>
                <a:cubicBezTo>
                  <a:pt x="119730" y="380989"/>
                  <a:pt x="116086" y="383597"/>
                  <a:pt x="114776" y="387477"/>
                </a:cubicBezTo>
                <a:lnTo>
                  <a:pt x="107442" y="409575"/>
                </a:lnTo>
                <a:lnTo>
                  <a:pt x="64961" y="409575"/>
                </a:lnTo>
                <a:cubicBezTo>
                  <a:pt x="60322" y="396454"/>
                  <a:pt x="46905" y="388583"/>
                  <a:pt x="33188" y="390937"/>
                </a:cubicBezTo>
                <a:cubicBezTo>
                  <a:pt x="19472" y="393290"/>
                  <a:pt x="9445" y="405183"/>
                  <a:pt x="9445" y="419100"/>
                </a:cubicBezTo>
                <a:cubicBezTo>
                  <a:pt x="9445" y="433017"/>
                  <a:pt x="19472" y="444910"/>
                  <a:pt x="33188" y="447263"/>
                </a:cubicBezTo>
                <a:cubicBezTo>
                  <a:pt x="46905" y="449617"/>
                  <a:pt x="60322" y="441746"/>
                  <a:pt x="64961" y="428625"/>
                </a:cubicBezTo>
                <a:lnTo>
                  <a:pt x="114300" y="428625"/>
                </a:lnTo>
                <a:cubicBezTo>
                  <a:pt x="118395" y="428636"/>
                  <a:pt x="122039" y="426028"/>
                  <a:pt x="123349" y="422148"/>
                </a:cubicBezTo>
                <a:lnTo>
                  <a:pt x="130683" y="400050"/>
                </a:lnTo>
                <a:lnTo>
                  <a:pt x="163639" y="400050"/>
                </a:lnTo>
                <a:cubicBezTo>
                  <a:pt x="169083" y="413752"/>
                  <a:pt x="176496" y="426586"/>
                  <a:pt x="185642" y="438150"/>
                </a:cubicBezTo>
                <a:lnTo>
                  <a:pt x="182404" y="457200"/>
                </a:lnTo>
                <a:lnTo>
                  <a:pt x="161925" y="457200"/>
                </a:lnTo>
                <a:cubicBezTo>
                  <a:pt x="159393" y="457185"/>
                  <a:pt x="156960" y="458179"/>
                  <a:pt x="155162" y="459962"/>
                </a:cubicBezTo>
                <a:lnTo>
                  <a:pt x="129445" y="485775"/>
                </a:lnTo>
                <a:lnTo>
                  <a:pt x="103060" y="485775"/>
                </a:lnTo>
                <a:cubicBezTo>
                  <a:pt x="98421" y="472654"/>
                  <a:pt x="85004" y="464783"/>
                  <a:pt x="71287" y="467137"/>
                </a:cubicBezTo>
                <a:cubicBezTo>
                  <a:pt x="57571" y="469490"/>
                  <a:pt x="47544" y="481383"/>
                  <a:pt x="47544" y="495300"/>
                </a:cubicBezTo>
                <a:cubicBezTo>
                  <a:pt x="47544" y="509217"/>
                  <a:pt x="57571" y="521110"/>
                  <a:pt x="71287" y="523463"/>
                </a:cubicBezTo>
                <a:cubicBezTo>
                  <a:pt x="85004" y="525817"/>
                  <a:pt x="98421" y="517946"/>
                  <a:pt x="103060" y="504825"/>
                </a:cubicBezTo>
                <a:lnTo>
                  <a:pt x="133350" y="504825"/>
                </a:lnTo>
                <a:cubicBezTo>
                  <a:pt x="135882" y="504840"/>
                  <a:pt x="138315" y="503846"/>
                  <a:pt x="140113" y="502063"/>
                </a:cubicBezTo>
                <a:lnTo>
                  <a:pt x="165830" y="476250"/>
                </a:lnTo>
                <a:lnTo>
                  <a:pt x="190500" y="476250"/>
                </a:lnTo>
                <a:cubicBezTo>
                  <a:pt x="195219" y="476311"/>
                  <a:pt x="199270" y="472907"/>
                  <a:pt x="200025" y="468249"/>
                </a:cubicBezTo>
                <a:lnTo>
                  <a:pt x="202120" y="455104"/>
                </a:lnTo>
                <a:cubicBezTo>
                  <a:pt x="212868" y="465022"/>
                  <a:pt x="224996" y="473331"/>
                  <a:pt x="238125" y="479774"/>
                </a:cubicBezTo>
                <a:lnTo>
                  <a:pt x="238125" y="505968"/>
                </a:lnTo>
                <a:lnTo>
                  <a:pt x="170307" y="514350"/>
                </a:lnTo>
                <a:cubicBezTo>
                  <a:pt x="165497" y="514931"/>
                  <a:pt x="161890" y="519030"/>
                  <a:pt x="161925" y="523875"/>
                </a:cubicBezTo>
                <a:lnTo>
                  <a:pt x="161925" y="561975"/>
                </a:lnTo>
                <a:lnTo>
                  <a:pt x="64961" y="561975"/>
                </a:lnTo>
                <a:cubicBezTo>
                  <a:pt x="60322" y="548854"/>
                  <a:pt x="46905" y="540983"/>
                  <a:pt x="33188" y="543336"/>
                </a:cubicBezTo>
                <a:cubicBezTo>
                  <a:pt x="19472" y="545690"/>
                  <a:pt x="9445" y="557583"/>
                  <a:pt x="9445" y="571500"/>
                </a:cubicBezTo>
                <a:cubicBezTo>
                  <a:pt x="9445" y="585417"/>
                  <a:pt x="19472" y="597310"/>
                  <a:pt x="33188" y="599664"/>
                </a:cubicBezTo>
                <a:cubicBezTo>
                  <a:pt x="46905" y="602017"/>
                  <a:pt x="60322" y="594146"/>
                  <a:pt x="64961" y="581025"/>
                </a:cubicBezTo>
                <a:lnTo>
                  <a:pt x="171450" y="581025"/>
                </a:lnTo>
                <a:cubicBezTo>
                  <a:pt x="176707" y="581025"/>
                  <a:pt x="180975" y="576757"/>
                  <a:pt x="180975" y="571500"/>
                </a:cubicBezTo>
                <a:lnTo>
                  <a:pt x="180975" y="532257"/>
                </a:lnTo>
                <a:lnTo>
                  <a:pt x="248793" y="523875"/>
                </a:lnTo>
                <a:cubicBezTo>
                  <a:pt x="253603" y="523294"/>
                  <a:pt x="257210" y="519195"/>
                  <a:pt x="257175" y="514350"/>
                </a:cubicBezTo>
                <a:lnTo>
                  <a:pt x="257175" y="487585"/>
                </a:lnTo>
                <a:cubicBezTo>
                  <a:pt x="269494" y="491772"/>
                  <a:pt x="282298" y="494365"/>
                  <a:pt x="295275" y="495300"/>
                </a:cubicBezTo>
                <a:lnTo>
                  <a:pt x="295275" y="545116"/>
                </a:lnTo>
                <a:cubicBezTo>
                  <a:pt x="282154" y="549755"/>
                  <a:pt x="274283" y="563172"/>
                  <a:pt x="276637" y="576889"/>
                </a:cubicBezTo>
                <a:cubicBezTo>
                  <a:pt x="278990" y="590606"/>
                  <a:pt x="290883" y="600632"/>
                  <a:pt x="304800" y="600632"/>
                </a:cubicBezTo>
                <a:cubicBezTo>
                  <a:pt x="318717" y="600632"/>
                  <a:pt x="330610" y="590606"/>
                  <a:pt x="332963" y="576889"/>
                </a:cubicBezTo>
                <a:cubicBezTo>
                  <a:pt x="335317" y="563172"/>
                  <a:pt x="327446" y="549755"/>
                  <a:pt x="314325" y="545116"/>
                </a:cubicBezTo>
                <a:lnTo>
                  <a:pt x="314325" y="495300"/>
                </a:lnTo>
                <a:cubicBezTo>
                  <a:pt x="327281" y="494519"/>
                  <a:pt x="340085" y="492087"/>
                  <a:pt x="352425" y="488061"/>
                </a:cubicBezTo>
                <a:lnTo>
                  <a:pt x="352425" y="514350"/>
                </a:lnTo>
                <a:cubicBezTo>
                  <a:pt x="352390" y="519195"/>
                  <a:pt x="355997" y="523294"/>
                  <a:pt x="360807" y="523875"/>
                </a:cubicBezTo>
                <a:lnTo>
                  <a:pt x="428625" y="532352"/>
                </a:lnTo>
                <a:lnTo>
                  <a:pt x="428625" y="571500"/>
                </a:lnTo>
                <a:cubicBezTo>
                  <a:pt x="428625" y="576757"/>
                  <a:pt x="432893" y="581025"/>
                  <a:pt x="438150" y="581025"/>
                </a:cubicBezTo>
                <a:lnTo>
                  <a:pt x="544640" y="581025"/>
                </a:lnTo>
                <a:cubicBezTo>
                  <a:pt x="549487" y="594735"/>
                  <a:pt x="563858" y="602618"/>
                  <a:pt x="578026" y="599339"/>
                </a:cubicBezTo>
                <a:cubicBezTo>
                  <a:pt x="592193" y="596059"/>
                  <a:pt x="601637" y="582662"/>
                  <a:pt x="599966" y="568216"/>
                </a:cubicBezTo>
                <a:cubicBezTo>
                  <a:pt x="598295" y="553771"/>
                  <a:pt x="586042" y="542884"/>
                  <a:pt x="571500" y="542925"/>
                </a:cubicBezTo>
                <a:close/>
                <a:moveTo>
                  <a:pt x="533400" y="485775"/>
                </a:moveTo>
                <a:cubicBezTo>
                  <a:pt x="538657" y="485775"/>
                  <a:pt x="542925" y="490043"/>
                  <a:pt x="542925" y="495300"/>
                </a:cubicBezTo>
                <a:cubicBezTo>
                  <a:pt x="542925" y="500557"/>
                  <a:pt x="538657" y="504825"/>
                  <a:pt x="533400" y="504825"/>
                </a:cubicBezTo>
                <a:cubicBezTo>
                  <a:pt x="528143" y="504825"/>
                  <a:pt x="523875" y="500557"/>
                  <a:pt x="523875" y="495300"/>
                </a:cubicBezTo>
                <a:cubicBezTo>
                  <a:pt x="523875" y="490043"/>
                  <a:pt x="528143" y="485775"/>
                  <a:pt x="533400" y="485775"/>
                </a:cubicBezTo>
                <a:close/>
                <a:moveTo>
                  <a:pt x="571500" y="409575"/>
                </a:moveTo>
                <a:cubicBezTo>
                  <a:pt x="576757" y="409575"/>
                  <a:pt x="581025" y="413843"/>
                  <a:pt x="581025" y="419100"/>
                </a:cubicBezTo>
                <a:cubicBezTo>
                  <a:pt x="581025" y="424357"/>
                  <a:pt x="576757" y="428625"/>
                  <a:pt x="571500" y="428625"/>
                </a:cubicBezTo>
                <a:cubicBezTo>
                  <a:pt x="566243" y="428625"/>
                  <a:pt x="561975" y="424357"/>
                  <a:pt x="561975" y="419100"/>
                </a:cubicBezTo>
                <a:cubicBezTo>
                  <a:pt x="561975" y="413843"/>
                  <a:pt x="566243" y="409575"/>
                  <a:pt x="571500" y="409575"/>
                </a:cubicBezTo>
                <a:close/>
                <a:moveTo>
                  <a:pt x="38100" y="428625"/>
                </a:moveTo>
                <a:cubicBezTo>
                  <a:pt x="32843" y="428625"/>
                  <a:pt x="28575" y="424357"/>
                  <a:pt x="28575" y="419100"/>
                </a:cubicBezTo>
                <a:cubicBezTo>
                  <a:pt x="28575" y="413843"/>
                  <a:pt x="32843" y="409575"/>
                  <a:pt x="38100" y="409575"/>
                </a:cubicBezTo>
                <a:cubicBezTo>
                  <a:pt x="43357" y="409575"/>
                  <a:pt x="47625" y="413843"/>
                  <a:pt x="47625" y="419100"/>
                </a:cubicBezTo>
                <a:cubicBezTo>
                  <a:pt x="47625" y="424357"/>
                  <a:pt x="43357" y="428625"/>
                  <a:pt x="38100" y="428625"/>
                </a:cubicBezTo>
                <a:close/>
                <a:moveTo>
                  <a:pt x="76200" y="504825"/>
                </a:moveTo>
                <a:cubicBezTo>
                  <a:pt x="70943" y="504825"/>
                  <a:pt x="66675" y="500557"/>
                  <a:pt x="66675" y="495300"/>
                </a:cubicBezTo>
                <a:cubicBezTo>
                  <a:pt x="66675" y="490043"/>
                  <a:pt x="70943" y="485775"/>
                  <a:pt x="76200" y="485775"/>
                </a:cubicBezTo>
                <a:cubicBezTo>
                  <a:pt x="81457" y="485775"/>
                  <a:pt x="85725" y="490043"/>
                  <a:pt x="85725" y="495300"/>
                </a:cubicBezTo>
                <a:cubicBezTo>
                  <a:pt x="85725" y="500557"/>
                  <a:pt x="81457" y="504825"/>
                  <a:pt x="76200" y="504825"/>
                </a:cubicBezTo>
                <a:close/>
                <a:moveTo>
                  <a:pt x="38100" y="581025"/>
                </a:moveTo>
                <a:cubicBezTo>
                  <a:pt x="32843" y="581025"/>
                  <a:pt x="28575" y="576757"/>
                  <a:pt x="28575" y="571500"/>
                </a:cubicBezTo>
                <a:cubicBezTo>
                  <a:pt x="28575" y="566243"/>
                  <a:pt x="32843" y="561975"/>
                  <a:pt x="38100" y="561975"/>
                </a:cubicBezTo>
                <a:cubicBezTo>
                  <a:pt x="43357" y="561975"/>
                  <a:pt x="47625" y="566243"/>
                  <a:pt x="47625" y="571500"/>
                </a:cubicBezTo>
                <a:cubicBezTo>
                  <a:pt x="47625" y="576757"/>
                  <a:pt x="43357" y="581025"/>
                  <a:pt x="38100" y="581025"/>
                </a:cubicBezTo>
                <a:close/>
                <a:moveTo>
                  <a:pt x="304800" y="581025"/>
                </a:moveTo>
                <a:cubicBezTo>
                  <a:pt x="299543" y="581025"/>
                  <a:pt x="295275" y="576757"/>
                  <a:pt x="295275" y="571500"/>
                </a:cubicBezTo>
                <a:cubicBezTo>
                  <a:pt x="295275" y="566243"/>
                  <a:pt x="299543" y="561975"/>
                  <a:pt x="304800" y="561975"/>
                </a:cubicBezTo>
                <a:cubicBezTo>
                  <a:pt x="310057" y="561975"/>
                  <a:pt x="314325" y="566243"/>
                  <a:pt x="314325" y="571500"/>
                </a:cubicBezTo>
                <a:cubicBezTo>
                  <a:pt x="314325" y="576757"/>
                  <a:pt x="310057" y="581025"/>
                  <a:pt x="304800" y="581025"/>
                </a:cubicBezTo>
                <a:close/>
                <a:moveTo>
                  <a:pt x="571500" y="581025"/>
                </a:moveTo>
                <a:cubicBezTo>
                  <a:pt x="566243" y="581025"/>
                  <a:pt x="561975" y="576757"/>
                  <a:pt x="561975" y="571500"/>
                </a:cubicBezTo>
                <a:cubicBezTo>
                  <a:pt x="561975" y="566243"/>
                  <a:pt x="566243" y="561975"/>
                  <a:pt x="571500" y="561975"/>
                </a:cubicBezTo>
                <a:cubicBezTo>
                  <a:pt x="576757" y="561975"/>
                  <a:pt x="581025" y="566243"/>
                  <a:pt x="581025" y="571500"/>
                </a:cubicBezTo>
                <a:cubicBezTo>
                  <a:pt x="581025" y="576757"/>
                  <a:pt x="576757" y="581025"/>
                  <a:pt x="571500" y="58102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微信图片_20260305144957_3_21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81260" y="0"/>
            <a:ext cx="2068195" cy="764540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54" r="454"/>
          <a:stretch>
            <a:fillRect/>
          </a:stretch>
        </p:blipFill>
        <p:spPr>
          <a:xfrm>
            <a:off x="1087602" y="4924570"/>
            <a:ext cx="4593376" cy="1933428"/>
          </a:xfrm>
          <a:custGeom>
            <a:avLst/>
            <a:gdLst/>
            <a:ahLst/>
            <a:cxnLst/>
            <a:rect l="l" t="t" r="r" b="b"/>
            <a:pathLst>
              <a:path w="4593376" h="1933428">
                <a:moveTo>
                  <a:pt x="2296687" y="0"/>
                </a:moveTo>
                <a:cubicBezTo>
                  <a:pt x="2521124" y="0"/>
                  <a:pt x="2745572" y="85620"/>
                  <a:pt x="2916812" y="256861"/>
                </a:cubicBezTo>
                <a:lnTo>
                  <a:pt x="4593374" y="1933432"/>
                </a:lnTo>
                <a:lnTo>
                  <a:pt x="0" y="1933432"/>
                </a:lnTo>
                <a:lnTo>
                  <a:pt x="1676562" y="256861"/>
                </a:lnTo>
                <a:cubicBezTo>
                  <a:pt x="1847802" y="85620"/>
                  <a:pt x="2072250" y="0"/>
                  <a:pt x="2296687" y="0"/>
                </a:cubicBezTo>
                <a:close/>
              </a:path>
            </a:pathLst>
          </a:custGeom>
        </p:spPr>
      </p:pic>
      <p:pic>
        <p:nvPicPr>
          <p:cNvPr id="3" name="图片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36005" r="36005"/>
          <a:stretch>
            <a:fillRect/>
          </a:stretch>
        </p:blipFill>
        <p:spPr>
          <a:xfrm>
            <a:off x="0" y="1144738"/>
            <a:ext cx="2751208" cy="5713260"/>
          </a:xfrm>
          <a:custGeom>
            <a:avLst/>
            <a:gdLst/>
            <a:ahLst/>
            <a:cxnLst/>
            <a:rect l="l" t="t" r="r" b="b"/>
            <a:pathLst>
              <a:path w="2751208" h="5713260">
                <a:moveTo>
                  <a:pt x="0" y="0"/>
                </a:moveTo>
                <a:lnTo>
                  <a:pt x="13926" y="12592"/>
                </a:lnTo>
                <a:lnTo>
                  <a:pt x="2494340" y="2493007"/>
                </a:lnTo>
                <a:cubicBezTo>
                  <a:pt x="2836831" y="2835488"/>
                  <a:pt x="2836831" y="3390767"/>
                  <a:pt x="2494340" y="3733247"/>
                </a:cubicBezTo>
                <a:lnTo>
                  <a:pt x="514340" y="5713257"/>
                </a:lnTo>
                <a:lnTo>
                  <a:pt x="0" y="5713257"/>
                </a:lnTo>
                <a:close/>
              </a:path>
            </a:pathLst>
          </a:custGeom>
        </p:spPr>
      </p:pic>
      <p:pic>
        <p:nvPicPr>
          <p:cNvPr id="4" name="图片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7081" b="7081"/>
          <a:stretch>
            <a:fillRect/>
          </a:stretch>
        </p:blipFill>
        <p:spPr>
          <a:xfrm>
            <a:off x="26886" y="2"/>
            <a:ext cx="6714806" cy="3804547"/>
          </a:xfrm>
          <a:custGeom>
            <a:avLst/>
            <a:gdLst/>
            <a:ahLst/>
            <a:cxnLst/>
            <a:rect l="l" t="t" r="r" b="b"/>
            <a:pathLst>
              <a:path w="6714806" h="3804547">
                <a:moveTo>
                  <a:pt x="125854" y="0"/>
                </a:moveTo>
                <a:lnTo>
                  <a:pt x="6588948" y="0"/>
                </a:lnTo>
                <a:lnTo>
                  <a:pt x="6650594" y="117138"/>
                </a:lnTo>
                <a:cubicBezTo>
                  <a:pt x="6779019" y="433845"/>
                  <a:pt x="6714810" y="810406"/>
                  <a:pt x="6457940" y="1067267"/>
                </a:cubicBezTo>
                <a:lnTo>
                  <a:pt x="3977526" y="3547682"/>
                </a:lnTo>
                <a:cubicBezTo>
                  <a:pt x="3635045" y="3890172"/>
                  <a:pt x="3079766" y="3890172"/>
                  <a:pt x="2737285" y="3547682"/>
                </a:cubicBezTo>
                <a:lnTo>
                  <a:pt x="256861" y="1067267"/>
                </a:lnTo>
                <a:cubicBezTo>
                  <a:pt x="0" y="810406"/>
                  <a:pt x="-64218" y="433845"/>
                  <a:pt x="64218" y="117129"/>
                </a:cubicBezTo>
                <a:close/>
              </a:path>
            </a:pathLst>
          </a:custGeom>
        </p:spPr>
      </p:pic>
      <p:sp>
        <p:nvSpPr>
          <p:cNvPr id="5" name="Freeform 1"/>
          <p:cNvSpPr/>
          <p:nvPr>
            <p:custDataLst>
              <p:tags r:id="rId7"/>
            </p:custDataLst>
          </p:nvPr>
        </p:nvSpPr>
        <p:spPr>
          <a:xfrm flipH="1">
            <a:off x="4228343" y="2"/>
            <a:ext cx="7963656" cy="6857999"/>
          </a:xfrm>
          <a:custGeom>
            <a:avLst/>
            <a:gdLst/>
            <a:ahLst/>
            <a:cxnLst/>
            <a:rect l="l" t="t" r="r" b="b"/>
            <a:pathLst>
              <a:path w="7963656" h="6857999">
                <a:moveTo>
                  <a:pt x="0" y="0"/>
                </a:moveTo>
                <a:lnTo>
                  <a:pt x="4345382" y="0"/>
                </a:lnTo>
                <a:lnTo>
                  <a:pt x="7511396" y="3166024"/>
                </a:lnTo>
                <a:cubicBezTo>
                  <a:pt x="8114404" y="3769033"/>
                  <a:pt x="8114404" y="4746698"/>
                  <a:pt x="7511396" y="5349706"/>
                </a:cubicBezTo>
                <a:lnTo>
                  <a:pt x="6003112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50000">
                <a:schemeClr val="bg1">
                  <a:alpha val="0"/>
                </a:schemeClr>
              </a:gs>
              <a:gs pos="100000">
                <a:schemeClr val="accent1">
                  <a:alpha val="1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"/>
          <p:cNvSpPr txBox="1"/>
          <p:nvPr>
            <p:custDataLst>
              <p:tags r:id="rId8"/>
            </p:custDataLst>
          </p:nvPr>
        </p:nvSpPr>
        <p:spPr>
          <a:xfrm>
            <a:off x="6395085" y="238125"/>
            <a:ext cx="5012690" cy="939800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 fontScale="90000"/>
          </a:bodyPr>
          <a:lstStyle/>
          <a:p>
            <a:pPr algn="r">
              <a:lnSpc>
                <a:spcPct val="110000"/>
              </a:lnSpc>
            </a:pPr>
            <a:r>
              <a:rPr lang="en-US" altLang="zh-CN" sz="3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   </a:t>
            </a:r>
            <a:r>
              <a:rPr lang="en-US" altLang="zh-CN" sz="48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  </a:t>
            </a:r>
            <a:r>
              <a:rPr lang="zh-CN" altLang="en-US" sz="48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结语</a:t>
            </a:r>
            <a:endParaRPr lang="zh-CN" altLang="en-US" sz="48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7" name="内容"/>
          <p:cNvSpPr txBox="1"/>
          <p:nvPr>
            <p:custDataLst>
              <p:tags r:id="rId9"/>
            </p:custDataLst>
          </p:nvPr>
        </p:nvSpPr>
        <p:spPr>
          <a:xfrm>
            <a:off x="6388100" y="1680210"/>
            <a:ext cx="5450205" cy="3103880"/>
          </a:xfrm>
          <a:prstGeom prst="rect">
            <a:avLst/>
          </a:prstGeom>
        </p:spPr>
        <p:txBody>
          <a:bodyPr spcFirstLastPara="1" wrap="square" lIns="34284" tIns="22850" rIns="34284" bIns="17137" rtlCol="0" anchor="t">
            <a:noAutofit/>
          </a:bodyPr>
          <a:lstStyle/>
          <a:p>
            <a:pPr indent="0" algn="just" fontAlgn="auto">
              <a:lnSpc>
                <a:spcPct val="160000"/>
              </a:lnSpc>
            </a:pPr>
            <a:r>
              <a:rPr lang="zh-CN" altLang="en-US" sz="28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以健康为入口</a:t>
            </a:r>
            <a:endParaRPr lang="zh-CN" altLang="en-US" sz="28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 fontAlgn="auto">
              <a:lnSpc>
                <a:spcPct val="160000"/>
              </a:lnSpc>
            </a:pPr>
            <a:r>
              <a:rPr lang="zh-CN" altLang="en-US" sz="28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以消费为引擎</a:t>
            </a:r>
            <a:endParaRPr lang="zh-CN" altLang="en-US" sz="28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 fontAlgn="auto">
              <a:lnSpc>
                <a:spcPct val="160000"/>
              </a:lnSpc>
            </a:pPr>
            <a:r>
              <a:rPr lang="zh-CN" altLang="en-US" sz="2800" b="0" i="0" u="none" strike="noStrike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以数据为底座</a:t>
            </a:r>
            <a:endParaRPr lang="zh-CN" altLang="en-US" sz="2800" b="0" i="0" u="none" strike="noStrike">
              <a:solidFill>
                <a:schemeClr val="bg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 fontAlgn="auto">
              <a:lnSpc>
                <a:spcPct val="160000"/>
              </a:lnSpc>
            </a:pPr>
            <a:r>
              <a:rPr lang="zh-CN" altLang="en-US" sz="2800" b="0" i="0" u="none" strike="noStrike">
                <a:solidFill>
                  <a:schemeClr val="accent2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共建湖北本地经济内循环新范式</a:t>
            </a:r>
            <a:endParaRPr lang="zh-CN" altLang="en-US" sz="2800" b="0" i="0" u="none" strike="noStrike">
              <a:solidFill>
                <a:schemeClr val="accent2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10000"/>
              </a:lnSpc>
            </a:pPr>
            <a:endParaRPr lang="zh-CN" altLang="en-US" sz="2800" b="0" i="0" u="none" strike="noStrike">
              <a:solidFill>
                <a:schemeClr val="accent2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21"/>
          <p:cNvSpPr/>
          <p:nvPr>
            <p:custDataLst>
              <p:tags r:id="rId10"/>
            </p:custDataLst>
          </p:nvPr>
        </p:nvSpPr>
        <p:spPr>
          <a:xfrm>
            <a:off x="11661968" y="373380"/>
            <a:ext cx="182880" cy="381000"/>
          </a:xfrm>
          <a:custGeom>
            <a:avLst/>
            <a:gdLst/>
            <a:ahLst/>
            <a:cxnLst/>
            <a:rect l="l" t="t" r="r" b="b"/>
            <a:pathLst>
              <a:path w="182880" h="381000">
                <a:moveTo>
                  <a:pt x="0" y="30480"/>
                </a:moveTo>
                <a:cubicBezTo>
                  <a:pt x="0" y="13658"/>
                  <a:pt x="13658" y="0"/>
                  <a:pt x="30480" y="0"/>
                </a:cubicBezTo>
                <a:lnTo>
                  <a:pt x="152400" y="0"/>
                </a:lnTo>
                <a:cubicBezTo>
                  <a:pt x="169222" y="0"/>
                  <a:pt x="182880" y="13658"/>
                  <a:pt x="182880" y="30480"/>
                </a:cubicBezTo>
                <a:lnTo>
                  <a:pt x="182880" y="350520"/>
                </a:lnTo>
                <a:cubicBezTo>
                  <a:pt x="182880" y="367342"/>
                  <a:pt x="169222" y="381000"/>
                  <a:pt x="152400" y="381000"/>
                </a:cubicBezTo>
                <a:lnTo>
                  <a:pt x="30480" y="381000"/>
                </a:lnTo>
                <a:cubicBezTo>
                  <a:pt x="13658" y="381000"/>
                  <a:pt x="0" y="367342"/>
                  <a:pt x="0" y="35052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微信图片_20260305144957_3_2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5190" y="5964555"/>
            <a:ext cx="2416810" cy="8934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388100" y="6205220"/>
            <a:ext cx="35540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10000"/>
              </a:lnSpc>
            </a:pPr>
            <a:r>
              <a:rPr lang="zh-CN" altLang="en-US" sz="2000">
                <a:solidFill>
                  <a:schemeClr val="bg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湖北厚爱健康管理有限公司</a:t>
            </a:r>
            <a:endParaRPr lang="zh-CN" altLang="en-US" sz="2000"/>
          </a:p>
        </p:txBody>
      </p:sp>
    </p:spTree>
    <p:custDataLst>
      <p:tags r:id="rId1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7533530" cy="6858000"/>
          </a:xfrm>
          <a:custGeom>
            <a:avLst/>
            <a:gdLst/>
            <a:ahLst/>
            <a:cxnLst/>
            <a:rect l="l" t="t" r="r" b="b"/>
            <a:pathLst>
              <a:path w="7533530" h="6858000">
                <a:moveTo>
                  <a:pt x="7533341" y="-200"/>
                </a:moveTo>
                <a:lnTo>
                  <a:pt x="7533341" y="6857800"/>
                </a:lnTo>
                <a:lnTo>
                  <a:pt x="-190" y="6857800"/>
                </a:lnTo>
                <a:cubicBezTo>
                  <a:pt x="428892" y="4926597"/>
                  <a:pt x="4182942" y="3833070"/>
                  <a:pt x="4241196" y="2960360"/>
                </a:cubicBezTo>
                <a:cubicBezTo>
                  <a:pt x="4271515" y="2506066"/>
                  <a:pt x="3201734" y="3004690"/>
                  <a:pt x="2867940" y="2459631"/>
                </a:cubicBezTo>
                <a:cubicBezTo>
                  <a:pt x="2390480" y="1679743"/>
                  <a:pt x="3630644" y="590064"/>
                  <a:pt x="4703236" y="-200"/>
                </a:cubicBezTo>
                <a:close/>
              </a:path>
            </a:pathLst>
          </a:custGeom>
          <a:solidFill>
            <a:schemeClr val="accent1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10"/>
          <p:cNvSpPr/>
          <p:nvPr>
            <p:custDataLst>
              <p:tags r:id="rId2"/>
            </p:custDataLst>
          </p:nvPr>
        </p:nvSpPr>
        <p:spPr>
          <a:xfrm flipH="1">
            <a:off x="558276" y="2170856"/>
            <a:ext cx="5538243" cy="4186425"/>
          </a:xfrm>
          <a:custGeom>
            <a:avLst/>
            <a:gdLst/>
            <a:ahLst/>
            <a:cxnLst/>
            <a:rect l="l" t="t" r="r" b="b"/>
            <a:pathLst>
              <a:path w="5538243" h="4186425">
                <a:moveTo>
                  <a:pt x="0" y="0"/>
                </a:moveTo>
                <a:lnTo>
                  <a:pt x="5538244" y="0"/>
                </a:lnTo>
                <a:lnTo>
                  <a:pt x="5538244" y="4186428"/>
                </a:lnTo>
                <a:lnTo>
                  <a:pt x="0" y="4186428"/>
                </a:lnTo>
                <a:close/>
              </a:path>
            </a:pathLst>
          </a:custGeom>
          <a:solidFill>
            <a:schemeClr val="accent4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11"/>
          <p:cNvSpPr/>
          <p:nvPr>
            <p:custDataLst>
              <p:tags r:id="rId3"/>
            </p:custDataLst>
          </p:nvPr>
        </p:nvSpPr>
        <p:spPr>
          <a:xfrm flipH="1">
            <a:off x="558276" y="5350391"/>
            <a:ext cx="5538243" cy="1006890"/>
          </a:xfrm>
          <a:custGeom>
            <a:avLst/>
            <a:gdLst/>
            <a:ahLst/>
            <a:cxnLst/>
            <a:rect l="l" t="t" r="r" b="b"/>
            <a:pathLst>
              <a:path w="5538243" h="1006890">
                <a:moveTo>
                  <a:pt x="0" y="0"/>
                </a:moveTo>
                <a:lnTo>
                  <a:pt x="5538244" y="0"/>
                </a:lnTo>
                <a:lnTo>
                  <a:pt x="5538244" y="1006888"/>
                </a:lnTo>
                <a:lnTo>
                  <a:pt x="0" y="100688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2"/>
          <p:cNvSpPr/>
          <p:nvPr>
            <p:custDataLst>
              <p:tags r:id="rId4"/>
            </p:custDataLst>
          </p:nvPr>
        </p:nvSpPr>
        <p:spPr>
          <a:xfrm flipH="1">
            <a:off x="3051594" y="4444589"/>
            <a:ext cx="276850" cy="682695"/>
          </a:xfrm>
          <a:custGeom>
            <a:avLst/>
            <a:gdLst/>
            <a:ahLst/>
            <a:cxnLst/>
            <a:rect l="l" t="t" r="r" b="b"/>
            <a:pathLst>
              <a:path w="276850" h="682695">
                <a:moveTo>
                  <a:pt x="266871" y="492023"/>
                </a:moveTo>
                <a:cubicBezTo>
                  <a:pt x="264709" y="472926"/>
                  <a:pt x="262109" y="453390"/>
                  <a:pt x="253270" y="436369"/>
                </a:cubicBezTo>
                <a:cubicBezTo>
                  <a:pt x="242487" y="415671"/>
                  <a:pt x="223561" y="400726"/>
                  <a:pt x="207016" y="384400"/>
                </a:cubicBezTo>
                <a:cubicBezTo>
                  <a:pt x="176003" y="353435"/>
                  <a:pt x="152400" y="315878"/>
                  <a:pt x="138027" y="274472"/>
                </a:cubicBezTo>
                <a:cubicBezTo>
                  <a:pt x="126978" y="242602"/>
                  <a:pt x="121482" y="208645"/>
                  <a:pt x="106280" y="178546"/>
                </a:cubicBezTo>
                <a:cubicBezTo>
                  <a:pt x="96964" y="160134"/>
                  <a:pt x="84315" y="143894"/>
                  <a:pt x="73752" y="126006"/>
                </a:cubicBezTo>
                <a:cubicBezTo>
                  <a:pt x="48806" y="84211"/>
                  <a:pt x="35242" y="34795"/>
                  <a:pt x="1419" y="-200"/>
                </a:cubicBezTo>
                <a:cubicBezTo>
                  <a:pt x="-4905" y="42891"/>
                  <a:pt x="7572" y="86592"/>
                  <a:pt x="35719" y="119815"/>
                </a:cubicBezTo>
                <a:cubicBezTo>
                  <a:pt x="44034" y="129511"/>
                  <a:pt x="53692" y="138265"/>
                  <a:pt x="60065" y="149390"/>
                </a:cubicBezTo>
                <a:cubicBezTo>
                  <a:pt x="71580" y="169535"/>
                  <a:pt x="70504" y="194177"/>
                  <a:pt x="71885" y="217351"/>
                </a:cubicBezTo>
                <a:cubicBezTo>
                  <a:pt x="74438" y="261137"/>
                  <a:pt x="86658" y="303800"/>
                  <a:pt x="107575" y="342300"/>
                </a:cubicBezTo>
                <a:cubicBezTo>
                  <a:pt x="129750" y="383057"/>
                  <a:pt x="161801" y="419310"/>
                  <a:pt x="173669" y="464134"/>
                </a:cubicBezTo>
                <a:cubicBezTo>
                  <a:pt x="182547" y="497738"/>
                  <a:pt x="179908" y="535467"/>
                  <a:pt x="198872" y="564575"/>
                </a:cubicBezTo>
                <a:cubicBezTo>
                  <a:pt x="201216" y="567557"/>
                  <a:pt x="202902" y="570986"/>
                  <a:pt x="203768" y="574662"/>
                </a:cubicBezTo>
                <a:cubicBezTo>
                  <a:pt x="203940" y="576739"/>
                  <a:pt x="203854" y="578863"/>
                  <a:pt x="203425" y="580939"/>
                </a:cubicBezTo>
                <a:lnTo>
                  <a:pt x="202120" y="589083"/>
                </a:lnTo>
                <a:cubicBezTo>
                  <a:pt x="197787" y="616591"/>
                  <a:pt x="193462" y="651586"/>
                  <a:pt x="217018" y="672151"/>
                </a:cubicBezTo>
                <a:cubicBezTo>
                  <a:pt x="233391" y="686448"/>
                  <a:pt x="254489" y="686752"/>
                  <a:pt x="266262" y="667826"/>
                </a:cubicBezTo>
                <a:cubicBezTo>
                  <a:pt x="278044" y="648900"/>
                  <a:pt x="277054" y="620792"/>
                  <a:pt x="276187" y="599304"/>
                </a:cubicBezTo>
                <a:cubicBezTo>
                  <a:pt x="274711" y="563442"/>
                  <a:pt x="270901" y="527580"/>
                  <a:pt x="266871" y="49202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3"/>
          <p:cNvSpPr/>
          <p:nvPr>
            <p:custDataLst>
              <p:tags r:id="rId5"/>
            </p:custDataLst>
          </p:nvPr>
        </p:nvSpPr>
        <p:spPr>
          <a:xfrm flipH="1">
            <a:off x="3001207" y="4313320"/>
            <a:ext cx="149425" cy="804990"/>
          </a:xfrm>
          <a:custGeom>
            <a:avLst/>
            <a:gdLst/>
            <a:ahLst/>
            <a:cxnLst/>
            <a:rect l="l" t="t" r="r" b="b"/>
            <a:pathLst>
              <a:path w="149425" h="804990">
                <a:moveTo>
                  <a:pt x="131636" y="601161"/>
                </a:moveTo>
                <a:cubicBezTo>
                  <a:pt x="122453" y="569328"/>
                  <a:pt x="108156" y="539010"/>
                  <a:pt x="101013" y="506616"/>
                </a:cubicBezTo>
                <a:cubicBezTo>
                  <a:pt x="94040" y="475212"/>
                  <a:pt x="93993" y="442770"/>
                  <a:pt x="93993" y="410642"/>
                </a:cubicBezTo>
                <a:cubicBezTo>
                  <a:pt x="93993" y="375380"/>
                  <a:pt x="93993" y="340128"/>
                  <a:pt x="93993" y="304914"/>
                </a:cubicBezTo>
                <a:cubicBezTo>
                  <a:pt x="94602" y="282997"/>
                  <a:pt x="93345" y="261042"/>
                  <a:pt x="90316" y="239297"/>
                </a:cubicBezTo>
                <a:cubicBezTo>
                  <a:pt x="82525" y="192786"/>
                  <a:pt x="58312" y="149733"/>
                  <a:pt x="54235" y="102737"/>
                </a:cubicBezTo>
                <a:cubicBezTo>
                  <a:pt x="52464" y="82382"/>
                  <a:pt x="54493" y="61855"/>
                  <a:pt x="52292" y="41539"/>
                </a:cubicBezTo>
                <a:cubicBezTo>
                  <a:pt x="51159" y="29804"/>
                  <a:pt x="47911" y="18412"/>
                  <a:pt x="42672" y="7849"/>
                </a:cubicBezTo>
                <a:cubicBezTo>
                  <a:pt x="38814" y="486"/>
                  <a:pt x="29728" y="-2334"/>
                  <a:pt x="22365" y="1524"/>
                </a:cubicBezTo>
                <a:cubicBezTo>
                  <a:pt x="19412" y="3086"/>
                  <a:pt x="17078" y="5591"/>
                  <a:pt x="15688" y="8630"/>
                </a:cubicBezTo>
                <a:cubicBezTo>
                  <a:pt x="3953" y="34090"/>
                  <a:pt x="-3496" y="61598"/>
                  <a:pt x="1267" y="88878"/>
                </a:cubicBezTo>
                <a:cubicBezTo>
                  <a:pt x="4086" y="105213"/>
                  <a:pt x="11182" y="120501"/>
                  <a:pt x="16469" y="136217"/>
                </a:cubicBezTo>
                <a:cubicBezTo>
                  <a:pt x="40034" y="206292"/>
                  <a:pt x="27556" y="283912"/>
                  <a:pt x="45796" y="355549"/>
                </a:cubicBezTo>
                <a:cubicBezTo>
                  <a:pt x="51292" y="377200"/>
                  <a:pt x="59607" y="398421"/>
                  <a:pt x="60560" y="420729"/>
                </a:cubicBezTo>
                <a:cubicBezTo>
                  <a:pt x="62903" y="474088"/>
                  <a:pt x="23012" y="522856"/>
                  <a:pt x="26651" y="576167"/>
                </a:cubicBezTo>
                <a:cubicBezTo>
                  <a:pt x="29680" y="619878"/>
                  <a:pt x="61084" y="656034"/>
                  <a:pt x="74295" y="697792"/>
                </a:cubicBezTo>
                <a:cubicBezTo>
                  <a:pt x="81696" y="721176"/>
                  <a:pt x="83258" y="746122"/>
                  <a:pt x="91183" y="769334"/>
                </a:cubicBezTo>
                <a:cubicBezTo>
                  <a:pt x="97336" y="787356"/>
                  <a:pt x="111623" y="809273"/>
                  <a:pt x="133845" y="803986"/>
                </a:cubicBezTo>
                <a:cubicBezTo>
                  <a:pt x="154934" y="798786"/>
                  <a:pt x="148523" y="781555"/>
                  <a:pt x="147618" y="765010"/>
                </a:cubicBezTo>
                <a:cubicBezTo>
                  <a:pt x="144323" y="709393"/>
                  <a:pt x="147314" y="655472"/>
                  <a:pt x="131636" y="60116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14"/>
          <p:cNvSpPr/>
          <p:nvPr>
            <p:custDataLst>
              <p:tags r:id="rId6"/>
            </p:custDataLst>
          </p:nvPr>
        </p:nvSpPr>
        <p:spPr>
          <a:xfrm flipH="1">
            <a:off x="2911357" y="4345034"/>
            <a:ext cx="148634" cy="781698"/>
          </a:xfrm>
          <a:custGeom>
            <a:avLst/>
            <a:gdLst/>
            <a:ahLst/>
            <a:cxnLst/>
            <a:rect l="l" t="t" r="r" b="b"/>
            <a:pathLst>
              <a:path w="148634" h="781698">
                <a:moveTo>
                  <a:pt x="89240" y="598637"/>
                </a:moveTo>
                <a:cubicBezTo>
                  <a:pt x="88335" y="582092"/>
                  <a:pt x="99546" y="573738"/>
                  <a:pt x="101841" y="557317"/>
                </a:cubicBezTo>
                <a:cubicBezTo>
                  <a:pt x="103842" y="543458"/>
                  <a:pt x="106175" y="521541"/>
                  <a:pt x="109985" y="508121"/>
                </a:cubicBezTo>
                <a:cubicBezTo>
                  <a:pt x="117348" y="482956"/>
                  <a:pt x="108471" y="457105"/>
                  <a:pt x="110252" y="430940"/>
                </a:cubicBezTo>
                <a:cubicBezTo>
                  <a:pt x="113538" y="383381"/>
                  <a:pt x="116786" y="335832"/>
                  <a:pt x="120034" y="288274"/>
                </a:cubicBezTo>
                <a:cubicBezTo>
                  <a:pt x="125063" y="214341"/>
                  <a:pt x="130169" y="140198"/>
                  <a:pt x="143989" y="67389"/>
                </a:cubicBezTo>
                <a:cubicBezTo>
                  <a:pt x="147838" y="47158"/>
                  <a:pt x="152133" y="25251"/>
                  <a:pt x="143037" y="6753"/>
                </a:cubicBezTo>
                <a:cubicBezTo>
                  <a:pt x="141132" y="2896"/>
                  <a:pt x="137360" y="-1257"/>
                  <a:pt x="133245" y="38"/>
                </a:cubicBezTo>
                <a:cubicBezTo>
                  <a:pt x="130302" y="953"/>
                  <a:pt x="128911" y="4372"/>
                  <a:pt x="127787" y="7096"/>
                </a:cubicBezTo>
                <a:cubicBezTo>
                  <a:pt x="97469" y="89392"/>
                  <a:pt x="86125" y="177613"/>
                  <a:pt x="52388" y="258299"/>
                </a:cubicBezTo>
                <a:cubicBezTo>
                  <a:pt x="44282" y="277663"/>
                  <a:pt x="35062" y="296675"/>
                  <a:pt x="30728" y="317202"/>
                </a:cubicBezTo>
                <a:cubicBezTo>
                  <a:pt x="25660" y="341890"/>
                  <a:pt x="28432" y="367360"/>
                  <a:pt x="29080" y="392525"/>
                </a:cubicBezTo>
                <a:cubicBezTo>
                  <a:pt x="30385" y="428692"/>
                  <a:pt x="26137" y="464810"/>
                  <a:pt x="16526" y="499672"/>
                </a:cubicBezTo>
                <a:cubicBezTo>
                  <a:pt x="11325" y="517865"/>
                  <a:pt x="4305" y="535581"/>
                  <a:pt x="1448" y="554250"/>
                </a:cubicBezTo>
                <a:cubicBezTo>
                  <a:pt x="-2105" y="577548"/>
                  <a:pt x="886" y="601285"/>
                  <a:pt x="3143" y="624716"/>
                </a:cubicBezTo>
                <a:cubicBezTo>
                  <a:pt x="7429" y="669798"/>
                  <a:pt x="8858" y="715146"/>
                  <a:pt x="7468" y="760409"/>
                </a:cubicBezTo>
                <a:cubicBezTo>
                  <a:pt x="6648" y="787003"/>
                  <a:pt x="29127" y="786394"/>
                  <a:pt x="44025" y="769972"/>
                </a:cubicBezTo>
                <a:cubicBezTo>
                  <a:pt x="54416" y="758542"/>
                  <a:pt x="54331" y="745979"/>
                  <a:pt x="57883" y="731730"/>
                </a:cubicBezTo>
                <a:cubicBezTo>
                  <a:pt x="69618" y="685171"/>
                  <a:pt x="92097" y="649310"/>
                  <a:pt x="89240" y="5986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15"/>
          <p:cNvSpPr/>
          <p:nvPr>
            <p:custDataLst>
              <p:tags r:id="rId7"/>
            </p:custDataLst>
          </p:nvPr>
        </p:nvSpPr>
        <p:spPr>
          <a:xfrm flipH="1">
            <a:off x="3099443" y="4863828"/>
            <a:ext cx="146489" cy="264279"/>
          </a:xfrm>
          <a:custGeom>
            <a:avLst/>
            <a:gdLst/>
            <a:ahLst/>
            <a:cxnLst/>
            <a:rect l="l" t="t" r="r" b="b"/>
            <a:pathLst>
              <a:path w="146489" h="264279">
                <a:moveTo>
                  <a:pt x="134769" y="152171"/>
                </a:moveTo>
                <a:cubicBezTo>
                  <a:pt x="114929" y="120253"/>
                  <a:pt x="75343" y="102108"/>
                  <a:pt x="62617" y="66723"/>
                </a:cubicBezTo>
                <a:cubicBezTo>
                  <a:pt x="59407" y="57712"/>
                  <a:pt x="58283" y="48016"/>
                  <a:pt x="53950" y="39310"/>
                </a:cubicBezTo>
                <a:cubicBezTo>
                  <a:pt x="45291" y="19945"/>
                  <a:pt x="25279" y="8992"/>
                  <a:pt x="5658" y="67"/>
                </a:cubicBezTo>
                <a:cubicBezTo>
                  <a:pt x="3410" y="-752"/>
                  <a:pt x="933" y="371"/>
                  <a:pt x="76" y="2581"/>
                </a:cubicBezTo>
                <a:cubicBezTo>
                  <a:pt x="-57" y="3010"/>
                  <a:pt x="-143" y="3400"/>
                  <a:pt x="-190" y="3839"/>
                </a:cubicBezTo>
                <a:lnTo>
                  <a:pt x="-190" y="3839"/>
                </a:lnTo>
                <a:cubicBezTo>
                  <a:pt x="-276" y="8601"/>
                  <a:pt x="2019" y="13106"/>
                  <a:pt x="5915" y="15792"/>
                </a:cubicBezTo>
                <a:cubicBezTo>
                  <a:pt x="21212" y="26098"/>
                  <a:pt x="32423" y="41434"/>
                  <a:pt x="37624" y="59103"/>
                </a:cubicBezTo>
                <a:cubicBezTo>
                  <a:pt x="43682" y="79848"/>
                  <a:pt x="41043" y="102413"/>
                  <a:pt x="48577" y="122853"/>
                </a:cubicBezTo>
                <a:cubicBezTo>
                  <a:pt x="54902" y="139827"/>
                  <a:pt x="67894" y="153734"/>
                  <a:pt x="74000" y="170840"/>
                </a:cubicBezTo>
                <a:cubicBezTo>
                  <a:pt x="79591" y="186433"/>
                  <a:pt x="79029" y="203502"/>
                  <a:pt x="81629" y="219866"/>
                </a:cubicBezTo>
                <a:cubicBezTo>
                  <a:pt x="84230" y="236239"/>
                  <a:pt x="91545" y="253613"/>
                  <a:pt x="106575" y="260537"/>
                </a:cubicBezTo>
                <a:cubicBezTo>
                  <a:pt x="161230" y="285312"/>
                  <a:pt x="147628" y="172622"/>
                  <a:pt x="134769" y="15217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6"/>
          <p:cNvSpPr/>
          <p:nvPr>
            <p:custDataLst>
              <p:tags r:id="rId8"/>
            </p:custDataLst>
          </p:nvPr>
        </p:nvSpPr>
        <p:spPr>
          <a:xfrm flipH="1">
            <a:off x="2806975" y="4792116"/>
            <a:ext cx="176158" cy="369745"/>
          </a:xfrm>
          <a:custGeom>
            <a:avLst/>
            <a:gdLst/>
            <a:ahLst/>
            <a:cxnLst/>
            <a:rect l="l" t="t" r="r" b="b"/>
            <a:pathLst>
              <a:path w="176158" h="369745">
                <a:moveTo>
                  <a:pt x="98403" y="213150"/>
                </a:moveTo>
                <a:cubicBezTo>
                  <a:pt x="97536" y="228610"/>
                  <a:pt x="99917" y="244764"/>
                  <a:pt x="94069" y="258966"/>
                </a:cubicBezTo>
                <a:cubicBezTo>
                  <a:pt x="90211" y="268110"/>
                  <a:pt x="83287" y="275425"/>
                  <a:pt x="77562" y="283531"/>
                </a:cubicBezTo>
                <a:cubicBezTo>
                  <a:pt x="57512" y="311848"/>
                  <a:pt x="50235" y="351996"/>
                  <a:pt x="19488" y="367941"/>
                </a:cubicBezTo>
                <a:cubicBezTo>
                  <a:pt x="17536" y="369151"/>
                  <a:pt x="15202" y="369713"/>
                  <a:pt x="12906" y="369494"/>
                </a:cubicBezTo>
                <a:cubicBezTo>
                  <a:pt x="9830" y="368503"/>
                  <a:pt x="7401" y="366036"/>
                  <a:pt x="6448" y="362912"/>
                </a:cubicBezTo>
                <a:cubicBezTo>
                  <a:pt x="-1133" y="345329"/>
                  <a:pt x="7363" y="325536"/>
                  <a:pt x="12382" y="307086"/>
                </a:cubicBezTo>
                <a:cubicBezTo>
                  <a:pt x="13602" y="303924"/>
                  <a:pt x="13602" y="300418"/>
                  <a:pt x="12382" y="297256"/>
                </a:cubicBezTo>
                <a:cubicBezTo>
                  <a:pt x="10697" y="294008"/>
                  <a:pt x="6839" y="292579"/>
                  <a:pt x="4201" y="290027"/>
                </a:cubicBezTo>
                <a:cubicBezTo>
                  <a:pt x="-1048" y="284912"/>
                  <a:pt x="-562" y="276463"/>
                  <a:pt x="476" y="269186"/>
                </a:cubicBezTo>
                <a:cubicBezTo>
                  <a:pt x="3077" y="251003"/>
                  <a:pt x="6753" y="233029"/>
                  <a:pt x="11478" y="215265"/>
                </a:cubicBezTo>
                <a:cubicBezTo>
                  <a:pt x="13687" y="205092"/>
                  <a:pt x="17583" y="195348"/>
                  <a:pt x="22993" y="186461"/>
                </a:cubicBezTo>
                <a:cubicBezTo>
                  <a:pt x="30013" y="177375"/>
                  <a:pt x="38195" y="169269"/>
                  <a:pt x="47339" y="162382"/>
                </a:cubicBezTo>
                <a:cubicBezTo>
                  <a:pt x="85839" y="129169"/>
                  <a:pt x="114900" y="86335"/>
                  <a:pt x="131493" y="38252"/>
                </a:cubicBezTo>
                <a:cubicBezTo>
                  <a:pt x="135036" y="27908"/>
                  <a:pt x="138198" y="16945"/>
                  <a:pt x="145561" y="8849"/>
                </a:cubicBezTo>
                <a:cubicBezTo>
                  <a:pt x="152924" y="752"/>
                  <a:pt x="166011" y="-3448"/>
                  <a:pt x="174974" y="2829"/>
                </a:cubicBezTo>
                <a:cubicBezTo>
                  <a:pt x="181337" y="7163"/>
                  <a:pt x="155219" y="49254"/>
                  <a:pt x="152190" y="54283"/>
                </a:cubicBezTo>
                <a:cubicBezTo>
                  <a:pt x="143532" y="68666"/>
                  <a:pt x="143532" y="81182"/>
                  <a:pt x="138465" y="97155"/>
                </a:cubicBezTo>
                <a:cubicBezTo>
                  <a:pt x="126244" y="136265"/>
                  <a:pt x="100784" y="171260"/>
                  <a:pt x="98403" y="21315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17"/>
          <p:cNvSpPr/>
          <p:nvPr>
            <p:custDataLst>
              <p:tags r:id="rId9"/>
            </p:custDataLst>
          </p:nvPr>
        </p:nvSpPr>
        <p:spPr>
          <a:xfrm flipH="1">
            <a:off x="2842905" y="4653416"/>
            <a:ext cx="193893" cy="492207"/>
          </a:xfrm>
          <a:custGeom>
            <a:avLst/>
            <a:gdLst/>
            <a:ahLst/>
            <a:cxnLst/>
            <a:rect l="l" t="t" r="r" b="b"/>
            <a:pathLst>
              <a:path w="193893" h="492207">
                <a:moveTo>
                  <a:pt x="121701" y="369684"/>
                </a:moveTo>
                <a:cubicBezTo>
                  <a:pt x="128026" y="355225"/>
                  <a:pt x="132483" y="339976"/>
                  <a:pt x="135045" y="324383"/>
                </a:cubicBezTo>
                <a:cubicBezTo>
                  <a:pt x="137122" y="307057"/>
                  <a:pt x="134350" y="289179"/>
                  <a:pt x="137341" y="271853"/>
                </a:cubicBezTo>
                <a:cubicBezTo>
                  <a:pt x="141151" y="249631"/>
                  <a:pt x="154143" y="230095"/>
                  <a:pt x="160553" y="208445"/>
                </a:cubicBezTo>
                <a:cubicBezTo>
                  <a:pt x="165183" y="192853"/>
                  <a:pt x="166316" y="176432"/>
                  <a:pt x="169212" y="160372"/>
                </a:cubicBezTo>
                <a:cubicBezTo>
                  <a:pt x="177184" y="114462"/>
                  <a:pt x="198796" y="69418"/>
                  <a:pt x="192605" y="23460"/>
                </a:cubicBezTo>
                <a:cubicBezTo>
                  <a:pt x="191262" y="13411"/>
                  <a:pt x="186709" y="1810"/>
                  <a:pt x="176755" y="-10"/>
                </a:cubicBezTo>
                <a:cubicBezTo>
                  <a:pt x="167697" y="-1572"/>
                  <a:pt x="159429" y="6706"/>
                  <a:pt x="157134" y="15535"/>
                </a:cubicBezTo>
                <a:cubicBezTo>
                  <a:pt x="154838" y="24374"/>
                  <a:pt x="156524" y="33766"/>
                  <a:pt x="157134" y="42910"/>
                </a:cubicBezTo>
                <a:cubicBezTo>
                  <a:pt x="158867" y="68675"/>
                  <a:pt x="151762" y="94278"/>
                  <a:pt x="136903" y="115414"/>
                </a:cubicBezTo>
                <a:cubicBezTo>
                  <a:pt x="122701" y="135465"/>
                  <a:pt x="102260" y="150533"/>
                  <a:pt x="89259" y="171717"/>
                </a:cubicBezTo>
                <a:cubicBezTo>
                  <a:pt x="73628" y="197482"/>
                  <a:pt x="71504" y="228933"/>
                  <a:pt x="63494" y="257994"/>
                </a:cubicBezTo>
                <a:cubicBezTo>
                  <a:pt x="47644" y="315763"/>
                  <a:pt x="7791" y="366265"/>
                  <a:pt x="514" y="425729"/>
                </a:cubicBezTo>
                <a:cubicBezTo>
                  <a:pt x="-2381" y="449428"/>
                  <a:pt x="3200" y="478184"/>
                  <a:pt x="25032" y="487670"/>
                </a:cubicBezTo>
                <a:cubicBezTo>
                  <a:pt x="88306" y="514864"/>
                  <a:pt x="107366" y="406718"/>
                  <a:pt x="121701" y="36968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8"/>
          <p:cNvSpPr/>
          <p:nvPr>
            <p:custDataLst>
              <p:tags r:id="rId10"/>
            </p:custDataLst>
          </p:nvPr>
        </p:nvSpPr>
        <p:spPr>
          <a:xfrm flipH="1">
            <a:off x="2874861" y="5096676"/>
            <a:ext cx="310954" cy="253974"/>
          </a:xfrm>
          <a:custGeom>
            <a:avLst/>
            <a:gdLst/>
            <a:ahLst/>
            <a:cxnLst/>
            <a:rect l="l" t="t" r="r" b="b"/>
            <a:pathLst>
              <a:path w="310954" h="253974">
                <a:moveTo>
                  <a:pt x="160191" y="-200"/>
                </a:moveTo>
                <a:lnTo>
                  <a:pt x="15059" y="-200"/>
                </a:lnTo>
                <a:cubicBezTo>
                  <a:pt x="6525" y="-114"/>
                  <a:pt x="-276" y="6906"/>
                  <a:pt x="-190" y="15392"/>
                </a:cubicBezTo>
                <a:cubicBezTo>
                  <a:pt x="-143" y="16602"/>
                  <a:pt x="-19" y="17774"/>
                  <a:pt x="286" y="18945"/>
                </a:cubicBezTo>
                <a:lnTo>
                  <a:pt x="53216" y="241945"/>
                </a:lnTo>
                <a:cubicBezTo>
                  <a:pt x="54864" y="248879"/>
                  <a:pt x="61055" y="253775"/>
                  <a:pt x="68151" y="253775"/>
                </a:cubicBezTo>
                <a:lnTo>
                  <a:pt x="242526" y="253775"/>
                </a:lnTo>
                <a:cubicBezTo>
                  <a:pt x="249631" y="253775"/>
                  <a:pt x="255822" y="248879"/>
                  <a:pt x="257470" y="241945"/>
                </a:cubicBezTo>
                <a:lnTo>
                  <a:pt x="310353" y="18945"/>
                </a:lnTo>
                <a:cubicBezTo>
                  <a:pt x="312296" y="10668"/>
                  <a:pt x="307191" y="2353"/>
                  <a:pt x="298914" y="400"/>
                </a:cubicBezTo>
                <a:cubicBezTo>
                  <a:pt x="297742" y="105"/>
                  <a:pt x="296580" y="-29"/>
                  <a:pt x="295408" y="-2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9"/>
          <p:cNvSpPr/>
          <p:nvPr>
            <p:custDataLst>
              <p:tags r:id="rId11"/>
            </p:custDataLst>
          </p:nvPr>
        </p:nvSpPr>
        <p:spPr>
          <a:xfrm flipH="1">
            <a:off x="5303800" y="4132057"/>
            <a:ext cx="180346" cy="1006803"/>
          </a:xfrm>
          <a:custGeom>
            <a:avLst/>
            <a:gdLst/>
            <a:ahLst/>
            <a:cxnLst/>
            <a:rect l="l" t="t" r="r" b="b"/>
            <a:pathLst>
              <a:path w="180346" h="1006803">
                <a:moveTo>
                  <a:pt x="180156" y="1006602"/>
                </a:moveTo>
                <a:lnTo>
                  <a:pt x="172060" y="1006602"/>
                </a:lnTo>
                <a:cubicBezTo>
                  <a:pt x="169116" y="976713"/>
                  <a:pt x="163306" y="947223"/>
                  <a:pt x="154734" y="918467"/>
                </a:cubicBezTo>
                <a:cubicBezTo>
                  <a:pt x="119691" y="800310"/>
                  <a:pt x="135026" y="785022"/>
                  <a:pt x="75905" y="711175"/>
                </a:cubicBezTo>
                <a:cubicBezTo>
                  <a:pt x="16793" y="637337"/>
                  <a:pt x="12459" y="484184"/>
                  <a:pt x="12459" y="484184"/>
                </a:cubicBezTo>
                <a:cubicBezTo>
                  <a:pt x="12459" y="484184"/>
                  <a:pt x="-16002" y="310248"/>
                  <a:pt x="12459" y="233677"/>
                </a:cubicBezTo>
                <a:cubicBezTo>
                  <a:pt x="40910" y="157105"/>
                  <a:pt x="43082" y="80524"/>
                  <a:pt x="112071" y="-200"/>
                </a:cubicBezTo>
                <a:cubicBezTo>
                  <a:pt x="112071" y="-200"/>
                  <a:pt x="125063" y="108071"/>
                  <a:pt x="141656" y="157315"/>
                </a:cubicBezTo>
                <a:cubicBezTo>
                  <a:pt x="158239" y="206569"/>
                  <a:pt x="173660" y="253603"/>
                  <a:pt x="161449" y="371751"/>
                </a:cubicBezTo>
                <a:cubicBezTo>
                  <a:pt x="149228" y="489899"/>
                  <a:pt x="141742" y="499739"/>
                  <a:pt x="138970" y="530352"/>
                </a:cubicBezTo>
                <a:cubicBezTo>
                  <a:pt x="136198" y="560975"/>
                  <a:pt x="140522" y="690086"/>
                  <a:pt x="133988" y="711394"/>
                </a:cubicBezTo>
                <a:cubicBezTo>
                  <a:pt x="127444" y="732701"/>
                  <a:pt x="172279" y="880310"/>
                  <a:pt x="175565" y="943842"/>
                </a:cubicBezTo>
                <a:cubicBezTo>
                  <a:pt x="176822" y="962682"/>
                  <a:pt x="178594" y="984428"/>
                  <a:pt x="180156" y="1006602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20"/>
          <p:cNvSpPr/>
          <p:nvPr>
            <p:custDataLst>
              <p:tags r:id="rId12"/>
            </p:custDataLst>
          </p:nvPr>
        </p:nvSpPr>
        <p:spPr>
          <a:xfrm flipH="1">
            <a:off x="5337064" y="4802542"/>
            <a:ext cx="254321" cy="287290"/>
          </a:xfrm>
          <a:custGeom>
            <a:avLst/>
            <a:gdLst/>
            <a:ahLst/>
            <a:cxnLst/>
            <a:rect l="l" t="t" r="r" b="b"/>
            <a:pathLst>
              <a:path w="254321" h="287290">
                <a:moveTo>
                  <a:pt x="246898" y="287093"/>
                </a:moveTo>
                <a:cubicBezTo>
                  <a:pt x="236287" y="267814"/>
                  <a:pt x="218656" y="253394"/>
                  <a:pt x="197701" y="246764"/>
                </a:cubicBezTo>
                <a:cubicBezTo>
                  <a:pt x="133683" y="226276"/>
                  <a:pt x="92583" y="231391"/>
                  <a:pt x="57026" y="169154"/>
                </a:cubicBezTo>
                <a:cubicBezTo>
                  <a:pt x="21469" y="106918"/>
                  <a:pt x="11630" y="17564"/>
                  <a:pt x="-190" y="238"/>
                </a:cubicBezTo>
                <a:cubicBezTo>
                  <a:pt x="-190" y="238"/>
                  <a:pt x="25498" y="-6991"/>
                  <a:pt x="56807" y="36967"/>
                </a:cubicBezTo>
                <a:cubicBezTo>
                  <a:pt x="88125" y="80924"/>
                  <a:pt x="109690" y="113843"/>
                  <a:pt x="127797" y="139398"/>
                </a:cubicBezTo>
                <a:cubicBezTo>
                  <a:pt x="145894" y="164954"/>
                  <a:pt x="166773" y="154943"/>
                  <a:pt x="187652" y="173612"/>
                </a:cubicBezTo>
                <a:cubicBezTo>
                  <a:pt x="204968" y="189252"/>
                  <a:pt x="223904" y="228009"/>
                  <a:pt x="231610" y="247888"/>
                </a:cubicBezTo>
                <a:cubicBezTo>
                  <a:pt x="234077" y="254346"/>
                  <a:pt x="237411" y="260452"/>
                  <a:pt x="241440" y="266081"/>
                </a:cubicBezTo>
                <a:cubicBezTo>
                  <a:pt x="245126" y="271196"/>
                  <a:pt x="249498" y="277435"/>
                  <a:pt x="252184" y="281892"/>
                </a:cubicBezTo>
                <a:cubicBezTo>
                  <a:pt x="252965" y="283274"/>
                  <a:pt x="253613" y="284702"/>
                  <a:pt x="254127" y="2862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21"/>
          <p:cNvSpPr/>
          <p:nvPr>
            <p:custDataLst>
              <p:tags r:id="rId13"/>
            </p:custDataLst>
          </p:nvPr>
        </p:nvSpPr>
        <p:spPr>
          <a:xfrm flipH="1">
            <a:off x="5066533" y="4019276"/>
            <a:ext cx="207947" cy="1119584"/>
          </a:xfrm>
          <a:custGeom>
            <a:avLst/>
            <a:gdLst/>
            <a:ahLst/>
            <a:cxnLst/>
            <a:rect l="l" t="t" r="r" b="b"/>
            <a:pathLst>
              <a:path w="207947" h="1119584">
                <a:moveTo>
                  <a:pt x="204930" y="652748"/>
                </a:moveTo>
                <a:cubicBezTo>
                  <a:pt x="211474" y="736987"/>
                  <a:pt x="157848" y="730406"/>
                  <a:pt x="155638" y="784031"/>
                </a:cubicBezTo>
                <a:cubicBezTo>
                  <a:pt x="153429" y="837648"/>
                  <a:pt x="83439" y="928421"/>
                  <a:pt x="50959" y="992962"/>
                </a:cubicBezTo>
                <a:cubicBezTo>
                  <a:pt x="34109" y="1026528"/>
                  <a:pt x="27880" y="1077849"/>
                  <a:pt x="25794" y="1119388"/>
                </a:cubicBezTo>
                <a:lnTo>
                  <a:pt x="-190" y="1119388"/>
                </a:lnTo>
                <a:cubicBezTo>
                  <a:pt x="9858" y="1014270"/>
                  <a:pt x="52521" y="941118"/>
                  <a:pt x="78029" y="882472"/>
                </a:cubicBezTo>
                <a:cubicBezTo>
                  <a:pt x="110861" y="806987"/>
                  <a:pt x="115795" y="772554"/>
                  <a:pt x="87906" y="713556"/>
                </a:cubicBezTo>
                <a:cubicBezTo>
                  <a:pt x="60008" y="654568"/>
                  <a:pt x="100898" y="501901"/>
                  <a:pt x="61312" y="433864"/>
                </a:cubicBezTo>
                <a:cubicBezTo>
                  <a:pt x="21727" y="365817"/>
                  <a:pt x="41910" y="259061"/>
                  <a:pt x="51044" y="218037"/>
                </a:cubicBezTo>
                <a:cubicBezTo>
                  <a:pt x="60188" y="177022"/>
                  <a:pt x="50140" y="149085"/>
                  <a:pt x="41910" y="105870"/>
                </a:cubicBezTo>
                <a:cubicBezTo>
                  <a:pt x="33680" y="62646"/>
                  <a:pt x="51044" y="-200"/>
                  <a:pt x="51044" y="-200"/>
                </a:cubicBezTo>
                <a:cubicBezTo>
                  <a:pt x="52559" y="53369"/>
                  <a:pt x="93364" y="126702"/>
                  <a:pt x="122901" y="173736"/>
                </a:cubicBezTo>
                <a:cubicBezTo>
                  <a:pt x="152438" y="220770"/>
                  <a:pt x="208264" y="348748"/>
                  <a:pt x="201720" y="406698"/>
                </a:cubicBezTo>
                <a:cubicBezTo>
                  <a:pt x="195186" y="464649"/>
                  <a:pt x="198434" y="469068"/>
                  <a:pt x="198434" y="469068"/>
                </a:cubicBezTo>
                <a:cubicBezTo>
                  <a:pt x="218961" y="546640"/>
                  <a:pt x="198177" y="568509"/>
                  <a:pt x="204930" y="65274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22"/>
          <p:cNvSpPr/>
          <p:nvPr>
            <p:custDataLst>
              <p:tags r:id="rId14"/>
            </p:custDataLst>
          </p:nvPr>
        </p:nvSpPr>
        <p:spPr>
          <a:xfrm flipH="1">
            <a:off x="4972623" y="4671321"/>
            <a:ext cx="293281" cy="467540"/>
          </a:xfrm>
          <a:custGeom>
            <a:avLst/>
            <a:gdLst/>
            <a:ahLst/>
            <a:cxnLst/>
            <a:rect l="l" t="t" r="r" b="b"/>
            <a:pathLst>
              <a:path w="293281" h="467540">
                <a:moveTo>
                  <a:pt x="39738" y="398907"/>
                </a:moveTo>
                <a:cubicBezTo>
                  <a:pt x="36366" y="408956"/>
                  <a:pt x="25622" y="434635"/>
                  <a:pt x="15792" y="467335"/>
                </a:cubicBezTo>
                <a:lnTo>
                  <a:pt x="-190" y="467335"/>
                </a:lnTo>
                <a:cubicBezTo>
                  <a:pt x="7087" y="425672"/>
                  <a:pt x="19650" y="377380"/>
                  <a:pt x="40824" y="349663"/>
                </a:cubicBezTo>
                <a:cubicBezTo>
                  <a:pt x="83534" y="293875"/>
                  <a:pt x="168850" y="269796"/>
                  <a:pt x="178727" y="229343"/>
                </a:cubicBezTo>
                <a:cubicBezTo>
                  <a:pt x="188605" y="188890"/>
                  <a:pt x="177641" y="67447"/>
                  <a:pt x="240011" y="-200"/>
                </a:cubicBezTo>
                <a:cubicBezTo>
                  <a:pt x="240011" y="-200"/>
                  <a:pt x="231353" y="75286"/>
                  <a:pt x="240011" y="95517"/>
                </a:cubicBezTo>
                <a:cubicBezTo>
                  <a:pt x="248679" y="115738"/>
                  <a:pt x="323174" y="209817"/>
                  <a:pt x="279425" y="288598"/>
                </a:cubicBezTo>
                <a:cubicBezTo>
                  <a:pt x="235677" y="367379"/>
                  <a:pt x="137150" y="357502"/>
                  <a:pt x="106490" y="375218"/>
                </a:cubicBezTo>
                <a:cubicBezTo>
                  <a:pt x="75819" y="392925"/>
                  <a:pt x="45196" y="382495"/>
                  <a:pt x="39738" y="39890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23"/>
          <p:cNvSpPr/>
          <p:nvPr>
            <p:custDataLst>
              <p:tags r:id="rId15"/>
            </p:custDataLst>
          </p:nvPr>
        </p:nvSpPr>
        <p:spPr>
          <a:xfrm flipH="1">
            <a:off x="5145506" y="4379016"/>
            <a:ext cx="177541" cy="759845"/>
          </a:xfrm>
          <a:custGeom>
            <a:avLst/>
            <a:gdLst/>
            <a:ahLst/>
            <a:cxnLst/>
            <a:rect l="l" t="t" r="r" b="b"/>
            <a:pathLst>
              <a:path w="177541" h="759845">
                <a:moveTo>
                  <a:pt x="136255" y="327965"/>
                </a:moveTo>
                <a:cubicBezTo>
                  <a:pt x="137379" y="408908"/>
                  <a:pt x="73885" y="439531"/>
                  <a:pt x="74971" y="484356"/>
                </a:cubicBezTo>
                <a:cubicBezTo>
                  <a:pt x="76057" y="529190"/>
                  <a:pt x="61979" y="577348"/>
                  <a:pt x="49806" y="613467"/>
                </a:cubicBezTo>
                <a:cubicBezTo>
                  <a:pt x="42186" y="636299"/>
                  <a:pt x="46425" y="700088"/>
                  <a:pt x="47768" y="759647"/>
                </a:cubicBezTo>
                <a:lnTo>
                  <a:pt x="30147" y="759647"/>
                </a:lnTo>
                <a:cubicBezTo>
                  <a:pt x="25813" y="715766"/>
                  <a:pt x="20831" y="652453"/>
                  <a:pt x="22431" y="624383"/>
                </a:cubicBezTo>
                <a:cubicBezTo>
                  <a:pt x="24641" y="586092"/>
                  <a:pt x="7144" y="555479"/>
                  <a:pt x="5105" y="488775"/>
                </a:cubicBezTo>
                <a:cubicBezTo>
                  <a:pt x="3077" y="422081"/>
                  <a:pt x="-11306" y="361874"/>
                  <a:pt x="18107" y="277635"/>
                </a:cubicBezTo>
                <a:cubicBezTo>
                  <a:pt x="47511" y="193396"/>
                  <a:pt x="42186" y="92783"/>
                  <a:pt x="165878" y="-200"/>
                </a:cubicBezTo>
                <a:cubicBezTo>
                  <a:pt x="165878" y="-200"/>
                  <a:pt x="187538" y="98241"/>
                  <a:pt x="171336" y="151819"/>
                </a:cubicBezTo>
                <a:cubicBezTo>
                  <a:pt x="155143" y="205397"/>
                  <a:pt x="135169" y="247193"/>
                  <a:pt x="136255" y="32796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24"/>
          <p:cNvSpPr/>
          <p:nvPr>
            <p:custDataLst>
              <p:tags r:id="rId16"/>
            </p:custDataLst>
          </p:nvPr>
        </p:nvSpPr>
        <p:spPr>
          <a:xfrm flipH="1">
            <a:off x="5095432" y="5060338"/>
            <a:ext cx="362743" cy="296419"/>
          </a:xfrm>
          <a:custGeom>
            <a:avLst/>
            <a:gdLst/>
            <a:ahLst/>
            <a:cxnLst/>
            <a:rect l="l" t="t" r="r" b="b"/>
            <a:pathLst>
              <a:path w="362743" h="296419">
                <a:moveTo>
                  <a:pt x="175231" y="-200"/>
                </a:moveTo>
                <a:lnTo>
                  <a:pt x="344748" y="-200"/>
                </a:lnTo>
                <a:cubicBezTo>
                  <a:pt x="354673" y="-114"/>
                  <a:pt x="362636" y="8030"/>
                  <a:pt x="362550" y="17945"/>
                </a:cubicBezTo>
                <a:cubicBezTo>
                  <a:pt x="362550" y="19288"/>
                  <a:pt x="362379" y="20631"/>
                  <a:pt x="362074" y="21927"/>
                </a:cubicBezTo>
                <a:lnTo>
                  <a:pt x="300314" y="282397"/>
                </a:lnTo>
                <a:cubicBezTo>
                  <a:pt x="298409" y="290417"/>
                  <a:pt x="291265" y="296132"/>
                  <a:pt x="282988" y="296218"/>
                </a:cubicBezTo>
                <a:lnTo>
                  <a:pt x="79429" y="296218"/>
                </a:lnTo>
                <a:cubicBezTo>
                  <a:pt x="71161" y="296170"/>
                  <a:pt x="64008" y="290455"/>
                  <a:pt x="62103" y="282397"/>
                </a:cubicBezTo>
                <a:lnTo>
                  <a:pt x="305" y="21927"/>
                </a:lnTo>
                <a:cubicBezTo>
                  <a:pt x="-1991" y="12268"/>
                  <a:pt x="3981" y="2572"/>
                  <a:pt x="13640" y="276"/>
                </a:cubicBezTo>
                <a:cubicBezTo>
                  <a:pt x="14945" y="-29"/>
                  <a:pt x="16288" y="-200"/>
                  <a:pt x="17621" y="-20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25"/>
          <p:cNvSpPr/>
          <p:nvPr>
            <p:custDataLst>
              <p:tags r:id="rId17"/>
            </p:custDataLst>
          </p:nvPr>
        </p:nvSpPr>
        <p:spPr>
          <a:xfrm flipH="1">
            <a:off x="3387730" y="5105209"/>
            <a:ext cx="1562264" cy="1018280"/>
          </a:xfrm>
          <a:custGeom>
            <a:avLst/>
            <a:gdLst/>
            <a:ahLst/>
            <a:cxnLst/>
            <a:rect l="l" t="t" r="r" b="b"/>
            <a:pathLst>
              <a:path w="1562264" h="1018280">
                <a:moveTo>
                  <a:pt x="1527658" y="629917"/>
                </a:moveTo>
                <a:lnTo>
                  <a:pt x="34604" y="629917"/>
                </a:lnTo>
                <a:lnTo>
                  <a:pt x="34604" y="0"/>
                </a:lnTo>
                <a:lnTo>
                  <a:pt x="0" y="0"/>
                </a:lnTo>
                <a:lnTo>
                  <a:pt x="0" y="629917"/>
                </a:lnTo>
                <a:lnTo>
                  <a:pt x="0" y="664864"/>
                </a:lnTo>
                <a:lnTo>
                  <a:pt x="0" y="1018280"/>
                </a:lnTo>
                <a:lnTo>
                  <a:pt x="34604" y="1018280"/>
                </a:lnTo>
                <a:lnTo>
                  <a:pt x="34604" y="664864"/>
                </a:lnTo>
                <a:lnTo>
                  <a:pt x="1527658" y="664864"/>
                </a:lnTo>
                <a:lnTo>
                  <a:pt x="1527658" y="1018280"/>
                </a:lnTo>
                <a:lnTo>
                  <a:pt x="1562262" y="1018280"/>
                </a:lnTo>
                <a:lnTo>
                  <a:pt x="1562262" y="664864"/>
                </a:lnTo>
                <a:lnTo>
                  <a:pt x="1562262" y="629917"/>
                </a:lnTo>
                <a:lnTo>
                  <a:pt x="1562262" y="0"/>
                </a:lnTo>
                <a:lnTo>
                  <a:pt x="1527658" y="0"/>
                </a:lnTo>
                <a:lnTo>
                  <a:pt x="1527658" y="629917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26"/>
          <p:cNvSpPr/>
          <p:nvPr>
            <p:custDataLst>
              <p:tags r:id="rId18"/>
            </p:custDataLst>
          </p:nvPr>
        </p:nvSpPr>
        <p:spPr>
          <a:xfrm flipH="1">
            <a:off x="1197500" y="5103779"/>
            <a:ext cx="1562308" cy="1018237"/>
          </a:xfrm>
          <a:custGeom>
            <a:avLst/>
            <a:gdLst/>
            <a:ahLst/>
            <a:cxnLst/>
            <a:rect l="l" t="t" r="r" b="b"/>
            <a:pathLst>
              <a:path w="1562308" h="1018237">
                <a:moveTo>
                  <a:pt x="1527658" y="0"/>
                </a:moveTo>
                <a:lnTo>
                  <a:pt x="1527658" y="629917"/>
                </a:lnTo>
                <a:lnTo>
                  <a:pt x="34652" y="629917"/>
                </a:lnTo>
                <a:lnTo>
                  <a:pt x="34652" y="0"/>
                </a:lnTo>
                <a:lnTo>
                  <a:pt x="0" y="0"/>
                </a:lnTo>
                <a:lnTo>
                  <a:pt x="0" y="629917"/>
                </a:lnTo>
                <a:lnTo>
                  <a:pt x="0" y="664864"/>
                </a:lnTo>
                <a:lnTo>
                  <a:pt x="0" y="1018242"/>
                </a:lnTo>
                <a:lnTo>
                  <a:pt x="34652" y="1018242"/>
                </a:lnTo>
                <a:lnTo>
                  <a:pt x="34652" y="664864"/>
                </a:lnTo>
                <a:lnTo>
                  <a:pt x="1527658" y="664864"/>
                </a:lnTo>
                <a:lnTo>
                  <a:pt x="1527658" y="1018242"/>
                </a:lnTo>
                <a:lnTo>
                  <a:pt x="1562310" y="1018242"/>
                </a:lnTo>
                <a:lnTo>
                  <a:pt x="1562310" y="664864"/>
                </a:lnTo>
                <a:lnTo>
                  <a:pt x="1562310" y="629917"/>
                </a:lnTo>
                <a:lnTo>
                  <a:pt x="1562310" y="0"/>
                </a:lnTo>
                <a:lnTo>
                  <a:pt x="1527658" y="0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27"/>
          <p:cNvSpPr/>
          <p:nvPr>
            <p:custDataLst>
              <p:tags r:id="rId19"/>
            </p:custDataLst>
          </p:nvPr>
        </p:nvSpPr>
        <p:spPr>
          <a:xfrm flipH="1">
            <a:off x="1132405" y="5053495"/>
            <a:ext cx="3882859" cy="611722"/>
          </a:xfrm>
          <a:custGeom>
            <a:avLst/>
            <a:gdLst/>
            <a:ahLst/>
            <a:cxnLst/>
            <a:rect l="l" t="t" r="r" b="b"/>
            <a:pathLst>
              <a:path w="3882859" h="611722">
                <a:moveTo>
                  <a:pt x="1627346" y="611524"/>
                </a:moveTo>
                <a:lnTo>
                  <a:pt x="65084" y="611524"/>
                </a:lnTo>
                <a:lnTo>
                  <a:pt x="65084" y="128387"/>
                </a:lnTo>
                <a:lnTo>
                  <a:pt x="1627346" y="128387"/>
                </a:lnTo>
                <a:close/>
                <a:moveTo>
                  <a:pt x="1692612" y="1267"/>
                </a:moveTo>
                <a:lnTo>
                  <a:pt x="-190" y="1267"/>
                </a:lnTo>
                <a:lnTo>
                  <a:pt x="-190" y="51511"/>
                </a:lnTo>
                <a:lnTo>
                  <a:pt x="1692612" y="51511"/>
                </a:lnTo>
                <a:close/>
                <a:moveTo>
                  <a:pt x="3817706" y="610095"/>
                </a:moveTo>
                <a:lnTo>
                  <a:pt x="2255263" y="610095"/>
                </a:lnTo>
                <a:lnTo>
                  <a:pt x="2255263" y="127092"/>
                </a:lnTo>
                <a:lnTo>
                  <a:pt x="3817706" y="127092"/>
                </a:lnTo>
                <a:close/>
                <a:moveTo>
                  <a:pt x="3882666" y="-200"/>
                </a:moveTo>
                <a:lnTo>
                  <a:pt x="2189998" y="-200"/>
                </a:lnTo>
                <a:lnTo>
                  <a:pt x="2189998" y="50082"/>
                </a:lnTo>
                <a:lnTo>
                  <a:pt x="3882666" y="5008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8"/>
          <p:cNvSpPr/>
          <p:nvPr>
            <p:custDataLst>
              <p:tags r:id="rId20"/>
            </p:custDataLst>
          </p:nvPr>
        </p:nvSpPr>
        <p:spPr>
          <a:xfrm flipH="1">
            <a:off x="5339662" y="3215210"/>
            <a:ext cx="377540" cy="513363"/>
          </a:xfrm>
          <a:custGeom>
            <a:avLst/>
            <a:gdLst/>
            <a:ahLst/>
            <a:cxnLst/>
            <a:rect l="l" t="t" r="r" b="b"/>
            <a:pathLst>
              <a:path w="377540" h="513363">
                <a:moveTo>
                  <a:pt x="0" y="0"/>
                </a:moveTo>
                <a:lnTo>
                  <a:pt x="377542" y="0"/>
                </a:lnTo>
                <a:lnTo>
                  <a:pt x="377542" y="513359"/>
                </a:lnTo>
                <a:lnTo>
                  <a:pt x="0" y="51335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9"/>
          <p:cNvSpPr/>
          <p:nvPr>
            <p:custDataLst>
              <p:tags r:id="rId21"/>
            </p:custDataLst>
          </p:nvPr>
        </p:nvSpPr>
        <p:spPr>
          <a:xfrm flipH="1">
            <a:off x="3975154" y="3215210"/>
            <a:ext cx="377540" cy="513363"/>
          </a:xfrm>
          <a:custGeom>
            <a:avLst/>
            <a:gdLst/>
            <a:ahLst/>
            <a:cxnLst/>
            <a:rect l="l" t="t" r="r" b="b"/>
            <a:pathLst>
              <a:path w="377540" h="513363">
                <a:moveTo>
                  <a:pt x="0" y="0"/>
                </a:moveTo>
                <a:lnTo>
                  <a:pt x="377542" y="0"/>
                </a:lnTo>
                <a:lnTo>
                  <a:pt x="377542" y="513359"/>
                </a:lnTo>
                <a:lnTo>
                  <a:pt x="0" y="51335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30"/>
          <p:cNvSpPr/>
          <p:nvPr>
            <p:custDataLst>
              <p:tags r:id="rId22"/>
            </p:custDataLst>
          </p:nvPr>
        </p:nvSpPr>
        <p:spPr>
          <a:xfrm flipH="1">
            <a:off x="4555130" y="3309022"/>
            <a:ext cx="598079" cy="513363"/>
          </a:xfrm>
          <a:custGeom>
            <a:avLst/>
            <a:gdLst/>
            <a:ahLst/>
            <a:cxnLst/>
            <a:rect l="l" t="t" r="r" b="b"/>
            <a:pathLst>
              <a:path w="598079" h="513363">
                <a:moveTo>
                  <a:pt x="0" y="0"/>
                </a:moveTo>
                <a:lnTo>
                  <a:pt x="598075" y="0"/>
                </a:lnTo>
                <a:lnTo>
                  <a:pt x="598075" y="513359"/>
                </a:lnTo>
                <a:lnTo>
                  <a:pt x="0" y="513359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31"/>
          <p:cNvSpPr/>
          <p:nvPr>
            <p:custDataLst>
              <p:tags r:id="rId23"/>
            </p:custDataLst>
          </p:nvPr>
        </p:nvSpPr>
        <p:spPr>
          <a:xfrm flipH="1">
            <a:off x="4030982" y="3279787"/>
            <a:ext cx="1630392" cy="478021"/>
          </a:xfrm>
          <a:custGeom>
            <a:avLst/>
            <a:gdLst/>
            <a:ahLst/>
            <a:cxnLst/>
            <a:rect l="l" t="t" r="r" b="b"/>
            <a:pathLst>
              <a:path w="1630392" h="478021">
                <a:moveTo>
                  <a:pt x="265652" y="384010"/>
                </a:moveTo>
                <a:lnTo>
                  <a:pt x="-190" y="384010"/>
                </a:lnTo>
                <a:lnTo>
                  <a:pt x="-190" y="-200"/>
                </a:lnTo>
                <a:lnTo>
                  <a:pt x="265652" y="-200"/>
                </a:lnTo>
                <a:close/>
                <a:moveTo>
                  <a:pt x="1630204" y="-200"/>
                </a:moveTo>
                <a:lnTo>
                  <a:pt x="1364361" y="-200"/>
                </a:lnTo>
                <a:lnTo>
                  <a:pt x="1364361" y="384010"/>
                </a:lnTo>
                <a:lnTo>
                  <a:pt x="1630204" y="384010"/>
                </a:lnTo>
                <a:close/>
                <a:moveTo>
                  <a:pt x="1047417" y="93612"/>
                </a:moveTo>
                <a:lnTo>
                  <a:pt x="566661" y="93612"/>
                </a:lnTo>
                <a:lnTo>
                  <a:pt x="566661" y="477822"/>
                </a:lnTo>
                <a:lnTo>
                  <a:pt x="1047417" y="477822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32"/>
          <p:cNvSpPr/>
          <p:nvPr>
            <p:custDataLst>
              <p:tags r:id="rId24"/>
            </p:custDataLst>
          </p:nvPr>
        </p:nvSpPr>
        <p:spPr>
          <a:xfrm flipH="1">
            <a:off x="558277" y="2170856"/>
            <a:ext cx="1007453" cy="2004035"/>
          </a:xfrm>
          <a:custGeom>
            <a:avLst/>
            <a:gdLst/>
            <a:ahLst/>
            <a:cxnLst/>
            <a:rect l="l" t="t" r="r" b="b"/>
            <a:pathLst>
              <a:path w="1007453" h="2004035">
                <a:moveTo>
                  <a:pt x="0" y="0"/>
                </a:moveTo>
                <a:lnTo>
                  <a:pt x="1007450" y="0"/>
                </a:lnTo>
                <a:lnTo>
                  <a:pt x="1007450" y="2004031"/>
                </a:lnTo>
                <a:lnTo>
                  <a:pt x="0" y="200403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33"/>
          <p:cNvSpPr/>
          <p:nvPr>
            <p:custDataLst>
              <p:tags r:id="rId25"/>
            </p:custDataLst>
          </p:nvPr>
        </p:nvSpPr>
        <p:spPr>
          <a:xfrm flipH="1">
            <a:off x="558667" y="3209840"/>
            <a:ext cx="1093511" cy="965052"/>
          </a:xfrm>
          <a:custGeom>
            <a:avLst/>
            <a:gdLst/>
            <a:ahLst/>
            <a:cxnLst/>
            <a:rect l="l" t="t" r="r" b="b"/>
            <a:pathLst>
              <a:path w="1093511" h="965052">
                <a:moveTo>
                  <a:pt x="1064409" y="317040"/>
                </a:moveTo>
                <a:lnTo>
                  <a:pt x="1064409" y="55264"/>
                </a:lnTo>
                <a:lnTo>
                  <a:pt x="1048207" y="55264"/>
                </a:lnTo>
                <a:lnTo>
                  <a:pt x="1048207" y="0"/>
                </a:lnTo>
                <a:lnTo>
                  <a:pt x="905847" y="0"/>
                </a:lnTo>
                <a:lnTo>
                  <a:pt x="905847" y="55264"/>
                </a:lnTo>
                <a:lnTo>
                  <a:pt x="889645" y="55264"/>
                </a:lnTo>
                <a:lnTo>
                  <a:pt x="889645" y="408080"/>
                </a:lnTo>
                <a:lnTo>
                  <a:pt x="859679" y="408080"/>
                </a:lnTo>
                <a:lnTo>
                  <a:pt x="859679" y="298066"/>
                </a:lnTo>
                <a:lnTo>
                  <a:pt x="834685" y="298066"/>
                </a:lnTo>
                <a:lnTo>
                  <a:pt x="834685" y="244269"/>
                </a:lnTo>
                <a:lnTo>
                  <a:pt x="798481" y="244269"/>
                </a:lnTo>
                <a:lnTo>
                  <a:pt x="798481" y="87230"/>
                </a:lnTo>
                <a:lnTo>
                  <a:pt x="746074" y="87230"/>
                </a:lnTo>
                <a:lnTo>
                  <a:pt x="746074" y="244269"/>
                </a:lnTo>
                <a:lnTo>
                  <a:pt x="709860" y="244269"/>
                </a:lnTo>
                <a:lnTo>
                  <a:pt x="709860" y="298066"/>
                </a:lnTo>
                <a:lnTo>
                  <a:pt x="684876" y="298066"/>
                </a:lnTo>
                <a:lnTo>
                  <a:pt x="684876" y="484175"/>
                </a:lnTo>
                <a:lnTo>
                  <a:pt x="667417" y="484175"/>
                </a:lnTo>
                <a:lnTo>
                  <a:pt x="653644" y="484003"/>
                </a:lnTo>
                <a:lnTo>
                  <a:pt x="653644" y="268357"/>
                </a:lnTo>
                <a:lnTo>
                  <a:pt x="284121" y="271863"/>
                </a:lnTo>
                <a:lnTo>
                  <a:pt x="284121" y="757466"/>
                </a:lnTo>
                <a:lnTo>
                  <a:pt x="252936" y="757466"/>
                </a:lnTo>
                <a:lnTo>
                  <a:pt x="252936" y="693791"/>
                </a:lnTo>
                <a:lnTo>
                  <a:pt x="140541" y="693791"/>
                </a:lnTo>
                <a:lnTo>
                  <a:pt x="140541" y="816102"/>
                </a:lnTo>
                <a:lnTo>
                  <a:pt x="108109" y="816102"/>
                </a:lnTo>
                <a:lnTo>
                  <a:pt x="108109" y="771192"/>
                </a:lnTo>
                <a:lnTo>
                  <a:pt x="36947" y="771192"/>
                </a:lnTo>
                <a:lnTo>
                  <a:pt x="36947" y="848544"/>
                </a:lnTo>
                <a:lnTo>
                  <a:pt x="36947" y="862279"/>
                </a:lnTo>
                <a:lnTo>
                  <a:pt x="0" y="862279"/>
                </a:lnTo>
                <a:lnTo>
                  <a:pt x="0" y="965054"/>
                </a:lnTo>
                <a:lnTo>
                  <a:pt x="1093508" y="965054"/>
                </a:lnTo>
                <a:lnTo>
                  <a:pt x="1093508" y="316297"/>
                </a:lnTo>
                <a:lnTo>
                  <a:pt x="1064409" y="31704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34"/>
          <p:cNvSpPr/>
          <p:nvPr>
            <p:custDataLst>
              <p:tags r:id="rId26"/>
            </p:custDataLst>
          </p:nvPr>
        </p:nvSpPr>
        <p:spPr>
          <a:xfrm flipH="1">
            <a:off x="1565730" y="2170856"/>
            <a:ext cx="33219" cy="1979435"/>
          </a:xfrm>
          <a:custGeom>
            <a:avLst/>
            <a:gdLst/>
            <a:ahLst/>
            <a:cxnLst/>
            <a:rect l="l" t="t" r="r" b="b"/>
            <a:pathLst>
              <a:path w="33219" h="1979435">
                <a:moveTo>
                  <a:pt x="0" y="0"/>
                </a:moveTo>
                <a:lnTo>
                  <a:pt x="33223" y="0"/>
                </a:lnTo>
                <a:lnTo>
                  <a:pt x="33223" y="1979438"/>
                </a:lnTo>
                <a:lnTo>
                  <a:pt x="0" y="1979438"/>
                </a:lnTo>
                <a:close/>
              </a:path>
            </a:pathLst>
          </a:custGeom>
          <a:solidFill>
            <a:schemeClr val="accent1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: 形状 35"/>
          <p:cNvSpPr/>
          <p:nvPr>
            <p:custDataLst>
              <p:tags r:id="rId27"/>
            </p:custDataLst>
          </p:nvPr>
        </p:nvSpPr>
        <p:spPr>
          <a:xfrm flipH="1">
            <a:off x="558276" y="2170856"/>
            <a:ext cx="1161467" cy="2025647"/>
          </a:xfrm>
          <a:custGeom>
            <a:avLst/>
            <a:gdLst/>
            <a:ahLst/>
            <a:cxnLst/>
            <a:rect l="l" t="t" r="r" b="b"/>
            <a:pathLst>
              <a:path w="1161467" h="2025647">
                <a:moveTo>
                  <a:pt x="120796" y="1933661"/>
                </a:moveTo>
                <a:lnTo>
                  <a:pt x="120796" y="0"/>
                </a:lnTo>
                <a:lnTo>
                  <a:pt x="54359" y="0"/>
                </a:lnTo>
                <a:lnTo>
                  <a:pt x="54359" y="1933661"/>
                </a:lnTo>
                <a:lnTo>
                  <a:pt x="0" y="1933661"/>
                </a:lnTo>
                <a:lnTo>
                  <a:pt x="0" y="2025644"/>
                </a:lnTo>
                <a:lnTo>
                  <a:pt x="1161469" y="2025644"/>
                </a:lnTo>
                <a:lnTo>
                  <a:pt x="1161469" y="1933661"/>
                </a:lnTo>
                <a:lnTo>
                  <a:pt x="120796" y="1933661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36"/>
          <p:cNvSpPr/>
          <p:nvPr>
            <p:custDataLst>
              <p:tags r:id="rId28"/>
            </p:custDataLst>
          </p:nvPr>
        </p:nvSpPr>
        <p:spPr>
          <a:xfrm flipH="1">
            <a:off x="558276" y="4196504"/>
            <a:ext cx="1161467" cy="22131"/>
          </a:xfrm>
          <a:custGeom>
            <a:avLst/>
            <a:gdLst/>
            <a:ahLst/>
            <a:cxnLst/>
            <a:rect l="l" t="t" r="r" b="b"/>
            <a:pathLst>
              <a:path w="1161467" h="22131">
                <a:moveTo>
                  <a:pt x="1161469" y="0"/>
                </a:moveTo>
                <a:lnTo>
                  <a:pt x="0" y="0"/>
                </a:lnTo>
                <a:lnTo>
                  <a:pt x="44139" y="22136"/>
                </a:lnTo>
                <a:lnTo>
                  <a:pt x="1161469" y="22136"/>
                </a:lnTo>
                <a:lnTo>
                  <a:pt x="1161469" y="0"/>
                </a:lnTo>
                <a:close/>
              </a:path>
            </a:pathLst>
          </a:custGeom>
          <a:solidFill>
            <a:schemeClr val="accent1">
              <a:lumMod val="19999"/>
              <a:lumOff val="8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: 形状 37"/>
          <p:cNvSpPr/>
          <p:nvPr>
            <p:custDataLst>
              <p:tags r:id="rId29"/>
            </p:custDataLst>
          </p:nvPr>
        </p:nvSpPr>
        <p:spPr>
          <a:xfrm flipH="1">
            <a:off x="637145" y="2435756"/>
            <a:ext cx="877824" cy="726744"/>
          </a:xfrm>
          <a:custGeom>
            <a:avLst/>
            <a:gdLst/>
            <a:ahLst/>
            <a:cxnLst/>
            <a:rect l="l" t="t" r="r" b="b"/>
            <a:pathLst>
              <a:path w="877824" h="726744">
                <a:moveTo>
                  <a:pt x="535781" y="487118"/>
                </a:moveTo>
                <a:cubicBezTo>
                  <a:pt x="535610" y="485423"/>
                  <a:pt x="535524" y="483718"/>
                  <a:pt x="535524" y="482013"/>
                </a:cubicBezTo>
                <a:cubicBezTo>
                  <a:pt x="535562" y="452999"/>
                  <a:pt x="559127" y="429501"/>
                  <a:pt x="588102" y="429539"/>
                </a:cubicBezTo>
                <a:cubicBezTo>
                  <a:pt x="596979" y="429549"/>
                  <a:pt x="605733" y="431806"/>
                  <a:pt x="613486" y="436102"/>
                </a:cubicBezTo>
                <a:cubicBezTo>
                  <a:pt x="627945" y="396345"/>
                  <a:pt x="671951" y="375856"/>
                  <a:pt x="711708" y="390334"/>
                </a:cubicBezTo>
                <a:cubicBezTo>
                  <a:pt x="728129" y="396326"/>
                  <a:pt x="742026" y="407765"/>
                  <a:pt x="751084" y="422758"/>
                </a:cubicBezTo>
                <a:cubicBezTo>
                  <a:pt x="780745" y="413509"/>
                  <a:pt x="812673" y="427615"/>
                  <a:pt x="825837" y="455762"/>
                </a:cubicBezTo>
                <a:cubicBezTo>
                  <a:pt x="829304" y="454838"/>
                  <a:pt x="832895" y="454371"/>
                  <a:pt x="836486" y="454381"/>
                </a:cubicBezTo>
                <a:cubicBezTo>
                  <a:pt x="856155" y="454400"/>
                  <a:pt x="873214" y="467963"/>
                  <a:pt x="877634" y="487118"/>
                </a:cubicBezTo>
                <a:close/>
                <a:moveTo>
                  <a:pt x="607590" y="145437"/>
                </a:moveTo>
                <a:cubicBezTo>
                  <a:pt x="601180" y="117920"/>
                  <a:pt x="576624" y="98469"/>
                  <a:pt x="548383" y="98536"/>
                </a:cubicBezTo>
                <a:cubicBezTo>
                  <a:pt x="543230" y="98536"/>
                  <a:pt x="538077" y="99193"/>
                  <a:pt x="533095" y="100489"/>
                </a:cubicBezTo>
                <a:cubicBezTo>
                  <a:pt x="514217" y="60027"/>
                  <a:pt x="468306" y="39748"/>
                  <a:pt x="425682" y="53016"/>
                </a:cubicBezTo>
                <a:cubicBezTo>
                  <a:pt x="394325" y="991"/>
                  <a:pt x="326717" y="-15754"/>
                  <a:pt x="274663" y="15621"/>
                </a:cubicBezTo>
                <a:cubicBezTo>
                  <a:pt x="253136" y="28604"/>
                  <a:pt x="236725" y="48568"/>
                  <a:pt x="228105" y="72200"/>
                </a:cubicBezTo>
                <a:cubicBezTo>
                  <a:pt x="191633" y="51968"/>
                  <a:pt x="145685" y="65113"/>
                  <a:pt x="125454" y="101565"/>
                </a:cubicBezTo>
                <a:cubicBezTo>
                  <a:pt x="119263" y="112747"/>
                  <a:pt x="115967" y="125330"/>
                  <a:pt x="115967" y="138122"/>
                </a:cubicBezTo>
                <a:cubicBezTo>
                  <a:pt x="115967" y="140589"/>
                  <a:pt x="115967" y="143018"/>
                  <a:pt x="116319" y="145437"/>
                </a:cubicBezTo>
                <a:close/>
                <a:moveTo>
                  <a:pt x="232258" y="726538"/>
                </a:moveTo>
                <a:cubicBezTo>
                  <a:pt x="229229" y="713546"/>
                  <a:pt x="217665" y="704345"/>
                  <a:pt x="204321" y="704326"/>
                </a:cubicBezTo>
                <a:cubicBezTo>
                  <a:pt x="201901" y="704317"/>
                  <a:pt x="199473" y="704621"/>
                  <a:pt x="197091" y="705231"/>
                </a:cubicBezTo>
                <a:cubicBezTo>
                  <a:pt x="190167" y="690391"/>
                  <a:pt x="175222" y="680904"/>
                  <a:pt x="158848" y="680895"/>
                </a:cubicBezTo>
                <a:cubicBezTo>
                  <a:pt x="154600" y="680904"/>
                  <a:pt x="150362" y="681542"/>
                  <a:pt x="146285" y="682800"/>
                </a:cubicBezTo>
                <a:cubicBezTo>
                  <a:pt x="131521" y="658177"/>
                  <a:pt x="99593" y="650186"/>
                  <a:pt x="75000" y="664950"/>
                </a:cubicBezTo>
                <a:cubicBezTo>
                  <a:pt x="64732" y="671112"/>
                  <a:pt x="56893" y="680628"/>
                  <a:pt x="52826" y="691896"/>
                </a:cubicBezTo>
                <a:cubicBezTo>
                  <a:pt x="35624" y="682304"/>
                  <a:pt x="13926" y="688467"/>
                  <a:pt x="4315" y="705650"/>
                </a:cubicBezTo>
                <a:cubicBezTo>
                  <a:pt x="1372" y="710984"/>
                  <a:pt x="-190" y="716975"/>
                  <a:pt x="-190" y="723081"/>
                </a:cubicBezTo>
                <a:cubicBezTo>
                  <a:pt x="-190" y="724243"/>
                  <a:pt x="-190" y="725376"/>
                  <a:pt x="-190" y="726538"/>
                </a:cubicBez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: 形状 38"/>
          <p:cNvSpPr/>
          <p:nvPr>
            <p:custDataLst>
              <p:tags r:id="rId30"/>
            </p:custDataLst>
          </p:nvPr>
        </p:nvSpPr>
        <p:spPr>
          <a:xfrm flipH="1">
            <a:off x="2684577" y="2440033"/>
            <a:ext cx="744080" cy="743127"/>
          </a:xfrm>
          <a:custGeom>
            <a:avLst/>
            <a:gdLst/>
            <a:ahLst/>
            <a:cxnLst/>
            <a:rect l="l" t="t" r="r" b="b"/>
            <a:pathLst>
              <a:path w="744080" h="743127">
                <a:moveTo>
                  <a:pt x="744084" y="371561"/>
                </a:moveTo>
                <a:cubicBezTo>
                  <a:pt x="744084" y="576777"/>
                  <a:pt x="577510" y="743131"/>
                  <a:pt x="372037" y="743131"/>
                </a:cubicBezTo>
                <a:cubicBezTo>
                  <a:pt x="166564" y="743131"/>
                  <a:pt x="0" y="576777"/>
                  <a:pt x="0" y="371561"/>
                </a:cubicBezTo>
                <a:cubicBezTo>
                  <a:pt x="0" y="166354"/>
                  <a:pt x="166564" y="0"/>
                  <a:pt x="372037" y="0"/>
                </a:cubicBezTo>
                <a:cubicBezTo>
                  <a:pt x="577510" y="0"/>
                  <a:pt x="744084" y="166354"/>
                  <a:pt x="744084" y="37156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9"/>
          <p:cNvSpPr/>
          <p:nvPr>
            <p:custDataLst>
              <p:tags r:id="rId31"/>
            </p:custDataLst>
          </p:nvPr>
        </p:nvSpPr>
        <p:spPr>
          <a:xfrm flipH="1">
            <a:off x="2728901" y="2484280"/>
            <a:ext cx="655394" cy="655420"/>
          </a:xfrm>
          <a:custGeom>
            <a:avLst/>
            <a:gdLst/>
            <a:ahLst/>
            <a:cxnLst/>
            <a:rect l="l" t="t" r="r" b="b"/>
            <a:pathLst>
              <a:path w="655394" h="655420">
                <a:moveTo>
                  <a:pt x="654529" y="306629"/>
                </a:moveTo>
                <a:cubicBezTo>
                  <a:pt x="666045" y="487242"/>
                  <a:pt x="529009" y="643004"/>
                  <a:pt x="348405" y="654539"/>
                </a:cubicBezTo>
                <a:cubicBezTo>
                  <a:pt x="167802" y="666074"/>
                  <a:pt x="12011" y="529009"/>
                  <a:pt x="495" y="348405"/>
                </a:cubicBezTo>
                <a:cubicBezTo>
                  <a:pt x="-11078" y="167792"/>
                  <a:pt x="126006" y="12030"/>
                  <a:pt x="306610" y="486"/>
                </a:cubicBezTo>
                <a:cubicBezTo>
                  <a:pt x="306743" y="486"/>
                  <a:pt x="306915" y="476"/>
                  <a:pt x="307048" y="467"/>
                </a:cubicBezTo>
                <a:cubicBezTo>
                  <a:pt x="487518" y="-10973"/>
                  <a:pt x="643090" y="126063"/>
                  <a:pt x="654529" y="306534"/>
                </a:cubicBezTo>
                <a:cubicBezTo>
                  <a:pt x="654529" y="306572"/>
                  <a:pt x="654529" y="306600"/>
                  <a:pt x="654529" y="306629"/>
                </a:cubicBez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40"/>
          <p:cNvSpPr/>
          <p:nvPr>
            <p:custDataLst>
              <p:tags r:id="rId32"/>
            </p:custDataLst>
          </p:nvPr>
        </p:nvSpPr>
        <p:spPr>
          <a:xfrm flipH="1">
            <a:off x="2760891" y="2519249"/>
            <a:ext cx="590500" cy="587771"/>
          </a:xfrm>
          <a:custGeom>
            <a:avLst/>
            <a:gdLst/>
            <a:ahLst/>
            <a:cxnLst/>
            <a:rect l="l" t="t" r="r" b="b"/>
            <a:pathLst>
              <a:path w="590500" h="587771">
                <a:moveTo>
                  <a:pt x="100898" y="286903"/>
                </a:moveTo>
                <a:lnTo>
                  <a:pt x="100898" y="294656"/>
                </a:lnTo>
                <a:lnTo>
                  <a:pt x="-190" y="294656"/>
                </a:lnTo>
                <a:lnTo>
                  <a:pt x="-190" y="286903"/>
                </a:lnTo>
                <a:close/>
                <a:moveTo>
                  <a:pt x="489175" y="286903"/>
                </a:moveTo>
                <a:lnTo>
                  <a:pt x="489175" y="294656"/>
                </a:lnTo>
                <a:lnTo>
                  <a:pt x="590312" y="294656"/>
                </a:lnTo>
                <a:lnTo>
                  <a:pt x="590312" y="286903"/>
                </a:lnTo>
                <a:close/>
                <a:moveTo>
                  <a:pt x="298180" y="-200"/>
                </a:moveTo>
                <a:lnTo>
                  <a:pt x="290427" y="-200"/>
                </a:lnTo>
                <a:lnTo>
                  <a:pt x="290427" y="100755"/>
                </a:lnTo>
                <a:lnTo>
                  <a:pt x="298180" y="100755"/>
                </a:lnTo>
                <a:close/>
                <a:moveTo>
                  <a:pt x="298180" y="486566"/>
                </a:moveTo>
                <a:lnTo>
                  <a:pt x="290427" y="486566"/>
                </a:lnTo>
                <a:lnTo>
                  <a:pt x="290427" y="587569"/>
                </a:lnTo>
                <a:lnTo>
                  <a:pt x="298180" y="587569"/>
                </a:lnTo>
                <a:close/>
                <a:moveTo>
                  <a:pt x="294713" y="283007"/>
                </a:moveTo>
                <a:cubicBezTo>
                  <a:pt x="289646" y="282988"/>
                  <a:pt x="285579" y="287055"/>
                  <a:pt x="285531" y="292103"/>
                </a:cubicBezTo>
                <a:cubicBezTo>
                  <a:pt x="285493" y="297151"/>
                  <a:pt x="289560" y="301257"/>
                  <a:pt x="294627" y="301285"/>
                </a:cubicBezTo>
                <a:cubicBezTo>
                  <a:pt x="299695" y="301304"/>
                  <a:pt x="303762" y="297237"/>
                  <a:pt x="303809" y="292189"/>
                </a:cubicBezTo>
                <a:cubicBezTo>
                  <a:pt x="303809" y="292179"/>
                  <a:pt x="303809" y="292160"/>
                  <a:pt x="303809" y="292141"/>
                </a:cubicBezTo>
                <a:cubicBezTo>
                  <a:pt x="303809" y="287103"/>
                  <a:pt x="299742" y="283007"/>
                  <a:pt x="294675" y="283007"/>
                </a:cubicBezTo>
                <a:cubicBezTo>
                  <a:pt x="294627" y="283007"/>
                  <a:pt x="294627" y="283007"/>
                  <a:pt x="294580" y="283007"/>
                </a:cubicBezTo>
                <a:close/>
                <a:moveTo>
                  <a:pt x="297571" y="295046"/>
                </a:moveTo>
                <a:cubicBezTo>
                  <a:pt x="299047" y="293399"/>
                  <a:pt x="299047" y="290894"/>
                  <a:pt x="297571" y="289246"/>
                </a:cubicBezTo>
                <a:lnTo>
                  <a:pt x="133512" y="125397"/>
                </a:lnTo>
                <a:cubicBezTo>
                  <a:pt x="131912" y="123796"/>
                  <a:pt x="129311" y="123787"/>
                  <a:pt x="127749" y="125378"/>
                </a:cubicBezTo>
                <a:cubicBezTo>
                  <a:pt x="126101" y="126968"/>
                  <a:pt x="126101" y="129559"/>
                  <a:pt x="127711" y="131159"/>
                </a:cubicBezTo>
                <a:lnTo>
                  <a:pt x="291808" y="295046"/>
                </a:lnTo>
                <a:cubicBezTo>
                  <a:pt x="292589" y="295780"/>
                  <a:pt x="293627" y="296208"/>
                  <a:pt x="294713" y="296218"/>
                </a:cubicBezTo>
                <a:cubicBezTo>
                  <a:pt x="295751" y="296189"/>
                  <a:pt x="296704" y="295770"/>
                  <a:pt x="297447" y="295046"/>
                </a:cubicBezTo>
                <a:close/>
                <a:moveTo>
                  <a:pt x="349548" y="457943"/>
                </a:moveTo>
                <a:cubicBezTo>
                  <a:pt x="351101" y="457429"/>
                  <a:pt x="351968" y="455743"/>
                  <a:pt x="351453" y="454171"/>
                </a:cubicBezTo>
                <a:lnTo>
                  <a:pt x="298399" y="294180"/>
                </a:lnTo>
                <a:cubicBezTo>
                  <a:pt x="297875" y="292627"/>
                  <a:pt x="296189" y="291779"/>
                  <a:pt x="294675" y="292294"/>
                </a:cubicBezTo>
                <a:cubicBezTo>
                  <a:pt x="293113" y="292818"/>
                  <a:pt x="292246" y="294484"/>
                  <a:pt x="292760" y="296047"/>
                </a:cubicBezTo>
                <a:lnTo>
                  <a:pt x="345824" y="456038"/>
                </a:lnTo>
                <a:cubicBezTo>
                  <a:pt x="346034" y="456790"/>
                  <a:pt x="346596" y="457419"/>
                  <a:pt x="347291" y="457762"/>
                </a:cubicBezTo>
                <a:cubicBezTo>
                  <a:pt x="347986" y="458143"/>
                  <a:pt x="348853" y="458200"/>
                  <a:pt x="349587" y="45794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: 形状 41"/>
          <p:cNvSpPr/>
          <p:nvPr>
            <p:custDataLst>
              <p:tags r:id="rId33"/>
            </p:custDataLst>
          </p:nvPr>
        </p:nvSpPr>
        <p:spPr>
          <a:xfrm flipH="1">
            <a:off x="1087015" y="2170683"/>
            <a:ext cx="4396829" cy="495649"/>
          </a:xfrm>
          <a:custGeom>
            <a:avLst/>
            <a:gdLst/>
            <a:ahLst/>
            <a:cxnLst/>
            <a:rect l="l" t="t" r="r" b="b"/>
            <a:pathLst>
              <a:path w="4396829" h="495649">
                <a:moveTo>
                  <a:pt x="1327461" y="495443"/>
                </a:moveTo>
                <a:lnTo>
                  <a:pt x="-190" y="495443"/>
                </a:lnTo>
                <a:lnTo>
                  <a:pt x="68504" y="364865"/>
                </a:lnTo>
                <a:lnTo>
                  <a:pt x="134331" y="364865"/>
                </a:lnTo>
                <a:lnTo>
                  <a:pt x="134331" y="-200"/>
                </a:lnTo>
                <a:lnTo>
                  <a:pt x="152390" y="-200"/>
                </a:lnTo>
                <a:lnTo>
                  <a:pt x="152390" y="364693"/>
                </a:lnTo>
                <a:lnTo>
                  <a:pt x="1185662" y="364693"/>
                </a:lnTo>
                <a:lnTo>
                  <a:pt x="1185662" y="-200"/>
                </a:lnTo>
                <a:lnTo>
                  <a:pt x="1203722" y="-200"/>
                </a:lnTo>
                <a:lnTo>
                  <a:pt x="1203722" y="364693"/>
                </a:lnTo>
                <a:lnTo>
                  <a:pt x="1258852" y="364693"/>
                </a:lnTo>
                <a:close/>
                <a:moveTo>
                  <a:pt x="4327903" y="364865"/>
                </a:moveTo>
                <a:lnTo>
                  <a:pt x="4272858" y="364865"/>
                </a:lnTo>
                <a:lnTo>
                  <a:pt x="4272858" y="-200"/>
                </a:lnTo>
                <a:lnTo>
                  <a:pt x="4254751" y="-200"/>
                </a:lnTo>
                <a:lnTo>
                  <a:pt x="4254751" y="364693"/>
                </a:lnTo>
                <a:lnTo>
                  <a:pt x="3221526" y="364693"/>
                </a:lnTo>
                <a:lnTo>
                  <a:pt x="3221526" y="-200"/>
                </a:lnTo>
                <a:lnTo>
                  <a:pt x="3203514" y="-200"/>
                </a:lnTo>
                <a:lnTo>
                  <a:pt x="3203514" y="364693"/>
                </a:lnTo>
                <a:lnTo>
                  <a:pt x="3137640" y="364693"/>
                </a:lnTo>
                <a:lnTo>
                  <a:pt x="3068993" y="495271"/>
                </a:lnTo>
                <a:lnTo>
                  <a:pt x="4396635" y="495271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: 形状 42"/>
          <p:cNvSpPr/>
          <p:nvPr>
            <p:custDataLst>
              <p:tags r:id="rId34"/>
            </p:custDataLst>
          </p:nvPr>
        </p:nvSpPr>
        <p:spPr>
          <a:xfrm flipH="1">
            <a:off x="1370310" y="4104512"/>
            <a:ext cx="1243454" cy="949157"/>
          </a:xfrm>
          <a:custGeom>
            <a:avLst/>
            <a:gdLst/>
            <a:ahLst/>
            <a:cxnLst/>
            <a:rect l="l" t="t" r="r" b="b"/>
            <a:pathLst>
              <a:path w="1243454" h="949157">
                <a:moveTo>
                  <a:pt x="1192292" y="-200"/>
                </a:moveTo>
                <a:lnTo>
                  <a:pt x="50482" y="-200"/>
                </a:lnTo>
                <a:cubicBezTo>
                  <a:pt x="22508" y="-200"/>
                  <a:pt x="-190" y="22489"/>
                  <a:pt x="-190" y="50473"/>
                </a:cubicBezTo>
                <a:lnTo>
                  <a:pt x="-190" y="733920"/>
                </a:lnTo>
                <a:cubicBezTo>
                  <a:pt x="-190" y="753580"/>
                  <a:pt x="12802" y="769477"/>
                  <a:pt x="28785" y="769477"/>
                </a:cubicBezTo>
                <a:lnTo>
                  <a:pt x="518846" y="769477"/>
                </a:lnTo>
                <a:lnTo>
                  <a:pt x="518846" y="909714"/>
                </a:lnTo>
                <a:lnTo>
                  <a:pt x="228667" y="909714"/>
                </a:lnTo>
                <a:cubicBezTo>
                  <a:pt x="207007" y="909714"/>
                  <a:pt x="189424" y="927297"/>
                  <a:pt x="189424" y="948957"/>
                </a:cubicBezTo>
                <a:lnTo>
                  <a:pt x="1047455" y="948957"/>
                </a:lnTo>
                <a:cubicBezTo>
                  <a:pt x="1047417" y="927259"/>
                  <a:pt x="1029872" y="909714"/>
                  <a:pt x="1008174" y="909714"/>
                </a:cubicBezTo>
                <a:lnTo>
                  <a:pt x="717994" y="909714"/>
                </a:lnTo>
                <a:lnTo>
                  <a:pt x="717994" y="769477"/>
                </a:lnTo>
                <a:lnTo>
                  <a:pt x="1214285" y="769477"/>
                </a:lnTo>
                <a:cubicBezTo>
                  <a:pt x="1230316" y="769477"/>
                  <a:pt x="1243270" y="753580"/>
                  <a:pt x="1243270" y="733920"/>
                </a:cubicBezTo>
                <a:lnTo>
                  <a:pt x="1243270" y="50473"/>
                </a:lnTo>
                <a:cubicBezTo>
                  <a:pt x="1243270" y="22489"/>
                  <a:pt x="1220572" y="-200"/>
                  <a:pt x="1192587" y="-200"/>
                </a:cubicBezTo>
                <a:cubicBezTo>
                  <a:pt x="1192501" y="-200"/>
                  <a:pt x="1192378" y="-200"/>
                  <a:pt x="1192292" y="-200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: 形状 43"/>
          <p:cNvSpPr/>
          <p:nvPr>
            <p:custDataLst>
              <p:tags r:id="rId35"/>
            </p:custDataLst>
          </p:nvPr>
        </p:nvSpPr>
        <p:spPr>
          <a:xfrm flipH="1">
            <a:off x="1538920" y="4848419"/>
            <a:ext cx="858030" cy="205076"/>
          </a:xfrm>
          <a:custGeom>
            <a:avLst/>
            <a:gdLst/>
            <a:ahLst/>
            <a:cxnLst/>
            <a:rect l="l" t="t" r="r" b="b"/>
            <a:pathLst>
              <a:path w="858030" h="205076">
                <a:moveTo>
                  <a:pt x="818255" y="165640"/>
                </a:moveTo>
                <a:lnTo>
                  <a:pt x="528076" y="165640"/>
                </a:lnTo>
                <a:lnTo>
                  <a:pt x="528076" y="-200"/>
                </a:lnTo>
                <a:lnTo>
                  <a:pt x="329279" y="-200"/>
                </a:lnTo>
                <a:lnTo>
                  <a:pt x="329279" y="165640"/>
                </a:lnTo>
                <a:lnTo>
                  <a:pt x="39091" y="165640"/>
                </a:lnTo>
                <a:cubicBezTo>
                  <a:pt x="17393" y="165640"/>
                  <a:pt x="-143" y="183175"/>
                  <a:pt x="-190" y="204873"/>
                </a:cubicBezTo>
                <a:lnTo>
                  <a:pt x="857841" y="204873"/>
                </a:lnTo>
                <a:cubicBezTo>
                  <a:pt x="857841" y="183223"/>
                  <a:pt x="840257" y="165640"/>
                  <a:pt x="818598" y="165640"/>
                </a:cubicBezTo>
                <a:cubicBezTo>
                  <a:pt x="818474" y="165640"/>
                  <a:pt x="818388" y="165640"/>
                  <a:pt x="818255" y="165640"/>
                </a:cubicBez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: 形状 44"/>
          <p:cNvSpPr/>
          <p:nvPr>
            <p:custDataLst>
              <p:tags r:id="rId36"/>
            </p:custDataLst>
          </p:nvPr>
        </p:nvSpPr>
        <p:spPr>
          <a:xfrm flipH="1">
            <a:off x="1343544" y="4104382"/>
            <a:ext cx="1243194" cy="639701"/>
          </a:xfrm>
          <a:custGeom>
            <a:avLst/>
            <a:gdLst/>
            <a:ahLst/>
            <a:cxnLst/>
            <a:rect l="l" t="t" r="r" b="b"/>
            <a:pathLst>
              <a:path w="1243194" h="639701">
                <a:moveTo>
                  <a:pt x="1243003" y="639499"/>
                </a:moveTo>
                <a:lnTo>
                  <a:pt x="1243003" y="50473"/>
                </a:lnTo>
                <a:cubicBezTo>
                  <a:pt x="1243003" y="22489"/>
                  <a:pt x="1220314" y="-200"/>
                  <a:pt x="1192330" y="-200"/>
                </a:cubicBezTo>
                <a:lnTo>
                  <a:pt x="50482" y="-200"/>
                </a:lnTo>
                <a:cubicBezTo>
                  <a:pt x="22508" y="-200"/>
                  <a:pt x="-190" y="22489"/>
                  <a:pt x="-190" y="50473"/>
                </a:cubicBezTo>
                <a:lnTo>
                  <a:pt x="-190" y="63949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: 形状 45"/>
          <p:cNvSpPr/>
          <p:nvPr>
            <p:custDataLst>
              <p:tags r:id="rId37"/>
            </p:custDataLst>
          </p:nvPr>
        </p:nvSpPr>
        <p:spPr>
          <a:xfrm flipH="1">
            <a:off x="1343544" y="4744083"/>
            <a:ext cx="1243194" cy="130105"/>
          </a:xfrm>
          <a:custGeom>
            <a:avLst/>
            <a:gdLst/>
            <a:ahLst/>
            <a:cxnLst/>
            <a:rect l="l" t="t" r="r" b="b"/>
            <a:pathLst>
              <a:path w="1243194" h="130105">
                <a:moveTo>
                  <a:pt x="-190" y="-200"/>
                </a:moveTo>
                <a:lnTo>
                  <a:pt x="-190" y="94345"/>
                </a:lnTo>
                <a:cubicBezTo>
                  <a:pt x="-190" y="114005"/>
                  <a:pt x="12802" y="129902"/>
                  <a:pt x="28832" y="129902"/>
                </a:cubicBezTo>
                <a:lnTo>
                  <a:pt x="1214028" y="129902"/>
                </a:lnTo>
                <a:cubicBezTo>
                  <a:pt x="1230011" y="129902"/>
                  <a:pt x="1243003" y="114005"/>
                  <a:pt x="1243003" y="94345"/>
                </a:cubicBezTo>
                <a:lnTo>
                  <a:pt x="1243003" y="-2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46"/>
          <p:cNvSpPr/>
          <p:nvPr>
            <p:custDataLst>
              <p:tags r:id="rId38"/>
            </p:custDataLst>
          </p:nvPr>
        </p:nvSpPr>
        <p:spPr>
          <a:xfrm flipH="1">
            <a:off x="1372650" y="4130105"/>
            <a:ext cx="1184984" cy="588425"/>
          </a:xfrm>
          <a:custGeom>
            <a:avLst/>
            <a:gdLst/>
            <a:ahLst/>
            <a:cxnLst/>
            <a:rect l="l" t="t" r="r" b="b"/>
            <a:pathLst>
              <a:path w="1184984" h="588425">
                <a:moveTo>
                  <a:pt x="1184796" y="588226"/>
                </a:moveTo>
                <a:lnTo>
                  <a:pt x="1184796" y="26480"/>
                </a:lnTo>
                <a:cubicBezTo>
                  <a:pt x="1184491" y="11497"/>
                  <a:pt x="1172147" y="-457"/>
                  <a:pt x="1157164" y="-200"/>
                </a:cubicBezTo>
                <a:lnTo>
                  <a:pt x="27442" y="-200"/>
                </a:lnTo>
                <a:cubicBezTo>
                  <a:pt x="12459" y="-457"/>
                  <a:pt x="114" y="11497"/>
                  <a:pt x="-190" y="26480"/>
                </a:cubicBezTo>
                <a:lnTo>
                  <a:pt x="-190" y="588226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47"/>
          <p:cNvSpPr/>
          <p:nvPr>
            <p:custDataLst>
              <p:tags r:id="rId39"/>
            </p:custDataLst>
          </p:nvPr>
        </p:nvSpPr>
        <p:spPr>
          <a:xfrm flipH="1">
            <a:off x="1738583" y="4497038"/>
            <a:ext cx="465554" cy="221707"/>
          </a:xfrm>
          <a:custGeom>
            <a:avLst/>
            <a:gdLst/>
            <a:ahLst/>
            <a:cxnLst/>
            <a:rect l="l" t="t" r="r" b="b"/>
            <a:pathLst>
              <a:path w="465554" h="221707">
                <a:moveTo>
                  <a:pt x="465191" y="29080"/>
                </a:moveTo>
                <a:cubicBezTo>
                  <a:pt x="466839" y="13525"/>
                  <a:pt x="456533" y="-200"/>
                  <a:pt x="443055" y="-200"/>
                </a:cubicBezTo>
                <a:lnTo>
                  <a:pt x="432530" y="-200"/>
                </a:lnTo>
                <a:cubicBezTo>
                  <a:pt x="421967" y="3267"/>
                  <a:pt x="411185" y="5991"/>
                  <a:pt x="400221" y="7896"/>
                </a:cubicBezTo>
                <a:cubicBezTo>
                  <a:pt x="363284" y="14697"/>
                  <a:pt x="325946" y="19031"/>
                  <a:pt x="288436" y="20888"/>
                </a:cubicBezTo>
                <a:cubicBezTo>
                  <a:pt x="271596" y="21498"/>
                  <a:pt x="254222" y="21669"/>
                  <a:pt x="238630" y="21669"/>
                </a:cubicBezTo>
                <a:lnTo>
                  <a:pt x="226505" y="21669"/>
                </a:lnTo>
                <a:cubicBezTo>
                  <a:pt x="210912" y="21669"/>
                  <a:pt x="193548" y="21669"/>
                  <a:pt x="176651" y="20888"/>
                </a:cubicBezTo>
                <a:cubicBezTo>
                  <a:pt x="139151" y="19031"/>
                  <a:pt x="101813" y="14697"/>
                  <a:pt x="64865" y="7896"/>
                </a:cubicBezTo>
                <a:cubicBezTo>
                  <a:pt x="53959" y="6029"/>
                  <a:pt x="43167" y="3391"/>
                  <a:pt x="32604" y="19"/>
                </a:cubicBezTo>
                <a:lnTo>
                  <a:pt x="22127" y="19"/>
                </a:lnTo>
                <a:cubicBezTo>
                  <a:pt x="8696" y="19"/>
                  <a:pt x="-1695" y="13745"/>
                  <a:pt x="-10" y="29289"/>
                </a:cubicBezTo>
                <a:lnTo>
                  <a:pt x="20564" y="221504"/>
                </a:lnTo>
                <a:lnTo>
                  <a:pt x="444532" y="22150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8"/>
          <p:cNvSpPr/>
          <p:nvPr>
            <p:custDataLst>
              <p:tags r:id="rId40"/>
            </p:custDataLst>
          </p:nvPr>
        </p:nvSpPr>
        <p:spPr>
          <a:xfrm flipH="1">
            <a:off x="1805906" y="4248016"/>
            <a:ext cx="337180" cy="302135"/>
          </a:xfrm>
          <a:custGeom>
            <a:avLst/>
            <a:gdLst/>
            <a:ahLst/>
            <a:cxnLst/>
            <a:rect l="l" t="t" r="r" b="b"/>
            <a:pathLst>
              <a:path w="337180" h="302135">
                <a:moveTo>
                  <a:pt x="120196" y="14383"/>
                </a:moveTo>
                <a:cubicBezTo>
                  <a:pt x="120196" y="14383"/>
                  <a:pt x="75581" y="6153"/>
                  <a:pt x="55531" y="53359"/>
                </a:cubicBezTo>
                <a:cubicBezTo>
                  <a:pt x="35481" y="100565"/>
                  <a:pt x="49473" y="94031"/>
                  <a:pt x="39805" y="117586"/>
                </a:cubicBezTo>
                <a:cubicBezTo>
                  <a:pt x="30147" y="141151"/>
                  <a:pt x="-5144" y="142446"/>
                  <a:pt x="400" y="175536"/>
                </a:cubicBezTo>
                <a:cubicBezTo>
                  <a:pt x="5944" y="208626"/>
                  <a:pt x="22050" y="211179"/>
                  <a:pt x="22050" y="211179"/>
                </a:cubicBezTo>
                <a:cubicBezTo>
                  <a:pt x="16726" y="229114"/>
                  <a:pt x="20536" y="248555"/>
                  <a:pt x="32233" y="263157"/>
                </a:cubicBezTo>
                <a:cubicBezTo>
                  <a:pt x="52111" y="287017"/>
                  <a:pt x="94383" y="303390"/>
                  <a:pt x="125997" y="294342"/>
                </a:cubicBezTo>
                <a:cubicBezTo>
                  <a:pt x="125997" y="294342"/>
                  <a:pt x="178794" y="312791"/>
                  <a:pt x="225219" y="292170"/>
                </a:cubicBezTo>
                <a:cubicBezTo>
                  <a:pt x="271653" y="271558"/>
                  <a:pt x="254718" y="274377"/>
                  <a:pt x="274558" y="271034"/>
                </a:cubicBezTo>
                <a:cubicBezTo>
                  <a:pt x="294389" y="267700"/>
                  <a:pt x="343510" y="231581"/>
                  <a:pt x="328089" y="193338"/>
                </a:cubicBezTo>
                <a:cubicBezTo>
                  <a:pt x="328089" y="193338"/>
                  <a:pt x="354073" y="149028"/>
                  <a:pt x="317259" y="122615"/>
                </a:cubicBezTo>
                <a:cubicBezTo>
                  <a:pt x="280445" y="96193"/>
                  <a:pt x="268834" y="64922"/>
                  <a:pt x="243326" y="25375"/>
                </a:cubicBezTo>
                <a:cubicBezTo>
                  <a:pt x="217818" y="-14164"/>
                  <a:pt x="140551" y="429"/>
                  <a:pt x="120196" y="14383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9"/>
          <p:cNvSpPr/>
          <p:nvPr>
            <p:custDataLst>
              <p:tags r:id="rId41"/>
            </p:custDataLst>
          </p:nvPr>
        </p:nvSpPr>
        <p:spPr>
          <a:xfrm flipH="1">
            <a:off x="2014184" y="4518238"/>
            <a:ext cx="196266" cy="189030"/>
          </a:xfrm>
          <a:custGeom>
            <a:avLst/>
            <a:gdLst/>
            <a:ahLst/>
            <a:cxnLst/>
            <a:rect l="l" t="t" r="r" b="b"/>
            <a:pathLst>
              <a:path w="196266" h="189030">
                <a:moveTo>
                  <a:pt x="169545" y="-95"/>
                </a:moveTo>
                <a:cubicBezTo>
                  <a:pt x="169545" y="-95"/>
                  <a:pt x="138789" y="-4429"/>
                  <a:pt x="90973" y="41577"/>
                </a:cubicBezTo>
                <a:cubicBezTo>
                  <a:pt x="43158" y="87563"/>
                  <a:pt x="-21326" y="143875"/>
                  <a:pt x="6563" y="188824"/>
                </a:cubicBezTo>
                <a:lnTo>
                  <a:pt x="124025" y="186014"/>
                </a:lnTo>
                <a:cubicBezTo>
                  <a:pt x="124025" y="186014"/>
                  <a:pt x="195005" y="102470"/>
                  <a:pt x="196044" y="98136"/>
                </a:cubicBezTo>
                <a:cubicBezTo>
                  <a:pt x="197091" y="93802"/>
                  <a:pt x="169545" y="-95"/>
                  <a:pt x="169545" y="-95"/>
                </a:cubicBezTo>
                <a:close/>
              </a:path>
            </a:pathLst>
          </a:custGeom>
          <a:solidFill>
            <a:schemeClr val="accent4">
              <a:lumMod val="39999"/>
              <a:lumOff val="6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50"/>
          <p:cNvSpPr/>
          <p:nvPr>
            <p:custDataLst>
              <p:tags r:id="rId42"/>
            </p:custDataLst>
          </p:nvPr>
        </p:nvSpPr>
        <p:spPr>
          <a:xfrm flipH="1">
            <a:off x="1723342" y="4518022"/>
            <a:ext cx="196279" cy="189116"/>
          </a:xfrm>
          <a:custGeom>
            <a:avLst/>
            <a:gdLst/>
            <a:ahLst/>
            <a:cxnLst/>
            <a:rect l="l" t="t" r="r" b="b"/>
            <a:pathLst>
              <a:path w="196279" h="189116">
                <a:moveTo>
                  <a:pt x="15745" y="-95"/>
                </a:moveTo>
                <a:cubicBezTo>
                  <a:pt x="15745" y="-95"/>
                  <a:pt x="57112" y="-4429"/>
                  <a:pt x="104927" y="41662"/>
                </a:cubicBezTo>
                <a:cubicBezTo>
                  <a:pt x="152743" y="87744"/>
                  <a:pt x="217227" y="143961"/>
                  <a:pt x="189338" y="188919"/>
                </a:cubicBezTo>
                <a:lnTo>
                  <a:pt x="71876" y="186099"/>
                </a:lnTo>
                <a:cubicBezTo>
                  <a:pt x="71876" y="186099"/>
                  <a:pt x="848" y="102556"/>
                  <a:pt x="-152" y="98222"/>
                </a:cubicBezTo>
                <a:cubicBezTo>
                  <a:pt x="-1143" y="93888"/>
                  <a:pt x="15745" y="-95"/>
                  <a:pt x="15745" y="-95"/>
                </a:cubicBezTo>
                <a:close/>
              </a:path>
            </a:pathLst>
          </a:custGeom>
          <a:solidFill>
            <a:schemeClr val="accent4">
              <a:lumMod val="39999"/>
              <a:lumOff val="6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: 形状 51"/>
          <p:cNvSpPr/>
          <p:nvPr>
            <p:custDataLst>
              <p:tags r:id="rId43"/>
            </p:custDataLst>
          </p:nvPr>
        </p:nvSpPr>
        <p:spPr>
          <a:xfrm flipH="1">
            <a:off x="1834039" y="4514665"/>
            <a:ext cx="279008" cy="203864"/>
          </a:xfrm>
          <a:custGeom>
            <a:avLst/>
            <a:gdLst/>
            <a:ahLst/>
            <a:cxnLst/>
            <a:rect l="l" t="t" r="r" b="b"/>
            <a:pathLst>
              <a:path w="279008" h="203864">
                <a:moveTo>
                  <a:pt x="278816" y="203664"/>
                </a:moveTo>
                <a:lnTo>
                  <a:pt x="269243" y="124016"/>
                </a:lnTo>
                <a:cubicBezTo>
                  <a:pt x="256251" y="15735"/>
                  <a:pt x="221390" y="4477"/>
                  <a:pt x="211731" y="3477"/>
                </a:cubicBezTo>
                <a:lnTo>
                  <a:pt x="209217" y="3477"/>
                </a:lnTo>
                <a:lnTo>
                  <a:pt x="209217" y="3477"/>
                </a:lnTo>
                <a:cubicBezTo>
                  <a:pt x="190290" y="3000"/>
                  <a:pt x="165516" y="1619"/>
                  <a:pt x="141389" y="105"/>
                </a:cubicBezTo>
                <a:lnTo>
                  <a:pt x="141389" y="-200"/>
                </a:lnTo>
                <a:lnTo>
                  <a:pt x="139313" y="-200"/>
                </a:lnTo>
                <a:lnTo>
                  <a:pt x="137236" y="-200"/>
                </a:lnTo>
                <a:lnTo>
                  <a:pt x="137236" y="105"/>
                </a:lnTo>
                <a:cubicBezTo>
                  <a:pt x="113109" y="1619"/>
                  <a:pt x="88335" y="3000"/>
                  <a:pt x="69409" y="3477"/>
                </a:cubicBezTo>
                <a:lnTo>
                  <a:pt x="69409" y="3477"/>
                </a:lnTo>
                <a:lnTo>
                  <a:pt x="66856" y="3477"/>
                </a:lnTo>
                <a:cubicBezTo>
                  <a:pt x="57236" y="4477"/>
                  <a:pt x="22422" y="15602"/>
                  <a:pt x="9382" y="124016"/>
                </a:cubicBezTo>
                <a:lnTo>
                  <a:pt x="-190" y="203664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52"/>
          <p:cNvSpPr/>
          <p:nvPr>
            <p:custDataLst>
              <p:tags r:id="rId44"/>
            </p:custDataLst>
          </p:nvPr>
        </p:nvSpPr>
        <p:spPr>
          <a:xfrm flipH="1">
            <a:off x="1719649" y="4640211"/>
            <a:ext cx="101830" cy="67014"/>
          </a:xfrm>
          <a:custGeom>
            <a:avLst/>
            <a:gdLst/>
            <a:ahLst/>
            <a:cxnLst/>
            <a:rect l="l" t="t" r="r" b="b"/>
            <a:pathLst>
              <a:path w="101830" h="67014">
                <a:moveTo>
                  <a:pt x="94231" y="66808"/>
                </a:moveTo>
                <a:cubicBezTo>
                  <a:pt x="94231" y="66808"/>
                  <a:pt x="108042" y="56074"/>
                  <a:pt x="97955" y="28918"/>
                </a:cubicBezTo>
                <a:cubicBezTo>
                  <a:pt x="87859" y="1762"/>
                  <a:pt x="15659" y="-16478"/>
                  <a:pt x="-190" y="21117"/>
                </a:cubicBezTo>
                <a:close/>
              </a:path>
            </a:pathLst>
          </a:custGeom>
          <a:solidFill>
            <a:srgbClr val="FFCC80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53"/>
          <p:cNvSpPr/>
          <p:nvPr>
            <p:custDataLst>
              <p:tags r:id="rId45"/>
            </p:custDataLst>
          </p:nvPr>
        </p:nvSpPr>
        <p:spPr>
          <a:xfrm flipH="1">
            <a:off x="2112095" y="4640211"/>
            <a:ext cx="101830" cy="67014"/>
          </a:xfrm>
          <a:custGeom>
            <a:avLst/>
            <a:gdLst/>
            <a:ahLst/>
            <a:cxnLst/>
            <a:rect l="l" t="t" r="r" b="b"/>
            <a:pathLst>
              <a:path w="101830" h="67014">
                <a:moveTo>
                  <a:pt x="7220" y="66808"/>
                </a:moveTo>
                <a:cubicBezTo>
                  <a:pt x="7220" y="66808"/>
                  <a:pt x="-6591" y="56074"/>
                  <a:pt x="3496" y="28918"/>
                </a:cubicBezTo>
                <a:cubicBezTo>
                  <a:pt x="13592" y="1762"/>
                  <a:pt x="85792" y="-16478"/>
                  <a:pt x="101641" y="21117"/>
                </a:cubicBezTo>
                <a:close/>
              </a:path>
            </a:pathLst>
          </a:custGeom>
          <a:solidFill>
            <a:srgbClr val="FFCC80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54"/>
          <p:cNvSpPr/>
          <p:nvPr>
            <p:custDataLst>
              <p:tags r:id="rId46"/>
            </p:custDataLst>
          </p:nvPr>
        </p:nvSpPr>
        <p:spPr>
          <a:xfrm flipH="1">
            <a:off x="1905455" y="4687969"/>
            <a:ext cx="111226" cy="32857"/>
          </a:xfrm>
          <a:custGeom>
            <a:avLst/>
            <a:gdLst/>
            <a:ahLst/>
            <a:cxnLst/>
            <a:rect l="l" t="t" r="r" b="b"/>
            <a:pathLst>
              <a:path w="111226" h="32857">
                <a:moveTo>
                  <a:pt x="106442" y="21650"/>
                </a:moveTo>
                <a:cubicBezTo>
                  <a:pt x="107918" y="19355"/>
                  <a:pt x="104146" y="15411"/>
                  <a:pt x="101327" y="12468"/>
                </a:cubicBezTo>
                <a:cubicBezTo>
                  <a:pt x="98517" y="9525"/>
                  <a:pt x="79153" y="953"/>
                  <a:pt x="75905" y="-48"/>
                </a:cubicBezTo>
                <a:cubicBezTo>
                  <a:pt x="72657" y="-1038"/>
                  <a:pt x="44939" y="2896"/>
                  <a:pt x="34328" y="6363"/>
                </a:cubicBezTo>
                <a:cubicBezTo>
                  <a:pt x="28699" y="8439"/>
                  <a:pt x="22631" y="9134"/>
                  <a:pt x="16697" y="8401"/>
                </a:cubicBezTo>
                <a:cubicBezTo>
                  <a:pt x="13926" y="7839"/>
                  <a:pt x="9725" y="7106"/>
                  <a:pt x="6477" y="6410"/>
                </a:cubicBezTo>
                <a:lnTo>
                  <a:pt x="-190" y="31185"/>
                </a:lnTo>
                <a:cubicBezTo>
                  <a:pt x="24755" y="30832"/>
                  <a:pt x="50825" y="32699"/>
                  <a:pt x="53169" y="32652"/>
                </a:cubicBezTo>
                <a:cubicBezTo>
                  <a:pt x="60665" y="32652"/>
                  <a:pt x="74390" y="24641"/>
                  <a:pt x="77553" y="23470"/>
                </a:cubicBezTo>
                <a:cubicBezTo>
                  <a:pt x="82277" y="22517"/>
                  <a:pt x="87211" y="23165"/>
                  <a:pt x="91545" y="25251"/>
                </a:cubicBezTo>
                <a:cubicBezTo>
                  <a:pt x="95869" y="27280"/>
                  <a:pt x="108480" y="32137"/>
                  <a:pt x="110595" y="31013"/>
                </a:cubicBezTo>
                <a:cubicBezTo>
                  <a:pt x="112719" y="29880"/>
                  <a:pt x="106442" y="21650"/>
                  <a:pt x="106442" y="21650"/>
                </a:cubicBezTo>
                <a:close/>
              </a:path>
            </a:pathLst>
          </a:custGeom>
          <a:solidFill>
            <a:srgbClr val="E59159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: 形状 55"/>
          <p:cNvSpPr/>
          <p:nvPr>
            <p:custDataLst>
              <p:tags r:id="rId47"/>
            </p:custDataLst>
          </p:nvPr>
        </p:nvSpPr>
        <p:spPr>
          <a:xfrm flipH="1">
            <a:off x="1998318" y="4653992"/>
            <a:ext cx="209311" cy="69525"/>
          </a:xfrm>
          <a:custGeom>
            <a:avLst/>
            <a:gdLst/>
            <a:ahLst/>
            <a:cxnLst/>
            <a:rect l="l" t="t" r="r" b="b"/>
            <a:pathLst>
              <a:path w="209311" h="69525">
                <a:moveTo>
                  <a:pt x="209121" y="42596"/>
                </a:moveTo>
                <a:cubicBezTo>
                  <a:pt x="209121" y="42596"/>
                  <a:pt x="69009" y="-8515"/>
                  <a:pt x="37519" y="972"/>
                </a:cubicBezTo>
                <a:cubicBezTo>
                  <a:pt x="6039" y="10458"/>
                  <a:pt x="-6563" y="39948"/>
                  <a:pt x="2877" y="58922"/>
                </a:cubicBezTo>
                <a:cubicBezTo>
                  <a:pt x="12316" y="77895"/>
                  <a:pt x="198072" y="65113"/>
                  <a:pt x="198072" y="65113"/>
                </a:cubicBezTo>
                <a:close/>
              </a:path>
            </a:pathLst>
          </a:custGeom>
          <a:solidFill>
            <a:srgbClr val="E59159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56"/>
          <p:cNvSpPr/>
          <p:nvPr>
            <p:custDataLst>
              <p:tags r:id="rId48"/>
            </p:custDataLst>
          </p:nvPr>
        </p:nvSpPr>
        <p:spPr>
          <a:xfrm flipH="1">
            <a:off x="1933201" y="4446191"/>
            <a:ext cx="81177" cy="100075"/>
          </a:xfrm>
          <a:custGeom>
            <a:avLst/>
            <a:gdLst/>
            <a:ahLst/>
            <a:cxnLst/>
            <a:rect l="l" t="t" r="r" b="b"/>
            <a:pathLst>
              <a:path w="81177" h="100075">
                <a:moveTo>
                  <a:pt x="74600" y="27299"/>
                </a:moveTo>
                <a:cubicBezTo>
                  <a:pt x="74600" y="28251"/>
                  <a:pt x="78629" y="61646"/>
                  <a:pt x="80877" y="79277"/>
                </a:cubicBezTo>
                <a:cubicBezTo>
                  <a:pt x="81705" y="85858"/>
                  <a:pt x="77762" y="92135"/>
                  <a:pt x="71438" y="94212"/>
                </a:cubicBezTo>
                <a:cubicBezTo>
                  <a:pt x="54635" y="99851"/>
                  <a:pt x="21974" y="106775"/>
                  <a:pt x="2143" y="84734"/>
                </a:cubicBezTo>
                <a:cubicBezTo>
                  <a:pt x="362" y="82696"/>
                  <a:pt x="-457" y="80010"/>
                  <a:pt x="-114" y="77324"/>
                </a:cubicBezTo>
                <a:lnTo>
                  <a:pt x="10763" y="-200"/>
                </a:ln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: 形状 57"/>
          <p:cNvSpPr/>
          <p:nvPr>
            <p:custDataLst>
              <p:tags r:id="rId49"/>
            </p:custDataLst>
          </p:nvPr>
        </p:nvSpPr>
        <p:spPr>
          <a:xfrm flipH="1">
            <a:off x="1938029" y="4446191"/>
            <a:ext cx="70640" cy="50024"/>
          </a:xfrm>
          <a:custGeom>
            <a:avLst/>
            <a:gdLst/>
            <a:ahLst/>
            <a:cxnLst/>
            <a:rect l="l" t="t" r="r" b="b"/>
            <a:pathLst>
              <a:path w="70640" h="50024">
                <a:moveTo>
                  <a:pt x="65732" y="44186"/>
                </a:moveTo>
                <a:cubicBezTo>
                  <a:pt x="67466" y="43586"/>
                  <a:pt x="69066" y="42634"/>
                  <a:pt x="70447" y="41415"/>
                </a:cubicBezTo>
                <a:cubicBezTo>
                  <a:pt x="69494" y="33490"/>
                  <a:pt x="68847" y="27689"/>
                  <a:pt x="68894" y="27299"/>
                </a:cubicBezTo>
                <a:lnTo>
                  <a:pt x="5134" y="-200"/>
                </a:lnTo>
                <a:lnTo>
                  <a:pt x="-190" y="37910"/>
                </a:lnTo>
                <a:cubicBezTo>
                  <a:pt x="19688" y="55969"/>
                  <a:pt x="49787" y="49520"/>
                  <a:pt x="65732" y="44186"/>
                </a:cubicBezTo>
                <a:close/>
              </a:path>
            </a:pathLst>
          </a:custGeom>
          <a:solidFill>
            <a:srgbClr val="E59159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8"/>
          <p:cNvSpPr/>
          <p:nvPr>
            <p:custDataLst>
              <p:tags r:id="rId50"/>
            </p:custDataLst>
          </p:nvPr>
        </p:nvSpPr>
        <p:spPr>
          <a:xfrm flipH="1">
            <a:off x="2044219" y="4372872"/>
            <a:ext cx="35345" cy="48051"/>
          </a:xfrm>
          <a:custGeom>
            <a:avLst/>
            <a:gdLst/>
            <a:ahLst/>
            <a:cxnLst/>
            <a:rect l="l" t="t" r="r" b="b"/>
            <a:pathLst>
              <a:path w="35345" h="48051">
                <a:moveTo>
                  <a:pt x="33376" y="18717"/>
                </a:moveTo>
                <a:cubicBezTo>
                  <a:pt x="37700" y="31709"/>
                  <a:pt x="33842" y="44701"/>
                  <a:pt x="25051" y="47349"/>
                </a:cubicBezTo>
                <a:cubicBezTo>
                  <a:pt x="16269" y="49987"/>
                  <a:pt x="5734" y="41977"/>
                  <a:pt x="1534" y="28985"/>
                </a:cubicBezTo>
                <a:cubicBezTo>
                  <a:pt x="-2667" y="15992"/>
                  <a:pt x="1057" y="3000"/>
                  <a:pt x="9849" y="314"/>
                </a:cubicBezTo>
                <a:cubicBezTo>
                  <a:pt x="18640" y="-2372"/>
                  <a:pt x="29166" y="5725"/>
                  <a:pt x="33376" y="18717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9"/>
          <p:cNvSpPr/>
          <p:nvPr>
            <p:custDataLst>
              <p:tags r:id="rId51"/>
            </p:custDataLst>
          </p:nvPr>
        </p:nvSpPr>
        <p:spPr>
          <a:xfrm flipH="1">
            <a:off x="1869877" y="4359536"/>
            <a:ext cx="33979" cy="49131"/>
          </a:xfrm>
          <a:custGeom>
            <a:avLst/>
            <a:gdLst/>
            <a:ahLst/>
            <a:cxnLst/>
            <a:rect l="l" t="t" r="r" b="b"/>
            <a:pathLst>
              <a:path w="33979" h="49131">
                <a:moveTo>
                  <a:pt x="324" y="21622"/>
                </a:moveTo>
                <a:cubicBezTo>
                  <a:pt x="-1972" y="35090"/>
                  <a:pt x="3581" y="47254"/>
                  <a:pt x="12716" y="48768"/>
                </a:cubicBezTo>
                <a:cubicBezTo>
                  <a:pt x="21850" y="50292"/>
                  <a:pt x="31032" y="40634"/>
                  <a:pt x="33290" y="27118"/>
                </a:cubicBezTo>
                <a:cubicBezTo>
                  <a:pt x="35538" y="13602"/>
                  <a:pt x="29994" y="1524"/>
                  <a:pt x="20898" y="-38"/>
                </a:cubicBezTo>
                <a:cubicBezTo>
                  <a:pt x="11801" y="-1600"/>
                  <a:pt x="2496" y="8144"/>
                  <a:pt x="324" y="21622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60"/>
          <p:cNvSpPr/>
          <p:nvPr>
            <p:custDataLst>
              <p:tags r:id="rId52"/>
            </p:custDataLst>
          </p:nvPr>
        </p:nvSpPr>
        <p:spPr>
          <a:xfrm flipH="1">
            <a:off x="1890402" y="4275804"/>
            <a:ext cx="166270" cy="210951"/>
          </a:xfrm>
          <a:custGeom>
            <a:avLst/>
            <a:gdLst/>
            <a:ahLst/>
            <a:cxnLst/>
            <a:rect l="l" t="t" r="r" b="b"/>
            <a:pathLst>
              <a:path w="166270" h="210951">
                <a:moveTo>
                  <a:pt x="165706" y="99203"/>
                </a:moveTo>
                <a:cubicBezTo>
                  <a:pt x="170040" y="157363"/>
                  <a:pt x="136341" y="207474"/>
                  <a:pt x="90649" y="210598"/>
                </a:cubicBezTo>
                <a:cubicBezTo>
                  <a:pt x="44958" y="213712"/>
                  <a:pt x="4420" y="169488"/>
                  <a:pt x="171" y="111328"/>
                </a:cubicBezTo>
                <a:cubicBezTo>
                  <a:pt x="-4077" y="53159"/>
                  <a:pt x="29537" y="3305"/>
                  <a:pt x="75228" y="-29"/>
                </a:cubicBezTo>
                <a:cubicBezTo>
                  <a:pt x="120920" y="-3362"/>
                  <a:pt x="161458" y="41205"/>
                  <a:pt x="165706" y="99203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61"/>
          <p:cNvSpPr/>
          <p:nvPr>
            <p:custDataLst>
              <p:tags r:id="rId53"/>
            </p:custDataLst>
          </p:nvPr>
        </p:nvSpPr>
        <p:spPr>
          <a:xfrm flipH="1">
            <a:off x="1971899" y="4514579"/>
            <a:ext cx="47619" cy="36161"/>
          </a:xfrm>
          <a:custGeom>
            <a:avLst/>
            <a:gdLst/>
            <a:ahLst/>
            <a:cxnLst/>
            <a:rect l="l" t="t" r="r" b="b"/>
            <a:pathLst>
              <a:path w="47619" h="36161">
                <a:moveTo>
                  <a:pt x="6372" y="-200"/>
                </a:moveTo>
                <a:cubicBezTo>
                  <a:pt x="15592" y="15173"/>
                  <a:pt x="30232" y="26480"/>
                  <a:pt x="47425" y="31499"/>
                </a:cubicBezTo>
                <a:cubicBezTo>
                  <a:pt x="47425" y="31499"/>
                  <a:pt x="26337" y="39386"/>
                  <a:pt x="14297" y="34185"/>
                </a:cubicBezTo>
                <a:cubicBezTo>
                  <a:pt x="2257" y="28985"/>
                  <a:pt x="-6972" y="18898"/>
                  <a:pt x="6372" y="-200"/>
                </a:cubicBezTo>
                <a:close/>
              </a:path>
            </a:pathLst>
          </a:custGeom>
          <a:solidFill>
            <a:srgbClr val="F4F4F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: 形状 62"/>
          <p:cNvSpPr/>
          <p:nvPr>
            <p:custDataLst>
              <p:tags r:id="rId54"/>
            </p:custDataLst>
          </p:nvPr>
        </p:nvSpPr>
        <p:spPr>
          <a:xfrm flipH="1">
            <a:off x="1928194" y="4514579"/>
            <a:ext cx="47082" cy="36161"/>
          </a:xfrm>
          <a:custGeom>
            <a:avLst/>
            <a:gdLst/>
            <a:ahLst/>
            <a:cxnLst/>
            <a:rect l="l" t="t" r="r" b="b"/>
            <a:pathLst>
              <a:path w="47082" h="36161">
                <a:moveTo>
                  <a:pt x="40396" y="-200"/>
                </a:moveTo>
                <a:cubicBezTo>
                  <a:pt x="31337" y="15088"/>
                  <a:pt x="16831" y="26432"/>
                  <a:pt x="-190" y="31499"/>
                </a:cubicBezTo>
                <a:cubicBezTo>
                  <a:pt x="-190" y="31499"/>
                  <a:pt x="20641" y="39386"/>
                  <a:pt x="32595" y="34185"/>
                </a:cubicBezTo>
                <a:cubicBezTo>
                  <a:pt x="44548" y="28985"/>
                  <a:pt x="53559" y="18898"/>
                  <a:pt x="40396" y="-200"/>
                </a:cubicBezTo>
                <a:close/>
              </a:path>
            </a:pathLst>
          </a:custGeom>
          <a:solidFill>
            <a:srgbClr val="F4F4F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: 形状 63"/>
          <p:cNvSpPr/>
          <p:nvPr>
            <p:custDataLst>
              <p:tags r:id="rId55"/>
            </p:custDataLst>
          </p:nvPr>
        </p:nvSpPr>
        <p:spPr>
          <a:xfrm flipH="1">
            <a:off x="1726825" y="4653992"/>
            <a:ext cx="208648" cy="71727"/>
          </a:xfrm>
          <a:custGeom>
            <a:avLst/>
            <a:gdLst/>
            <a:ahLst/>
            <a:cxnLst/>
            <a:rect l="l" t="t" r="r" b="b"/>
            <a:pathLst>
              <a:path w="208648" h="71727">
                <a:moveTo>
                  <a:pt x="-190" y="42596"/>
                </a:moveTo>
                <a:cubicBezTo>
                  <a:pt x="-190" y="42596"/>
                  <a:pt x="139922" y="-8515"/>
                  <a:pt x="171402" y="972"/>
                </a:cubicBezTo>
                <a:cubicBezTo>
                  <a:pt x="202892" y="10458"/>
                  <a:pt x="214722" y="41338"/>
                  <a:pt x="205321" y="60265"/>
                </a:cubicBezTo>
                <a:cubicBezTo>
                  <a:pt x="195920" y="79191"/>
                  <a:pt x="1762" y="68532"/>
                  <a:pt x="1762" y="68532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64"/>
          <p:cNvSpPr/>
          <p:nvPr>
            <p:custDataLst>
              <p:tags r:id="rId56"/>
            </p:custDataLst>
          </p:nvPr>
        </p:nvSpPr>
        <p:spPr>
          <a:xfrm flipH="1">
            <a:off x="1945251" y="4426051"/>
            <a:ext cx="45486" cy="21568"/>
          </a:xfrm>
          <a:custGeom>
            <a:avLst/>
            <a:gdLst/>
            <a:ahLst/>
            <a:cxnLst/>
            <a:rect l="l" t="t" r="r" b="b"/>
            <a:pathLst>
              <a:path w="45486" h="21568">
                <a:moveTo>
                  <a:pt x="-190" y="5258"/>
                </a:moveTo>
                <a:lnTo>
                  <a:pt x="45282" y="-200"/>
                </a:lnTo>
                <a:cubicBezTo>
                  <a:pt x="45634" y="10716"/>
                  <a:pt x="37357" y="20022"/>
                  <a:pt x="26441" y="20888"/>
                </a:cubicBezTo>
                <a:cubicBezTo>
                  <a:pt x="2153" y="24613"/>
                  <a:pt x="-190" y="5258"/>
                  <a:pt x="-190" y="525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65"/>
          <p:cNvSpPr/>
          <p:nvPr>
            <p:custDataLst>
              <p:tags r:id="rId57"/>
            </p:custDataLst>
          </p:nvPr>
        </p:nvSpPr>
        <p:spPr>
          <a:xfrm flipH="1">
            <a:off x="1955788" y="4690681"/>
            <a:ext cx="15115" cy="28022"/>
          </a:xfrm>
          <a:custGeom>
            <a:avLst/>
            <a:gdLst/>
            <a:ahLst/>
            <a:cxnLst/>
            <a:rect l="l" t="t" r="r" b="b"/>
            <a:pathLst>
              <a:path w="15115" h="28022">
                <a:moveTo>
                  <a:pt x="15116" y="10658"/>
                </a:moveTo>
                <a:lnTo>
                  <a:pt x="0" y="28023"/>
                </a:lnTo>
                <a:lnTo>
                  <a:pt x="1429" y="5067"/>
                </a:lnTo>
                <a:lnTo>
                  <a:pt x="8706" y="0"/>
                </a:lnTo>
                <a:lnTo>
                  <a:pt x="15116" y="10658"/>
                </a:lnTo>
                <a:close/>
              </a:path>
            </a:pathLst>
          </a:custGeom>
          <a:solidFill>
            <a:srgbClr val="F2E9D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66"/>
          <p:cNvSpPr/>
          <p:nvPr>
            <p:custDataLst>
              <p:tags r:id="rId58"/>
            </p:custDataLst>
          </p:nvPr>
        </p:nvSpPr>
        <p:spPr>
          <a:xfrm flipH="1">
            <a:off x="1960552" y="4690681"/>
            <a:ext cx="10351" cy="28022"/>
          </a:xfrm>
          <a:custGeom>
            <a:avLst/>
            <a:gdLst/>
            <a:ahLst/>
            <a:cxnLst/>
            <a:rect l="l" t="t" r="r" b="b"/>
            <a:pathLst>
              <a:path w="10351" h="28022">
                <a:moveTo>
                  <a:pt x="8706" y="0"/>
                </a:moveTo>
                <a:lnTo>
                  <a:pt x="10354" y="2734"/>
                </a:lnTo>
                <a:lnTo>
                  <a:pt x="0" y="28023"/>
                </a:lnTo>
                <a:lnTo>
                  <a:pt x="1429" y="5067"/>
                </a:lnTo>
                <a:lnTo>
                  <a:pt x="8706" y="0"/>
                </a:lnTo>
                <a:close/>
              </a:path>
            </a:pathLst>
          </a:custGeom>
          <a:solidFill>
            <a:srgbClr val="E0D5C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67"/>
          <p:cNvSpPr/>
          <p:nvPr>
            <p:custDataLst>
              <p:tags r:id="rId59"/>
            </p:custDataLst>
          </p:nvPr>
        </p:nvSpPr>
        <p:spPr>
          <a:xfrm flipH="1">
            <a:off x="1932355" y="4616273"/>
            <a:ext cx="37464" cy="85409"/>
          </a:xfrm>
          <a:custGeom>
            <a:avLst/>
            <a:gdLst/>
            <a:ahLst/>
            <a:cxnLst/>
            <a:rect l="l" t="t" r="r" b="b"/>
            <a:pathLst>
              <a:path w="37464" h="85409">
                <a:moveTo>
                  <a:pt x="343" y="79477"/>
                </a:moveTo>
                <a:lnTo>
                  <a:pt x="0" y="85411"/>
                </a:lnTo>
                <a:lnTo>
                  <a:pt x="4201" y="81039"/>
                </a:lnTo>
                <a:lnTo>
                  <a:pt x="37462" y="0"/>
                </a:lnTo>
                <a:lnTo>
                  <a:pt x="32614" y="914"/>
                </a:lnTo>
                <a:lnTo>
                  <a:pt x="343" y="79477"/>
                </a:lnTo>
                <a:close/>
              </a:path>
            </a:pathLst>
          </a:custGeom>
          <a:solidFill>
            <a:srgbClr val="FCC13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: 形状 68"/>
          <p:cNvSpPr/>
          <p:nvPr>
            <p:custDataLst>
              <p:tags r:id="rId60"/>
            </p:custDataLst>
          </p:nvPr>
        </p:nvSpPr>
        <p:spPr>
          <a:xfrm flipH="1">
            <a:off x="1926423" y="4616273"/>
            <a:ext cx="39195" cy="87487"/>
          </a:xfrm>
          <a:custGeom>
            <a:avLst/>
            <a:gdLst/>
            <a:ahLst/>
            <a:cxnLst/>
            <a:rect l="l" t="t" r="r" b="b"/>
            <a:pathLst>
              <a:path w="39195" h="87487">
                <a:moveTo>
                  <a:pt x="0" y="81039"/>
                </a:moveTo>
                <a:lnTo>
                  <a:pt x="819" y="87487"/>
                </a:lnTo>
                <a:lnTo>
                  <a:pt x="5972" y="83506"/>
                </a:lnTo>
                <a:lnTo>
                  <a:pt x="39195" y="2467"/>
                </a:lnTo>
                <a:lnTo>
                  <a:pt x="33261" y="0"/>
                </a:lnTo>
                <a:lnTo>
                  <a:pt x="0" y="81039"/>
                </a:lnTo>
                <a:close/>
              </a:path>
            </a:pathLst>
          </a:custGeom>
          <a:solidFill>
            <a:srgbClr val="FED835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: 形状 69"/>
          <p:cNvSpPr/>
          <p:nvPr>
            <p:custDataLst>
              <p:tags r:id="rId61"/>
            </p:custDataLst>
          </p:nvPr>
        </p:nvSpPr>
        <p:spPr>
          <a:xfrm flipH="1">
            <a:off x="1923563" y="4618741"/>
            <a:ext cx="36164" cy="87098"/>
          </a:xfrm>
          <a:custGeom>
            <a:avLst/>
            <a:gdLst/>
            <a:ahLst/>
            <a:cxnLst/>
            <a:rect l="l" t="t" r="r" b="b"/>
            <a:pathLst>
              <a:path w="36164" h="87098">
                <a:moveTo>
                  <a:pt x="86" y="81039"/>
                </a:moveTo>
                <a:lnTo>
                  <a:pt x="0" y="87097"/>
                </a:lnTo>
                <a:lnTo>
                  <a:pt x="3943" y="82591"/>
                </a:lnTo>
                <a:lnTo>
                  <a:pt x="36166" y="4029"/>
                </a:lnTo>
                <a:lnTo>
                  <a:pt x="33309" y="0"/>
                </a:lnTo>
                <a:lnTo>
                  <a:pt x="86" y="81039"/>
                </a:lnTo>
                <a:close/>
              </a:path>
            </a:pathLst>
          </a:custGeom>
          <a:solidFill>
            <a:srgbClr val="FEE0B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: 形状 70"/>
          <p:cNvSpPr/>
          <p:nvPr>
            <p:custDataLst>
              <p:tags r:id="rId62"/>
            </p:custDataLst>
          </p:nvPr>
        </p:nvSpPr>
        <p:spPr>
          <a:xfrm rot="4062000" flipH="1">
            <a:off x="1927780" y="4616804"/>
            <a:ext cx="6453" cy="6453"/>
          </a:xfrm>
          <a:custGeom>
            <a:avLst/>
            <a:gdLst/>
            <a:ahLst/>
            <a:cxnLst/>
            <a:rect l="l" t="t" r="r" b="b"/>
            <a:pathLst>
              <a:path w="6453" h="6453">
                <a:moveTo>
                  <a:pt x="-190" y="-200"/>
                </a:moveTo>
                <a:lnTo>
                  <a:pt x="6267" y="-200"/>
                </a:lnTo>
                <a:lnTo>
                  <a:pt x="6267" y="6248"/>
                </a:lnTo>
                <a:lnTo>
                  <a:pt x="-190" y="6248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71"/>
          <p:cNvSpPr/>
          <p:nvPr>
            <p:custDataLst>
              <p:tags r:id="rId63"/>
            </p:custDataLst>
          </p:nvPr>
        </p:nvSpPr>
        <p:spPr>
          <a:xfrm flipH="1">
            <a:off x="1923564" y="4618741"/>
            <a:ext cx="5283" cy="7536"/>
          </a:xfrm>
          <a:custGeom>
            <a:avLst/>
            <a:gdLst/>
            <a:ahLst/>
            <a:cxnLst/>
            <a:rect l="l" t="t" r="r" b="b"/>
            <a:pathLst>
              <a:path w="5283" h="7536">
                <a:moveTo>
                  <a:pt x="0" y="5982"/>
                </a:moveTo>
                <a:lnTo>
                  <a:pt x="2429" y="0"/>
                </a:lnTo>
                <a:lnTo>
                  <a:pt x="5286" y="4029"/>
                </a:lnTo>
                <a:lnTo>
                  <a:pt x="3858" y="7534"/>
                </a:lnTo>
                <a:lnTo>
                  <a:pt x="0" y="5982"/>
                </a:lnTo>
                <a:close/>
              </a:path>
            </a:pathLst>
          </a:custGeom>
          <a:solidFill>
            <a:srgbClr val="88B5E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72"/>
          <p:cNvSpPr/>
          <p:nvPr>
            <p:custDataLst>
              <p:tags r:id="rId64"/>
            </p:custDataLst>
          </p:nvPr>
        </p:nvSpPr>
        <p:spPr>
          <a:xfrm flipH="1">
            <a:off x="1932356" y="4616273"/>
            <a:ext cx="6323" cy="5976"/>
          </a:xfrm>
          <a:custGeom>
            <a:avLst/>
            <a:gdLst/>
            <a:ahLst/>
            <a:cxnLst/>
            <a:rect l="l" t="t" r="r" b="b"/>
            <a:pathLst>
              <a:path w="6323" h="5976">
                <a:moveTo>
                  <a:pt x="0" y="4420"/>
                </a:moveTo>
                <a:lnTo>
                  <a:pt x="1476" y="914"/>
                </a:lnTo>
                <a:lnTo>
                  <a:pt x="6325" y="0"/>
                </a:lnTo>
                <a:lnTo>
                  <a:pt x="3896" y="5982"/>
                </a:lnTo>
                <a:lnTo>
                  <a:pt x="0" y="4420"/>
                </a:ln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: 形状 73"/>
          <p:cNvSpPr/>
          <p:nvPr>
            <p:custDataLst>
              <p:tags r:id="rId65"/>
            </p:custDataLst>
          </p:nvPr>
        </p:nvSpPr>
        <p:spPr>
          <a:xfrm rot="9461396" flipH="1">
            <a:off x="1925623" y="4624600"/>
            <a:ext cx="4157" cy="7579"/>
          </a:xfrm>
          <a:custGeom>
            <a:avLst/>
            <a:gdLst/>
            <a:ahLst/>
            <a:cxnLst/>
            <a:rect l="l" t="t" r="r" b="b"/>
            <a:pathLst>
              <a:path w="4157" h="7579">
                <a:moveTo>
                  <a:pt x="-190" y="-200"/>
                </a:moveTo>
                <a:lnTo>
                  <a:pt x="3972" y="-200"/>
                </a:lnTo>
                <a:lnTo>
                  <a:pt x="3972" y="7372"/>
                </a:lnTo>
                <a:lnTo>
                  <a:pt x="-190" y="7372"/>
                </a:lnTo>
                <a:close/>
              </a:path>
            </a:pathLst>
          </a:custGeom>
          <a:solidFill>
            <a:srgbClr val="FEF8F8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: 形状 74"/>
          <p:cNvSpPr/>
          <p:nvPr>
            <p:custDataLst>
              <p:tags r:id="rId66"/>
            </p:custDataLst>
          </p:nvPr>
        </p:nvSpPr>
        <p:spPr>
          <a:xfrm rot="9462001" flipH="1">
            <a:off x="1935592" y="4620745"/>
            <a:ext cx="4157" cy="7579"/>
          </a:xfrm>
          <a:custGeom>
            <a:avLst/>
            <a:gdLst/>
            <a:ahLst/>
            <a:cxnLst/>
            <a:rect l="l" t="t" r="r" b="b"/>
            <a:pathLst>
              <a:path w="4157" h="7579">
                <a:moveTo>
                  <a:pt x="-190" y="-200"/>
                </a:moveTo>
                <a:lnTo>
                  <a:pt x="3972" y="-200"/>
                </a:lnTo>
                <a:lnTo>
                  <a:pt x="3972" y="7372"/>
                </a:lnTo>
                <a:lnTo>
                  <a:pt x="-190" y="7372"/>
                </a:ln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: 形状 75"/>
          <p:cNvSpPr/>
          <p:nvPr>
            <p:custDataLst>
              <p:tags r:id="rId67"/>
            </p:custDataLst>
          </p:nvPr>
        </p:nvSpPr>
        <p:spPr>
          <a:xfrm rot="9462598" flipH="1">
            <a:off x="1930060" y="4623193"/>
            <a:ext cx="6453" cy="7579"/>
          </a:xfrm>
          <a:custGeom>
            <a:avLst/>
            <a:gdLst/>
            <a:ahLst/>
            <a:cxnLst/>
            <a:rect l="l" t="t" r="r" b="b"/>
            <a:pathLst>
              <a:path w="6453" h="7579">
                <a:moveTo>
                  <a:pt x="-190" y="-200"/>
                </a:moveTo>
                <a:lnTo>
                  <a:pt x="6267" y="-200"/>
                </a:lnTo>
                <a:lnTo>
                  <a:pt x="6267" y="7372"/>
                </a:lnTo>
                <a:lnTo>
                  <a:pt x="-190" y="7372"/>
                </a:lnTo>
                <a:close/>
              </a:path>
            </a:pathLst>
          </a:custGeom>
          <a:solidFill>
            <a:srgbClr val="F2E9D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: 形状 76"/>
          <p:cNvSpPr/>
          <p:nvPr>
            <p:custDataLst>
              <p:tags r:id="rId68"/>
            </p:custDataLst>
          </p:nvPr>
        </p:nvSpPr>
        <p:spPr>
          <a:xfrm flipH="1">
            <a:off x="1965792" y="4711124"/>
            <a:ext cx="5111" cy="7795"/>
          </a:xfrm>
          <a:custGeom>
            <a:avLst/>
            <a:gdLst/>
            <a:ahLst/>
            <a:cxnLst/>
            <a:rect l="l" t="t" r="r" b="b"/>
            <a:pathLst>
              <a:path w="5111" h="7795">
                <a:moveTo>
                  <a:pt x="4924" y="1705"/>
                </a:moveTo>
                <a:lnTo>
                  <a:pt x="-190" y="7591"/>
                </a:lnTo>
                <a:lnTo>
                  <a:pt x="286" y="-200"/>
                </a:lnTo>
                <a:lnTo>
                  <a:pt x="2105" y="2010"/>
                </a:lnTo>
                <a:close/>
              </a:path>
            </a:pathLst>
          </a:custGeom>
          <a:solidFill>
            <a:srgbClr val="DB3F2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: 形状 77"/>
          <p:cNvSpPr/>
          <p:nvPr>
            <p:custDataLst>
              <p:tags r:id="rId69"/>
            </p:custDataLst>
          </p:nvPr>
        </p:nvSpPr>
        <p:spPr>
          <a:xfrm flipH="1">
            <a:off x="1910787" y="4680160"/>
            <a:ext cx="80963" cy="53952"/>
          </a:xfrm>
          <a:custGeom>
            <a:avLst/>
            <a:gdLst/>
            <a:ahLst/>
            <a:cxnLst/>
            <a:rect l="l" t="t" r="r" b="b"/>
            <a:pathLst>
              <a:path w="80963" h="53952">
                <a:moveTo>
                  <a:pt x="80772" y="8630"/>
                </a:moveTo>
                <a:cubicBezTo>
                  <a:pt x="77391" y="9277"/>
                  <a:pt x="73933" y="9582"/>
                  <a:pt x="70504" y="9496"/>
                </a:cubicBezTo>
                <a:cubicBezTo>
                  <a:pt x="65703" y="6725"/>
                  <a:pt x="60550" y="4648"/>
                  <a:pt x="55178" y="3258"/>
                </a:cubicBezTo>
                <a:cubicBezTo>
                  <a:pt x="50111" y="2648"/>
                  <a:pt x="41624" y="-600"/>
                  <a:pt x="39148" y="-162"/>
                </a:cubicBezTo>
                <a:cubicBezTo>
                  <a:pt x="36681" y="267"/>
                  <a:pt x="24517" y="6639"/>
                  <a:pt x="22736" y="6944"/>
                </a:cubicBezTo>
                <a:cubicBezTo>
                  <a:pt x="21050" y="7506"/>
                  <a:pt x="19488" y="8458"/>
                  <a:pt x="18145" y="9668"/>
                </a:cubicBezTo>
                <a:cubicBezTo>
                  <a:pt x="17107" y="10449"/>
                  <a:pt x="5153" y="12440"/>
                  <a:pt x="2810" y="14002"/>
                </a:cubicBezTo>
                <a:cubicBezTo>
                  <a:pt x="733" y="17202"/>
                  <a:pt x="610" y="21317"/>
                  <a:pt x="2467" y="24651"/>
                </a:cubicBezTo>
                <a:cubicBezTo>
                  <a:pt x="2467" y="24651"/>
                  <a:pt x="2467" y="25308"/>
                  <a:pt x="1562" y="26299"/>
                </a:cubicBezTo>
                <a:cubicBezTo>
                  <a:pt x="219" y="28032"/>
                  <a:pt x="-391" y="30242"/>
                  <a:pt x="-133" y="32404"/>
                </a:cubicBezTo>
                <a:cubicBezTo>
                  <a:pt x="305" y="34271"/>
                  <a:pt x="2381" y="37043"/>
                  <a:pt x="4896" y="36738"/>
                </a:cubicBezTo>
                <a:cubicBezTo>
                  <a:pt x="4896" y="36738"/>
                  <a:pt x="6153" y="36738"/>
                  <a:pt x="6325" y="37262"/>
                </a:cubicBezTo>
                <a:cubicBezTo>
                  <a:pt x="6239" y="39033"/>
                  <a:pt x="6363" y="40805"/>
                  <a:pt x="6801" y="42539"/>
                </a:cubicBezTo>
                <a:cubicBezTo>
                  <a:pt x="7668" y="44748"/>
                  <a:pt x="9782" y="46053"/>
                  <a:pt x="13773" y="45701"/>
                </a:cubicBezTo>
                <a:cubicBezTo>
                  <a:pt x="13773" y="45701"/>
                  <a:pt x="11906" y="54369"/>
                  <a:pt x="20307" y="53711"/>
                </a:cubicBezTo>
                <a:lnTo>
                  <a:pt x="31785" y="52549"/>
                </a:lnTo>
                <a:cubicBezTo>
                  <a:pt x="34776" y="53064"/>
                  <a:pt x="37805" y="53197"/>
                  <a:pt x="40843" y="53026"/>
                </a:cubicBezTo>
                <a:cubicBezTo>
                  <a:pt x="43615" y="52549"/>
                  <a:pt x="60674" y="50121"/>
                  <a:pt x="61893" y="49301"/>
                </a:cubicBezTo>
                <a:cubicBezTo>
                  <a:pt x="63360" y="48168"/>
                  <a:pt x="64961" y="47215"/>
                  <a:pt x="66608" y="46396"/>
                </a:cubicBezTo>
                <a:cubicBezTo>
                  <a:pt x="70123" y="45491"/>
                  <a:pt x="73581" y="44272"/>
                  <a:pt x="76914" y="42891"/>
                </a:cubicBezTo>
                <a:cubicBezTo>
                  <a:pt x="78172" y="42367"/>
                  <a:pt x="79477" y="41939"/>
                  <a:pt x="80772" y="41634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: 形状 78"/>
          <p:cNvSpPr/>
          <p:nvPr>
            <p:custDataLst>
              <p:tags r:id="rId70"/>
            </p:custDataLst>
          </p:nvPr>
        </p:nvSpPr>
        <p:spPr>
          <a:xfrm flipH="1">
            <a:off x="3540140" y="4104512"/>
            <a:ext cx="1243411" cy="949157"/>
          </a:xfrm>
          <a:custGeom>
            <a:avLst/>
            <a:gdLst/>
            <a:ahLst/>
            <a:cxnLst/>
            <a:rect l="l" t="t" r="r" b="b"/>
            <a:pathLst>
              <a:path w="1243411" h="949157">
                <a:moveTo>
                  <a:pt x="1192330" y="-200"/>
                </a:moveTo>
                <a:lnTo>
                  <a:pt x="50482" y="-200"/>
                </a:lnTo>
                <a:cubicBezTo>
                  <a:pt x="22508" y="-200"/>
                  <a:pt x="-190" y="22489"/>
                  <a:pt x="-190" y="50473"/>
                </a:cubicBezTo>
                <a:lnTo>
                  <a:pt x="-190" y="733920"/>
                </a:lnTo>
                <a:cubicBezTo>
                  <a:pt x="-190" y="753580"/>
                  <a:pt x="12802" y="769477"/>
                  <a:pt x="28785" y="769477"/>
                </a:cubicBezTo>
                <a:lnTo>
                  <a:pt x="518846" y="769477"/>
                </a:lnTo>
                <a:lnTo>
                  <a:pt x="518846" y="909714"/>
                </a:lnTo>
                <a:lnTo>
                  <a:pt x="228667" y="909714"/>
                </a:lnTo>
                <a:cubicBezTo>
                  <a:pt x="206969" y="909714"/>
                  <a:pt x="189424" y="927259"/>
                  <a:pt x="189386" y="948957"/>
                </a:cubicBezTo>
                <a:lnTo>
                  <a:pt x="1047417" y="948957"/>
                </a:lnTo>
                <a:cubicBezTo>
                  <a:pt x="1047369" y="927259"/>
                  <a:pt x="1029834" y="909714"/>
                  <a:pt x="1008126" y="909714"/>
                </a:cubicBezTo>
                <a:lnTo>
                  <a:pt x="717947" y="909714"/>
                </a:lnTo>
                <a:lnTo>
                  <a:pt x="717947" y="769477"/>
                </a:lnTo>
                <a:lnTo>
                  <a:pt x="1214247" y="769477"/>
                </a:lnTo>
                <a:cubicBezTo>
                  <a:pt x="1230268" y="769477"/>
                  <a:pt x="1243222" y="753580"/>
                  <a:pt x="1243222" y="733920"/>
                </a:cubicBezTo>
                <a:lnTo>
                  <a:pt x="1243222" y="50473"/>
                </a:lnTo>
                <a:cubicBezTo>
                  <a:pt x="1243270" y="22489"/>
                  <a:pt x="1220610" y="-162"/>
                  <a:pt x="1192635" y="-200"/>
                </a:cubicBezTo>
                <a:cubicBezTo>
                  <a:pt x="1192549" y="-200"/>
                  <a:pt x="1192416" y="-200"/>
                  <a:pt x="1192330" y="-200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: 形状 79"/>
          <p:cNvSpPr/>
          <p:nvPr>
            <p:custDataLst>
              <p:tags r:id="rId71"/>
            </p:custDataLst>
          </p:nvPr>
        </p:nvSpPr>
        <p:spPr>
          <a:xfrm flipH="1">
            <a:off x="3708751" y="4848419"/>
            <a:ext cx="858073" cy="205076"/>
          </a:xfrm>
          <a:custGeom>
            <a:avLst/>
            <a:gdLst/>
            <a:ahLst/>
            <a:cxnLst/>
            <a:rect l="l" t="t" r="r" b="b"/>
            <a:pathLst>
              <a:path w="858073" h="205076">
                <a:moveTo>
                  <a:pt x="818255" y="165640"/>
                </a:moveTo>
                <a:lnTo>
                  <a:pt x="528076" y="165640"/>
                </a:lnTo>
                <a:lnTo>
                  <a:pt x="528076" y="-200"/>
                </a:lnTo>
                <a:lnTo>
                  <a:pt x="329279" y="-200"/>
                </a:lnTo>
                <a:lnTo>
                  <a:pt x="329279" y="165640"/>
                </a:lnTo>
                <a:lnTo>
                  <a:pt x="39091" y="165640"/>
                </a:lnTo>
                <a:cubicBezTo>
                  <a:pt x="17393" y="165640"/>
                  <a:pt x="-143" y="183175"/>
                  <a:pt x="-190" y="204873"/>
                </a:cubicBezTo>
                <a:lnTo>
                  <a:pt x="857888" y="204873"/>
                </a:lnTo>
                <a:cubicBezTo>
                  <a:pt x="857841" y="183175"/>
                  <a:pt x="840257" y="165592"/>
                  <a:pt x="818559" y="165640"/>
                </a:cubicBezTo>
                <a:cubicBezTo>
                  <a:pt x="818474" y="165640"/>
                  <a:pt x="818340" y="165640"/>
                  <a:pt x="818255" y="165640"/>
                </a:cubicBez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: 形状 80"/>
          <p:cNvSpPr/>
          <p:nvPr>
            <p:custDataLst>
              <p:tags r:id="rId72"/>
            </p:custDataLst>
          </p:nvPr>
        </p:nvSpPr>
        <p:spPr>
          <a:xfrm flipH="1">
            <a:off x="3513331" y="4104382"/>
            <a:ext cx="1243151" cy="639701"/>
          </a:xfrm>
          <a:custGeom>
            <a:avLst/>
            <a:gdLst/>
            <a:ahLst/>
            <a:cxnLst/>
            <a:rect l="l" t="t" r="r" b="b"/>
            <a:pathLst>
              <a:path w="1243151" h="639701">
                <a:moveTo>
                  <a:pt x="1242965" y="639499"/>
                </a:moveTo>
                <a:lnTo>
                  <a:pt x="1242965" y="50473"/>
                </a:lnTo>
                <a:cubicBezTo>
                  <a:pt x="1242965" y="22489"/>
                  <a:pt x="1220267" y="-200"/>
                  <a:pt x="1192292" y="-200"/>
                </a:cubicBezTo>
                <a:lnTo>
                  <a:pt x="50444" y="-200"/>
                </a:lnTo>
                <a:cubicBezTo>
                  <a:pt x="22460" y="-200"/>
                  <a:pt x="-190" y="22450"/>
                  <a:pt x="-190" y="50425"/>
                </a:cubicBezTo>
                <a:cubicBezTo>
                  <a:pt x="-190" y="50425"/>
                  <a:pt x="-190" y="50473"/>
                  <a:pt x="-190" y="50473"/>
                </a:cubicBezTo>
                <a:lnTo>
                  <a:pt x="-190" y="63949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81"/>
          <p:cNvSpPr/>
          <p:nvPr>
            <p:custDataLst>
              <p:tags r:id="rId73"/>
            </p:custDataLst>
          </p:nvPr>
        </p:nvSpPr>
        <p:spPr>
          <a:xfrm flipH="1">
            <a:off x="3513331" y="4744083"/>
            <a:ext cx="1243151" cy="130105"/>
          </a:xfrm>
          <a:custGeom>
            <a:avLst/>
            <a:gdLst/>
            <a:ahLst/>
            <a:cxnLst/>
            <a:rect l="l" t="t" r="r" b="b"/>
            <a:pathLst>
              <a:path w="1243151" h="130105">
                <a:moveTo>
                  <a:pt x="-190" y="-200"/>
                </a:moveTo>
                <a:lnTo>
                  <a:pt x="-190" y="94345"/>
                </a:lnTo>
                <a:cubicBezTo>
                  <a:pt x="-190" y="114005"/>
                  <a:pt x="12802" y="129902"/>
                  <a:pt x="28785" y="129902"/>
                </a:cubicBezTo>
                <a:lnTo>
                  <a:pt x="1213990" y="129902"/>
                </a:lnTo>
                <a:cubicBezTo>
                  <a:pt x="1230011" y="129902"/>
                  <a:pt x="1242965" y="114005"/>
                  <a:pt x="1242965" y="94345"/>
                </a:cubicBezTo>
                <a:lnTo>
                  <a:pt x="1242965" y="-29"/>
                </a:lnTo>
                <a:close/>
              </a:path>
            </a:pathLst>
          </a:custGeom>
          <a:solidFill>
            <a:srgbClr val="465A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82"/>
          <p:cNvSpPr/>
          <p:nvPr>
            <p:custDataLst>
              <p:tags r:id="rId74"/>
            </p:custDataLst>
          </p:nvPr>
        </p:nvSpPr>
        <p:spPr>
          <a:xfrm flipH="1">
            <a:off x="3542436" y="4130105"/>
            <a:ext cx="1184941" cy="588425"/>
          </a:xfrm>
          <a:custGeom>
            <a:avLst/>
            <a:gdLst/>
            <a:ahLst/>
            <a:cxnLst/>
            <a:rect l="l" t="t" r="r" b="b"/>
            <a:pathLst>
              <a:path w="1184941" h="588425">
                <a:moveTo>
                  <a:pt x="1184748" y="588226"/>
                </a:moveTo>
                <a:lnTo>
                  <a:pt x="1184748" y="26480"/>
                </a:lnTo>
                <a:cubicBezTo>
                  <a:pt x="1184491" y="11497"/>
                  <a:pt x="1172108" y="-457"/>
                  <a:pt x="1157116" y="-200"/>
                </a:cubicBezTo>
                <a:cubicBezTo>
                  <a:pt x="1157116" y="-200"/>
                  <a:pt x="1157116" y="-200"/>
                  <a:pt x="1157116" y="-200"/>
                </a:cubicBezTo>
                <a:lnTo>
                  <a:pt x="27403" y="-200"/>
                </a:lnTo>
                <a:cubicBezTo>
                  <a:pt x="12411" y="-457"/>
                  <a:pt x="67" y="11497"/>
                  <a:pt x="-190" y="26480"/>
                </a:cubicBezTo>
                <a:lnTo>
                  <a:pt x="-190" y="588226"/>
                </a:lnTo>
                <a:close/>
              </a:path>
            </a:pathLst>
          </a:custGeom>
          <a:solidFill>
            <a:srgbClr val="F5FFFF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: 形状 83"/>
          <p:cNvSpPr/>
          <p:nvPr>
            <p:custDataLst>
              <p:tags r:id="rId75"/>
            </p:custDataLst>
          </p:nvPr>
        </p:nvSpPr>
        <p:spPr>
          <a:xfrm flipH="1">
            <a:off x="3910447" y="4498770"/>
            <a:ext cx="456114" cy="219759"/>
          </a:xfrm>
          <a:custGeom>
            <a:avLst/>
            <a:gdLst/>
            <a:ahLst/>
            <a:cxnLst/>
            <a:rect l="l" t="t" r="r" b="b"/>
            <a:pathLst>
              <a:path w="456114" h="219759">
                <a:moveTo>
                  <a:pt x="455752" y="28470"/>
                </a:moveTo>
                <a:cubicBezTo>
                  <a:pt x="457400" y="13221"/>
                  <a:pt x="447084" y="-200"/>
                  <a:pt x="434092" y="-200"/>
                </a:cubicBezTo>
                <a:lnTo>
                  <a:pt x="423834" y="-200"/>
                </a:lnTo>
                <a:cubicBezTo>
                  <a:pt x="413480" y="3134"/>
                  <a:pt x="402907" y="5686"/>
                  <a:pt x="392211" y="7506"/>
                </a:cubicBezTo>
                <a:cubicBezTo>
                  <a:pt x="356006" y="14259"/>
                  <a:pt x="319411" y="18593"/>
                  <a:pt x="282635" y="20498"/>
                </a:cubicBezTo>
                <a:cubicBezTo>
                  <a:pt x="266090" y="21107"/>
                  <a:pt x="249117" y="21279"/>
                  <a:pt x="233829" y="21279"/>
                </a:cubicBezTo>
                <a:lnTo>
                  <a:pt x="221913" y="21279"/>
                </a:lnTo>
                <a:cubicBezTo>
                  <a:pt x="206626" y="21279"/>
                  <a:pt x="189652" y="21279"/>
                  <a:pt x="173107" y="20498"/>
                </a:cubicBezTo>
                <a:cubicBezTo>
                  <a:pt x="136331" y="18593"/>
                  <a:pt x="99736" y="14259"/>
                  <a:pt x="63532" y="7506"/>
                </a:cubicBezTo>
                <a:cubicBezTo>
                  <a:pt x="52826" y="5686"/>
                  <a:pt x="42262" y="3134"/>
                  <a:pt x="31909" y="-200"/>
                </a:cubicBezTo>
                <a:lnTo>
                  <a:pt x="21650" y="-200"/>
                </a:lnTo>
                <a:cubicBezTo>
                  <a:pt x="8649" y="-200"/>
                  <a:pt x="-1695" y="13221"/>
                  <a:pt x="-10" y="28470"/>
                </a:cubicBezTo>
                <a:lnTo>
                  <a:pt x="20479" y="219561"/>
                </a:lnTo>
                <a:lnTo>
                  <a:pt x="435350" y="21956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84"/>
          <p:cNvSpPr/>
          <p:nvPr>
            <p:custDataLst>
              <p:tags r:id="rId76"/>
            </p:custDataLst>
          </p:nvPr>
        </p:nvSpPr>
        <p:spPr>
          <a:xfrm flipH="1">
            <a:off x="4314841" y="4268014"/>
            <a:ext cx="163024" cy="351290"/>
          </a:xfrm>
          <a:custGeom>
            <a:avLst/>
            <a:gdLst/>
            <a:ahLst/>
            <a:cxnLst/>
            <a:rect l="l" t="t" r="r" b="b"/>
            <a:pathLst>
              <a:path w="163024" h="351290">
                <a:moveTo>
                  <a:pt x="13887" y="33833"/>
                </a:moveTo>
                <a:cubicBezTo>
                  <a:pt x="19040" y="29508"/>
                  <a:pt x="35547" y="56578"/>
                  <a:pt x="42386" y="55493"/>
                </a:cubicBezTo>
                <a:cubicBezTo>
                  <a:pt x="49235" y="54407"/>
                  <a:pt x="34071" y="15992"/>
                  <a:pt x="38833" y="12440"/>
                </a:cubicBezTo>
                <a:cubicBezTo>
                  <a:pt x="47501" y="5944"/>
                  <a:pt x="57941" y="53711"/>
                  <a:pt x="62179" y="50987"/>
                </a:cubicBezTo>
                <a:cubicBezTo>
                  <a:pt x="66427" y="48263"/>
                  <a:pt x="58236" y="-1553"/>
                  <a:pt x="68113" y="229"/>
                </a:cubicBezTo>
                <a:cubicBezTo>
                  <a:pt x="77991" y="2000"/>
                  <a:pt x="71190" y="52721"/>
                  <a:pt x="77076" y="51806"/>
                </a:cubicBezTo>
                <a:cubicBezTo>
                  <a:pt x="82972" y="50902"/>
                  <a:pt x="79115" y="4172"/>
                  <a:pt x="91154" y="-162"/>
                </a:cubicBezTo>
                <a:cubicBezTo>
                  <a:pt x="97612" y="-2286"/>
                  <a:pt x="87478" y="80743"/>
                  <a:pt x="94059" y="87239"/>
                </a:cubicBezTo>
                <a:cubicBezTo>
                  <a:pt x="100641" y="93736"/>
                  <a:pt x="123549" y="65580"/>
                  <a:pt x="130435" y="69913"/>
                </a:cubicBezTo>
                <a:cubicBezTo>
                  <a:pt x="137322" y="74247"/>
                  <a:pt x="80324" y="118339"/>
                  <a:pt x="79934" y="123530"/>
                </a:cubicBezTo>
                <a:cubicBezTo>
                  <a:pt x="79543" y="128730"/>
                  <a:pt x="64218" y="241554"/>
                  <a:pt x="69066" y="277501"/>
                </a:cubicBezTo>
                <a:cubicBezTo>
                  <a:pt x="81629" y="277073"/>
                  <a:pt x="151095" y="282140"/>
                  <a:pt x="162839" y="281445"/>
                </a:cubicBezTo>
                <a:cubicBezTo>
                  <a:pt x="157201" y="305048"/>
                  <a:pt x="162839" y="327393"/>
                  <a:pt x="158506" y="351091"/>
                </a:cubicBezTo>
                <a:cubicBezTo>
                  <a:pt x="118662" y="351091"/>
                  <a:pt x="15192" y="338357"/>
                  <a:pt x="6915" y="330556"/>
                </a:cubicBezTo>
                <a:cubicBezTo>
                  <a:pt x="-17945" y="306829"/>
                  <a:pt x="29870" y="156886"/>
                  <a:pt x="36757" y="128035"/>
                </a:cubicBezTo>
                <a:cubicBezTo>
                  <a:pt x="43644" y="99193"/>
                  <a:pt x="33290" y="88411"/>
                  <a:pt x="32214" y="71218"/>
                </a:cubicBezTo>
                <a:cubicBezTo>
                  <a:pt x="31128" y="54016"/>
                  <a:pt x="8734" y="38338"/>
                  <a:pt x="13887" y="33833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85"/>
          <p:cNvSpPr/>
          <p:nvPr>
            <p:custDataLst>
              <p:tags r:id="rId77"/>
            </p:custDataLst>
          </p:nvPr>
        </p:nvSpPr>
        <p:spPr>
          <a:xfrm flipH="1">
            <a:off x="3897595" y="4519712"/>
            <a:ext cx="496115" cy="185261"/>
          </a:xfrm>
          <a:custGeom>
            <a:avLst/>
            <a:gdLst/>
            <a:ahLst/>
            <a:cxnLst/>
            <a:rect l="l" t="t" r="r" b="b"/>
            <a:pathLst>
              <a:path w="496115" h="185261">
                <a:moveTo>
                  <a:pt x="-190" y="22555"/>
                </a:moveTo>
                <a:cubicBezTo>
                  <a:pt x="-190" y="22555"/>
                  <a:pt x="233953" y="-21574"/>
                  <a:pt x="254784" y="13068"/>
                </a:cubicBezTo>
                <a:cubicBezTo>
                  <a:pt x="275615" y="47720"/>
                  <a:pt x="241573" y="107051"/>
                  <a:pt x="197615" y="119577"/>
                </a:cubicBezTo>
                <a:cubicBezTo>
                  <a:pt x="153648" y="132093"/>
                  <a:pt x="8773" y="111728"/>
                  <a:pt x="8773" y="111728"/>
                </a:cubicBezTo>
                <a:close/>
                <a:moveTo>
                  <a:pt x="303638" y="96183"/>
                </a:moveTo>
                <a:cubicBezTo>
                  <a:pt x="304629" y="100517"/>
                  <a:pt x="374190" y="182289"/>
                  <a:pt x="374190" y="182289"/>
                </a:cubicBezTo>
                <a:lnTo>
                  <a:pt x="489309" y="185061"/>
                </a:lnTo>
                <a:cubicBezTo>
                  <a:pt x="516636" y="141056"/>
                  <a:pt x="453447" y="85963"/>
                  <a:pt x="406584" y="40786"/>
                </a:cubicBezTo>
                <a:cubicBezTo>
                  <a:pt x="359721" y="-4382"/>
                  <a:pt x="329575" y="-48"/>
                  <a:pt x="329575" y="-48"/>
                </a:cubicBezTo>
                <a:cubicBezTo>
                  <a:pt x="329575" y="-48"/>
                  <a:pt x="302724" y="91945"/>
                  <a:pt x="303724" y="9623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86"/>
          <p:cNvSpPr/>
          <p:nvPr>
            <p:custDataLst>
              <p:tags r:id="rId78"/>
            </p:custDataLst>
          </p:nvPr>
        </p:nvSpPr>
        <p:spPr>
          <a:xfrm flipH="1">
            <a:off x="3990226" y="4516311"/>
            <a:ext cx="273854" cy="202218"/>
          </a:xfrm>
          <a:custGeom>
            <a:avLst/>
            <a:gdLst/>
            <a:ahLst/>
            <a:cxnLst/>
            <a:rect l="l" t="t" r="r" b="b"/>
            <a:pathLst>
              <a:path w="273854" h="202218">
                <a:moveTo>
                  <a:pt x="273663" y="202016"/>
                </a:moveTo>
                <a:lnTo>
                  <a:pt x="264004" y="121501"/>
                </a:lnTo>
                <a:cubicBezTo>
                  <a:pt x="251270" y="15307"/>
                  <a:pt x="217141" y="4562"/>
                  <a:pt x="207702" y="3391"/>
                </a:cubicBezTo>
                <a:lnTo>
                  <a:pt x="205235" y="3391"/>
                </a:lnTo>
                <a:lnTo>
                  <a:pt x="205235" y="3391"/>
                </a:lnTo>
                <a:cubicBezTo>
                  <a:pt x="186652" y="2915"/>
                  <a:pt x="162401" y="1572"/>
                  <a:pt x="138798" y="57"/>
                </a:cubicBezTo>
                <a:lnTo>
                  <a:pt x="138798" y="-200"/>
                </a:lnTo>
                <a:lnTo>
                  <a:pt x="136712" y="-200"/>
                </a:lnTo>
                <a:lnTo>
                  <a:pt x="134684" y="-200"/>
                </a:lnTo>
                <a:lnTo>
                  <a:pt x="134684" y="57"/>
                </a:lnTo>
                <a:cubicBezTo>
                  <a:pt x="111071" y="1572"/>
                  <a:pt x="86782" y="2915"/>
                  <a:pt x="68237" y="3391"/>
                </a:cubicBezTo>
                <a:lnTo>
                  <a:pt x="68237" y="3391"/>
                </a:lnTo>
                <a:lnTo>
                  <a:pt x="65770" y="3391"/>
                </a:lnTo>
                <a:cubicBezTo>
                  <a:pt x="56331" y="4343"/>
                  <a:pt x="22203" y="15307"/>
                  <a:pt x="9468" y="121501"/>
                </a:cubicBezTo>
                <a:lnTo>
                  <a:pt x="-190" y="20201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: 形状 87"/>
          <p:cNvSpPr/>
          <p:nvPr>
            <p:custDataLst>
              <p:tags r:id="rId79"/>
            </p:custDataLst>
          </p:nvPr>
        </p:nvSpPr>
        <p:spPr>
          <a:xfrm flipH="1">
            <a:off x="3994622" y="4211971"/>
            <a:ext cx="265013" cy="269250"/>
          </a:xfrm>
          <a:custGeom>
            <a:avLst/>
            <a:gdLst/>
            <a:ahLst/>
            <a:cxnLst/>
            <a:rect l="l" t="t" r="r" b="b"/>
            <a:pathLst>
              <a:path w="265013" h="269250">
                <a:moveTo>
                  <a:pt x="144875" y="7458"/>
                </a:moveTo>
                <a:cubicBezTo>
                  <a:pt x="144875" y="7458"/>
                  <a:pt x="81553" y="-20869"/>
                  <a:pt x="65522" y="31413"/>
                </a:cubicBezTo>
                <a:cubicBezTo>
                  <a:pt x="65522" y="31413"/>
                  <a:pt x="13554" y="24917"/>
                  <a:pt x="26241" y="80915"/>
                </a:cubicBezTo>
                <a:cubicBezTo>
                  <a:pt x="26241" y="80915"/>
                  <a:pt x="-23870" y="107204"/>
                  <a:pt x="13897" y="178108"/>
                </a:cubicBezTo>
                <a:cubicBezTo>
                  <a:pt x="13897" y="178108"/>
                  <a:pt x="7315" y="242335"/>
                  <a:pt x="81772" y="247964"/>
                </a:cubicBezTo>
                <a:cubicBezTo>
                  <a:pt x="81772" y="247964"/>
                  <a:pt x="91211" y="273215"/>
                  <a:pt x="124692" y="268453"/>
                </a:cubicBezTo>
                <a:cubicBezTo>
                  <a:pt x="158172" y="263690"/>
                  <a:pt x="167088" y="248612"/>
                  <a:pt x="167088" y="248612"/>
                </a:cubicBezTo>
                <a:cubicBezTo>
                  <a:pt x="167088" y="248612"/>
                  <a:pt x="227419" y="273996"/>
                  <a:pt x="241630" y="217865"/>
                </a:cubicBezTo>
                <a:cubicBezTo>
                  <a:pt x="241630" y="217865"/>
                  <a:pt x="284940" y="202492"/>
                  <a:pt x="253194" y="146752"/>
                </a:cubicBezTo>
                <a:cubicBezTo>
                  <a:pt x="253194" y="146752"/>
                  <a:pt x="284207" y="76886"/>
                  <a:pt x="225428" y="48778"/>
                </a:cubicBezTo>
                <a:cubicBezTo>
                  <a:pt x="225428" y="48778"/>
                  <a:pt x="207893" y="-18879"/>
                  <a:pt x="144875" y="7458"/>
                </a:cubicBezTo>
                <a:close/>
              </a:path>
            </a:pathLst>
          </a:custGeom>
          <a:solidFill>
            <a:srgbClr val="3E505A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任意多边形: 形状 88"/>
          <p:cNvSpPr/>
          <p:nvPr>
            <p:custDataLst>
              <p:tags r:id="rId80"/>
            </p:custDataLst>
          </p:nvPr>
        </p:nvSpPr>
        <p:spPr>
          <a:xfrm flipH="1">
            <a:off x="4024491" y="4282389"/>
            <a:ext cx="205758" cy="264896"/>
          </a:xfrm>
          <a:custGeom>
            <a:avLst/>
            <a:gdLst/>
            <a:ahLst/>
            <a:cxnLst/>
            <a:rect l="l" t="t" r="r" b="b"/>
            <a:pathLst>
              <a:path w="205758" h="264896">
                <a:moveTo>
                  <a:pt x="136150" y="193567"/>
                </a:moveTo>
                <a:cubicBezTo>
                  <a:pt x="136150" y="194481"/>
                  <a:pt x="140132" y="227181"/>
                  <a:pt x="142294" y="244507"/>
                </a:cubicBezTo>
                <a:cubicBezTo>
                  <a:pt x="143123" y="250955"/>
                  <a:pt x="139265" y="257108"/>
                  <a:pt x="133074" y="259147"/>
                </a:cubicBezTo>
                <a:cubicBezTo>
                  <a:pt x="116615" y="264690"/>
                  <a:pt x="84563" y="271443"/>
                  <a:pt x="65246" y="249831"/>
                </a:cubicBezTo>
                <a:cubicBezTo>
                  <a:pt x="63475" y="247841"/>
                  <a:pt x="62694" y="245193"/>
                  <a:pt x="63036" y="242554"/>
                </a:cubicBezTo>
                <a:lnTo>
                  <a:pt x="73695" y="166592"/>
                </a:lnTo>
                <a:close/>
                <a:moveTo>
                  <a:pt x="133074" y="210112"/>
                </a:moveTo>
                <a:cubicBezTo>
                  <a:pt x="134807" y="209512"/>
                  <a:pt x="136360" y="208597"/>
                  <a:pt x="137703" y="207388"/>
                </a:cubicBezTo>
                <a:cubicBezTo>
                  <a:pt x="136798" y="199634"/>
                  <a:pt x="136103" y="193958"/>
                  <a:pt x="136150" y="193567"/>
                </a:cubicBezTo>
                <a:lnTo>
                  <a:pt x="73695" y="166592"/>
                </a:lnTo>
                <a:lnTo>
                  <a:pt x="68456" y="203968"/>
                </a:lnTo>
                <a:cubicBezTo>
                  <a:pt x="87982" y="221637"/>
                  <a:pt x="117481" y="215313"/>
                  <a:pt x="133074" y="210112"/>
                </a:cubicBezTo>
                <a:close/>
                <a:moveTo>
                  <a:pt x="10982" y="88583"/>
                </a:moveTo>
                <a:cubicBezTo>
                  <a:pt x="2315" y="90754"/>
                  <a:pt x="-2362" y="103003"/>
                  <a:pt x="800" y="116005"/>
                </a:cubicBezTo>
                <a:cubicBezTo>
                  <a:pt x="3962" y="128997"/>
                  <a:pt x="13792" y="137655"/>
                  <a:pt x="22460" y="135665"/>
                </a:cubicBezTo>
                <a:cubicBezTo>
                  <a:pt x="31118" y="133674"/>
                  <a:pt x="35795" y="121244"/>
                  <a:pt x="32595" y="108252"/>
                </a:cubicBezTo>
                <a:cubicBezTo>
                  <a:pt x="29385" y="95260"/>
                  <a:pt x="19774" y="86458"/>
                  <a:pt x="10982" y="88583"/>
                </a:cubicBezTo>
                <a:close/>
                <a:moveTo>
                  <a:pt x="194396" y="88583"/>
                </a:moveTo>
                <a:cubicBezTo>
                  <a:pt x="203063" y="90754"/>
                  <a:pt x="207740" y="103003"/>
                  <a:pt x="204578" y="116005"/>
                </a:cubicBezTo>
                <a:cubicBezTo>
                  <a:pt x="201416" y="128997"/>
                  <a:pt x="191586" y="137655"/>
                  <a:pt x="182928" y="135665"/>
                </a:cubicBezTo>
                <a:cubicBezTo>
                  <a:pt x="174260" y="133674"/>
                  <a:pt x="169583" y="121244"/>
                  <a:pt x="172745" y="108252"/>
                </a:cubicBezTo>
                <a:cubicBezTo>
                  <a:pt x="175908" y="95260"/>
                  <a:pt x="185604" y="86458"/>
                  <a:pt x="194396" y="88583"/>
                </a:cubicBezTo>
                <a:close/>
                <a:moveTo>
                  <a:pt x="185738" y="103270"/>
                </a:moveTo>
                <a:cubicBezTo>
                  <a:pt x="185738" y="160439"/>
                  <a:pt x="149314" y="206778"/>
                  <a:pt x="104404" y="206778"/>
                </a:cubicBezTo>
                <a:cubicBezTo>
                  <a:pt x="59484" y="206778"/>
                  <a:pt x="23060" y="160439"/>
                  <a:pt x="23060" y="103270"/>
                </a:cubicBezTo>
                <a:cubicBezTo>
                  <a:pt x="23060" y="46101"/>
                  <a:pt x="59484" y="-200"/>
                  <a:pt x="104404" y="-200"/>
                </a:cubicBezTo>
                <a:cubicBezTo>
                  <a:pt x="149314" y="-200"/>
                  <a:pt x="185566" y="46139"/>
                  <a:pt x="185566" y="103270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9"/>
          <p:cNvSpPr/>
          <p:nvPr>
            <p:custDataLst>
              <p:tags r:id="rId81"/>
            </p:custDataLst>
          </p:nvPr>
        </p:nvSpPr>
        <p:spPr>
          <a:xfrm flipH="1">
            <a:off x="3900896" y="4652808"/>
            <a:ext cx="295390" cy="68934"/>
          </a:xfrm>
          <a:custGeom>
            <a:avLst/>
            <a:gdLst/>
            <a:ahLst/>
            <a:cxnLst/>
            <a:rect l="l" t="t" r="r" b="b"/>
            <a:pathLst>
              <a:path w="295390" h="68934">
                <a:moveTo>
                  <a:pt x="4220" y="54559"/>
                </a:moveTo>
                <a:cubicBezTo>
                  <a:pt x="2743" y="52311"/>
                  <a:pt x="6420" y="48416"/>
                  <a:pt x="9192" y="45549"/>
                </a:cubicBezTo>
                <a:cubicBezTo>
                  <a:pt x="11963" y="42691"/>
                  <a:pt x="30851" y="34252"/>
                  <a:pt x="34100" y="33299"/>
                </a:cubicBezTo>
                <a:cubicBezTo>
                  <a:pt x="37348" y="32347"/>
                  <a:pt x="64418" y="36157"/>
                  <a:pt x="74895" y="39576"/>
                </a:cubicBezTo>
                <a:cubicBezTo>
                  <a:pt x="80439" y="41615"/>
                  <a:pt x="86373" y="42301"/>
                  <a:pt x="92221" y="41567"/>
                </a:cubicBezTo>
                <a:lnTo>
                  <a:pt x="102222" y="39614"/>
                </a:lnTo>
                <a:lnTo>
                  <a:pt x="108766" y="63875"/>
                </a:lnTo>
                <a:cubicBezTo>
                  <a:pt x="84344" y="63570"/>
                  <a:pt x="58788" y="65389"/>
                  <a:pt x="56493" y="65303"/>
                </a:cubicBezTo>
                <a:cubicBezTo>
                  <a:pt x="49130" y="65303"/>
                  <a:pt x="35700" y="57464"/>
                  <a:pt x="32585" y="56340"/>
                </a:cubicBezTo>
                <a:cubicBezTo>
                  <a:pt x="27946" y="55426"/>
                  <a:pt x="23146" y="56036"/>
                  <a:pt x="18898" y="58074"/>
                </a:cubicBezTo>
                <a:cubicBezTo>
                  <a:pt x="14564" y="60065"/>
                  <a:pt x="2267" y="64780"/>
                  <a:pt x="229" y="63703"/>
                </a:cubicBezTo>
                <a:cubicBezTo>
                  <a:pt x="-1810" y="62617"/>
                  <a:pt x="4220" y="54559"/>
                  <a:pt x="4220" y="54559"/>
                </a:cubicBezTo>
                <a:close/>
                <a:moveTo>
                  <a:pt x="101537" y="63827"/>
                </a:moveTo>
                <a:cubicBezTo>
                  <a:pt x="101537" y="63827"/>
                  <a:pt x="282835" y="77562"/>
                  <a:pt x="292103" y="59065"/>
                </a:cubicBezTo>
                <a:cubicBezTo>
                  <a:pt x="301371" y="40577"/>
                  <a:pt x="289722" y="10211"/>
                  <a:pt x="258880" y="943"/>
                </a:cubicBezTo>
                <a:cubicBezTo>
                  <a:pt x="228048" y="-8325"/>
                  <a:pt x="90707" y="41739"/>
                  <a:pt x="90707" y="41739"/>
                </a:cubicBezTo>
                <a:close/>
              </a:path>
            </a:pathLst>
          </a:custGeom>
          <a:solidFill>
            <a:srgbClr val="EE9D66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: 形状 90"/>
          <p:cNvSpPr/>
          <p:nvPr>
            <p:custDataLst>
              <p:tags r:id="rId82"/>
            </p:custDataLst>
          </p:nvPr>
        </p:nvSpPr>
        <p:spPr>
          <a:xfrm flipH="1">
            <a:off x="4082715" y="4434670"/>
            <a:ext cx="89483" cy="116993"/>
          </a:xfrm>
          <a:custGeom>
            <a:avLst/>
            <a:gdLst/>
            <a:ahLst/>
            <a:cxnLst/>
            <a:rect l="l" t="t" r="r" b="b"/>
            <a:pathLst>
              <a:path w="89483" h="116993">
                <a:moveTo>
                  <a:pt x="6239" y="81353"/>
                </a:moveTo>
                <a:cubicBezTo>
                  <a:pt x="15250" y="96422"/>
                  <a:pt x="29632" y="107509"/>
                  <a:pt x="46482" y="112405"/>
                </a:cubicBezTo>
                <a:cubicBezTo>
                  <a:pt x="46482" y="112405"/>
                  <a:pt x="25775" y="120158"/>
                  <a:pt x="13992" y="115052"/>
                </a:cubicBezTo>
                <a:cubicBezTo>
                  <a:pt x="2210" y="109938"/>
                  <a:pt x="-6839" y="100060"/>
                  <a:pt x="6239" y="81353"/>
                </a:cubicBezTo>
                <a:close/>
                <a:moveTo>
                  <a:pt x="82906" y="81353"/>
                </a:moveTo>
                <a:cubicBezTo>
                  <a:pt x="74028" y="96336"/>
                  <a:pt x="59817" y="107423"/>
                  <a:pt x="43139" y="112405"/>
                </a:cubicBezTo>
                <a:cubicBezTo>
                  <a:pt x="43139" y="112405"/>
                  <a:pt x="63589" y="120158"/>
                  <a:pt x="75276" y="115052"/>
                </a:cubicBezTo>
                <a:cubicBezTo>
                  <a:pt x="86973" y="109938"/>
                  <a:pt x="95850" y="100060"/>
                  <a:pt x="82906" y="81353"/>
                </a:cubicBezTo>
                <a:close/>
                <a:moveTo>
                  <a:pt x="46177" y="19593"/>
                </a:moveTo>
                <a:cubicBezTo>
                  <a:pt x="56874" y="20545"/>
                  <a:pt x="66399" y="12925"/>
                  <a:pt x="67828" y="2267"/>
                </a:cubicBezTo>
                <a:lnTo>
                  <a:pt x="23003" y="-200"/>
                </a:lnTo>
                <a:cubicBezTo>
                  <a:pt x="23003" y="-200"/>
                  <a:pt x="22098" y="18983"/>
                  <a:pt x="46177" y="19593"/>
                </a:cubicBezTo>
                <a:close/>
              </a:path>
            </a:pathLst>
          </a:custGeom>
          <a:solidFill>
            <a:srgbClr val="F4F4F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91"/>
          <p:cNvSpPr/>
          <p:nvPr>
            <p:custDataLst>
              <p:tags r:id="rId83"/>
            </p:custDataLst>
          </p:nvPr>
        </p:nvSpPr>
        <p:spPr>
          <a:xfrm flipH="1">
            <a:off x="9448640" y="4935661"/>
            <a:ext cx="2139480" cy="622300"/>
          </a:xfrm>
          <a:custGeom>
            <a:avLst/>
            <a:gdLst/>
            <a:ahLst/>
            <a:cxnLst/>
            <a:rect l="l" t="t" r="r" b="b"/>
            <a:pathLst>
              <a:path w="2139480" h="622300">
                <a:moveTo>
                  <a:pt x="0" y="0"/>
                </a:moveTo>
                <a:lnTo>
                  <a:pt x="2139477" y="0"/>
                </a:lnTo>
                <a:lnTo>
                  <a:pt x="2139477" y="622297"/>
                </a:lnTo>
                <a:lnTo>
                  <a:pt x="0" y="622297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汇报人"/>
          <p:cNvSpPr txBox="1"/>
          <p:nvPr>
            <p:custDataLst>
              <p:tags r:id="rId84"/>
            </p:custDataLst>
          </p:nvPr>
        </p:nvSpPr>
        <p:spPr>
          <a:xfrm>
            <a:off x="9589389" y="5043263"/>
            <a:ext cx="1851660" cy="38798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厚爱健康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矩形 93"/>
          <p:cNvSpPr/>
          <p:nvPr>
            <p:custDataLst>
              <p:tags r:id="rId85"/>
            </p:custDataLst>
          </p:nvPr>
        </p:nvSpPr>
        <p:spPr>
          <a:xfrm flipH="1">
            <a:off x="7309162" y="4935362"/>
            <a:ext cx="2139480" cy="622300"/>
          </a:xfrm>
          <a:custGeom>
            <a:avLst/>
            <a:gdLst/>
            <a:ahLst/>
            <a:cxnLst/>
            <a:rect l="l" t="t" r="r" b="b"/>
            <a:pathLst>
              <a:path w="2139480" h="622300">
                <a:moveTo>
                  <a:pt x="0" y="0"/>
                </a:moveTo>
                <a:lnTo>
                  <a:pt x="2139477" y="0"/>
                </a:lnTo>
                <a:lnTo>
                  <a:pt x="2139477" y="622297"/>
                </a:lnTo>
                <a:lnTo>
                  <a:pt x="0" y="622297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标题"/>
          <p:cNvSpPr txBox="1"/>
          <p:nvPr>
            <p:custDataLst>
              <p:tags r:id="rId86"/>
            </p:custDataLst>
          </p:nvPr>
        </p:nvSpPr>
        <p:spPr>
          <a:xfrm>
            <a:off x="3827400" y="608432"/>
            <a:ext cx="7760721" cy="282056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tx1">
                    <a:alpha val="100000"/>
                  </a:schemeClr>
                </a:solidFill>
                <a:latin typeface="MiSans-Bold"/>
                <a:ea typeface="MiSans-Bold"/>
              </a:rPr>
              <a:t>谢谢观看</a:t>
            </a:r>
            <a:endParaRPr lang="zh-CN" altLang="en-US" sz="7200" b="1" i="0" u="none" strike="noStrike">
              <a:solidFill>
                <a:schemeClr val="tx1">
                  <a:alpha val="100000"/>
                </a:schemeClr>
              </a:solidFill>
              <a:latin typeface="MiSans-Bold"/>
              <a:ea typeface="MiSans-Bold"/>
            </a:endParaRPr>
          </a:p>
        </p:txBody>
      </p:sp>
      <p:sp>
        <p:nvSpPr>
          <p:cNvPr id="88" name="副标题-翻译"/>
          <p:cNvSpPr txBox="1"/>
          <p:nvPr>
            <p:custDataLst>
              <p:tags r:id="rId87"/>
            </p:custDataLst>
          </p:nvPr>
        </p:nvSpPr>
        <p:spPr>
          <a:xfrm>
            <a:off x="3828034" y="2666467"/>
            <a:ext cx="7760335" cy="113220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800" b="0" i="0" u="none" strike="noStrike">
                <a:solidFill>
                  <a:schemeClr val="bg2">
                    <a:alpha val="100000"/>
                  </a:schemeClr>
                </a:solidFill>
                <a:latin typeface="Malgun Gothic" panose="020B0503020000020004" charset="-127"/>
                <a:ea typeface="Malgun Gothic" panose="020B0503020000020004" charset="-127"/>
              </a:rPr>
              <a:t>Thanks for watching</a:t>
            </a:r>
            <a:endParaRPr lang="zh-CN" altLang="en-US" sz="2800" b="0" i="0" u="none" strike="noStrike">
              <a:solidFill>
                <a:schemeClr val="bg2">
                  <a:alpha val="100000"/>
                </a:schemeClr>
              </a:solidFill>
              <a:latin typeface="Malgun Gothic" panose="020B0503020000020004" charset="-127"/>
              <a:ea typeface="Malgun Gothic" panose="020B0503020000020004" charset="-127"/>
            </a:endParaRPr>
          </a:p>
        </p:txBody>
      </p:sp>
      <p:sp>
        <p:nvSpPr>
          <p:cNvPr id="89" name="日期"/>
          <p:cNvSpPr txBox="1"/>
          <p:nvPr>
            <p:custDataLst>
              <p:tags r:id="rId88"/>
            </p:custDataLst>
          </p:nvPr>
        </p:nvSpPr>
        <p:spPr>
          <a:xfrm>
            <a:off x="7459599" y="5038183"/>
            <a:ext cx="1859280" cy="398780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0" i="0" u="none" strike="noStrike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2026.03.05</a:t>
            </a:r>
            <a:endParaRPr lang="zh-CN" altLang="en-US" sz="2400" b="0" i="0" u="none" strike="noStrike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0" name="图片 89" descr="微信图片_20260305144957_3_217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9743440" y="0"/>
            <a:ext cx="2374900" cy="877570"/>
          </a:xfrm>
          <a:prstGeom prst="rect">
            <a:avLst/>
          </a:prstGeom>
        </p:spPr>
      </p:pic>
    </p:spTree>
    <p:custDataLst>
      <p:tags r:id="rId90"/>
    </p:custDataLst>
  </p:cSld>
  <p:clrMapOvr>
    <a:masterClrMapping/>
  </p:clrMapOvr>
</p:sld>
</file>

<file path=ppt/tags/tag1.xml><?xml version="1.0" encoding="utf-8"?>
<p:tagLst xmlns:p="http://schemas.openxmlformats.org/presentationml/2006/main">
  <p:tag name="YOO_CHATSHAPE_TYPE" val="YOO_CHATSHAPE_DECORATION"/>
</p:tagLst>
</file>

<file path=ppt/tags/tag2.xml><?xml version="1.0" encoding="utf-8"?>
<p:tagLst xmlns:p="http://schemas.openxmlformats.org/presentationml/2006/main">
  <p:tag name="YOO_CHATSHAPE_TYPE" val="YOO_CHATSHAPE_DECORATION"/>
</p:tagLst>
</file>

<file path=ppt/tags/tag3.xml><?xml version="1.0" encoding="utf-8"?>
<p:tagLst xmlns:p="http://schemas.openxmlformats.org/presentationml/2006/main">
  <p:tag name="YOO_CHATSHAPE_TYPE" val="YOO_CHATSHAPE_DECORATION"/>
</p:tagLst>
</file>

<file path=ppt/tags/tag4.xml><?xml version="1.0" encoding="utf-8"?>
<p:tagLst xmlns:p="http://schemas.openxmlformats.org/presentationml/2006/main">
  <p:tag name="YOO_CHATSHAPE_TYPE" val="YOO_CHATSHAPE_DECORATION"/>
</p:tagLst>
</file>

<file path=ppt/tags/tag5.xml><?xml version="1.0" encoding="utf-8"?>
<p:tagLst xmlns:p="http://schemas.openxmlformats.org/presentationml/2006/main">
  <p:tag name="YOO_CHATSHAPE_TYPE" val="YOO_CHATSHAPE_DECORATION"/>
</p:tagLst>
</file>

<file path=ppt/tags/tag6.xml><?xml version="1.0" encoding="utf-8"?>
<p:tagLst xmlns:p="http://schemas.openxmlformats.org/presentationml/2006/main">
  <p:tag name="YOO_CHATSHAPE_TYPE" val="YOO_CHATSHAPE_DECORATION"/>
</p:tagLst>
</file>

<file path=ppt/tags/tag7.xml><?xml version="1.0" encoding="utf-8"?>
<p:tagLst xmlns:p="http://schemas.openxmlformats.org/presentationml/2006/main">
  <p:tag name="YOO_CHATSHAPE_TYPE" val="YOO_CHATSHAPE_DECORATION"/>
</p:tagLst>
</file>

<file path=ppt/tags/tag8.xml><?xml version="1.0" encoding="utf-8"?>
<p:tagLst xmlns:p="http://schemas.openxmlformats.org/presentationml/2006/main">
  <p:tag name="YOO_CHATSHAPE_TYPE" val="YOO_CHATSHAPE_DECORATION"/>
</p:tagLst>
</file>

<file path=ppt/tags/tag9.xml><?xml version="1.0" encoding="utf-8"?>
<p:tagLst xmlns:p="http://schemas.openxmlformats.org/presentationml/2006/main">
  <p:tag name="YOO_CHATSHAPE_TYPE" val="YOO_CHATSHAPE_DECORATION"/>
</p:tagLst>
</file>

<file path=ppt/tags/tag10.xml><?xml version="1.0" encoding="utf-8"?>
<p:tagLst xmlns:p="http://schemas.openxmlformats.org/presentationml/2006/main">
  <p:tag name="YOO_CHATSHAPE_TYPE" val="YOO_CHATSHAPE_DECORATION"/>
</p:tagLst>
</file>

<file path=ppt/tags/tag11.xml><?xml version="1.0" encoding="utf-8"?>
<p:tagLst xmlns:p="http://schemas.openxmlformats.org/presentationml/2006/main">
  <p:tag name="YOO_CHATSHAPE_TYPE" val="YOO_CHATSHAPE_DECORATION"/>
</p:tagLst>
</file>

<file path=ppt/tags/tag12.xml><?xml version="1.0" encoding="utf-8"?>
<p:tagLst xmlns:p="http://schemas.openxmlformats.org/presentationml/2006/main">
  <p:tag name="YOO_CHATSHAPE_TYPE" val="YOO_CHATSHAPE_DECORATION"/>
</p:tagLst>
</file>

<file path=ppt/tags/tag13.xml><?xml version="1.0" encoding="utf-8"?>
<p:tagLst xmlns:p="http://schemas.openxmlformats.org/presentationml/2006/main">
  <p:tag name="YOO_CHATSHAPE_TYPE" val="YOO_CHATSHAPE_DECORATION"/>
</p:tagLst>
</file>

<file path=ppt/tags/tag14.xml><?xml version="1.0" encoding="utf-8"?>
<p:tagLst xmlns:p="http://schemas.openxmlformats.org/presentationml/2006/main">
  <p:tag name="YOO_CHATSHAPE_TYPE" val="YOO_CHATSHAPE_DECORATION"/>
</p:tagLst>
</file>

<file path=ppt/tags/tag15.xml><?xml version="1.0" encoding="utf-8"?>
<p:tagLst xmlns:p="http://schemas.openxmlformats.org/presentationml/2006/main">
  <p:tag name="YOO_CHATSHAPE_TYPE" val="YOO_CHATSHAPE_DECORATION"/>
</p:tagLst>
</file>

<file path=ppt/tags/tag16.xml><?xml version="1.0" encoding="utf-8"?>
<p:tagLst xmlns:p="http://schemas.openxmlformats.org/presentationml/2006/main">
  <p:tag name="YOO_CHATSHAPE_TYPE" val="YOO_CHATSHAPE_DECORATION"/>
</p:tagLst>
</file>

<file path=ppt/tags/tag17.xml><?xml version="1.0" encoding="utf-8"?>
<p:tagLst xmlns:p="http://schemas.openxmlformats.org/presentationml/2006/main">
  <p:tag name="YOO_CHATSHAPE_TYPE" val="YOO_CHATSHAPE_DECORATION"/>
</p:tagLst>
</file>

<file path=ppt/tags/tag18.xml><?xml version="1.0" encoding="utf-8"?>
<p:tagLst xmlns:p="http://schemas.openxmlformats.org/presentationml/2006/main">
  <p:tag name="YOO_CHATSHAPE_TYPE" val="YOO_CHATSHAPE_DECORATION"/>
</p:tagLst>
</file>

<file path=ppt/tags/tag19.xml><?xml version="1.0" encoding="utf-8"?>
<p:tagLst xmlns:p="http://schemas.openxmlformats.org/presentationml/2006/main">
  <p:tag name="YOO_CHATSHAPE_TYPE" val="YOO_CHATSHAPE_DECORATION"/>
</p:tagLst>
</file>

<file path=ppt/tags/tag20.xml><?xml version="1.0" encoding="utf-8"?>
<p:tagLst xmlns:p="http://schemas.openxmlformats.org/presentationml/2006/main">
  <p:tag name="YOO_CHATSHAPE_TYPE" val="YOO_CHATSHAPE_DECORATION"/>
</p:tagLst>
</file>

<file path=ppt/tags/tag21.xml><?xml version="1.0" encoding="utf-8"?>
<p:tagLst xmlns:p="http://schemas.openxmlformats.org/presentationml/2006/main">
  <p:tag name="YOO_CHATSHAPE_TYPE" val="YOO_CHATSHAPE_DECORATION"/>
</p:tagLst>
</file>

<file path=ppt/tags/tag22.xml><?xml version="1.0" encoding="utf-8"?>
<p:tagLst xmlns:p="http://schemas.openxmlformats.org/presentationml/2006/main">
  <p:tag name="YOO_CHATSHAPE_TYPE" val="YOO_CHATSHAPE_DECORATION"/>
</p:tagLst>
</file>

<file path=ppt/tags/tag23.xml><?xml version="1.0" encoding="utf-8"?>
<p:tagLst xmlns:p="http://schemas.openxmlformats.org/presentationml/2006/main">
  <p:tag name="YOO_CHATSHAPE_TYPE" val="YOO_CHATSHAPE_DECORATION"/>
</p:tagLst>
</file>

<file path=ppt/tags/tag24.xml><?xml version="1.0" encoding="utf-8"?>
<p:tagLst xmlns:p="http://schemas.openxmlformats.org/presentationml/2006/main">
  <p:tag name="YOO_CHATSHAPE_TYPE" val="YOO_CHATSHAPE_DECORATION"/>
</p:tagLst>
</file>

<file path=ppt/tags/tag25.xml><?xml version="1.0" encoding="utf-8"?>
<p:tagLst xmlns:p="http://schemas.openxmlformats.org/presentationml/2006/main">
  <p:tag name="YOO_CHATSHAPE_TYPE" val="YOO_CHATSHAPE_DECORATION"/>
</p:tagLst>
</file>

<file path=ppt/tags/tag26.xml><?xml version="1.0" encoding="utf-8"?>
<p:tagLst xmlns:p="http://schemas.openxmlformats.org/presentationml/2006/main">
  <p:tag name="YOO_CHATSHAPE_TYPE" val="YOO_CHATSHAPE_DECORATION"/>
</p:tagLst>
</file>

<file path=ppt/tags/tag27.xml><?xml version="1.0" encoding="utf-8"?>
<p:tagLst xmlns:p="http://schemas.openxmlformats.org/presentationml/2006/main">
  <p:tag name="YOO_CHATSHAPE_TYPE" val="YOO_CHATSHAPE_DECORATION"/>
</p:tagLst>
</file>

<file path=ppt/tags/tag28.xml><?xml version="1.0" encoding="utf-8"?>
<p:tagLst xmlns:p="http://schemas.openxmlformats.org/presentationml/2006/main">
  <p:tag name="YOO_CHATSHAPE_TYPE" val="YOO_CHATSHAPE_DECORATION"/>
</p:tagLst>
</file>

<file path=ppt/tags/tag29.xml><?xml version="1.0" encoding="utf-8"?>
<p:tagLst xmlns:p="http://schemas.openxmlformats.org/presentationml/2006/main">
  <p:tag name="YOO_CHATSHAPE_TYPE" val="YOO_CHATSHAPE_DECORATION"/>
</p:tagLst>
</file>

<file path=ppt/tags/tag30.xml><?xml version="1.0" encoding="utf-8"?>
<p:tagLst xmlns:p="http://schemas.openxmlformats.org/presentationml/2006/main">
  <p:tag name="YOO_CHATSHAPE_TYPE" val="YOO_CHATSHAPE_DECORATION"/>
</p:tagLst>
</file>

<file path=ppt/tags/tag31.xml><?xml version="1.0" encoding="utf-8"?>
<p:tagLst xmlns:p="http://schemas.openxmlformats.org/presentationml/2006/main">
  <p:tag name="YOO_CHATSHAPE_TYPE" val="YOO_CHATSHAPE_DECORATION"/>
</p:tagLst>
</file>

<file path=ppt/tags/tag32.xml><?xml version="1.0" encoding="utf-8"?>
<p:tagLst xmlns:p="http://schemas.openxmlformats.org/presentationml/2006/main">
  <p:tag name="YOO_CHATSHAPE_TYPE" val="YOO_CHATSHAPE_DECORATION"/>
</p:tagLst>
</file>

<file path=ppt/tags/tag33.xml><?xml version="1.0" encoding="utf-8"?>
<p:tagLst xmlns:p="http://schemas.openxmlformats.org/presentationml/2006/main">
  <p:tag name="YOO_CHATSHAPE_TYPE" val="YOO_CHATSHAPE_DECORATION"/>
</p:tagLst>
</file>

<file path=ppt/tags/tag34.xml><?xml version="1.0" encoding="utf-8"?>
<p:tagLst xmlns:p="http://schemas.openxmlformats.org/presentationml/2006/main">
  <p:tag name="YOO_CHATSHAPE_TYPE" val="YOO_CHATSHAPE_DECORATION"/>
</p:tagLst>
</file>

<file path=ppt/tags/tag35.xml><?xml version="1.0" encoding="utf-8"?>
<p:tagLst xmlns:p="http://schemas.openxmlformats.org/presentationml/2006/main">
  <p:tag name="YOO_CHATSHAPE_TYPE" val="YOO_CHATSHAPE_DECORATION"/>
</p:tagLst>
</file>

<file path=ppt/tags/tag36.xml><?xml version="1.0" encoding="utf-8"?>
<p:tagLst xmlns:p="http://schemas.openxmlformats.org/presentationml/2006/main">
  <p:tag name="YOO_CHATSHAPE_TYPE" val="YOO_CHATSHAPE_DECORATION"/>
</p:tagLst>
</file>

<file path=ppt/tags/tag37.xml><?xml version="1.0" encoding="utf-8"?>
<p:tagLst xmlns:p="http://schemas.openxmlformats.org/presentationml/2006/main">
  <p:tag name="YOO_CHATSHAPE_TYPE" val="YOO_CHATSHAPE_DECORATION"/>
</p:tagLst>
</file>

<file path=ppt/tags/tag38.xml><?xml version="1.0" encoding="utf-8"?>
<p:tagLst xmlns:p="http://schemas.openxmlformats.org/presentationml/2006/main">
  <p:tag name="YOO_CHATSHAPE_TYPE" val="YOO_CHATSHAPE_DECORATION"/>
</p:tagLst>
</file>

<file path=ppt/tags/tag39.xml><?xml version="1.0" encoding="utf-8"?>
<p:tagLst xmlns:p="http://schemas.openxmlformats.org/presentationml/2006/main">
  <p:tag name="YOO_CHATSHAPE_TYPE" val="YOO_CHATSHAPE_DECORATION"/>
</p:tagLst>
</file>

<file path=ppt/tags/tag40.xml><?xml version="1.0" encoding="utf-8"?>
<p:tagLst xmlns:p="http://schemas.openxmlformats.org/presentationml/2006/main">
  <p:tag name="YOO_CHATSHAPE_TYPE" val="YOO_CHATSHAPE_DECORATION"/>
</p:tagLst>
</file>

<file path=ppt/tags/tag41.xml><?xml version="1.0" encoding="utf-8"?>
<p:tagLst xmlns:p="http://schemas.openxmlformats.org/presentationml/2006/main">
  <p:tag name="YOO_CHATSHAPE_TYPE" val="YOO_CHATSHAPE_DECORATION"/>
</p:tagLst>
</file>

<file path=ppt/tags/tag42.xml><?xml version="1.0" encoding="utf-8"?>
<p:tagLst xmlns:p="http://schemas.openxmlformats.org/presentationml/2006/main">
  <p:tag name="YOO_CHATSHAPE_TYPE" val="YOO_CHATSHAPE_DECORATION"/>
</p:tagLst>
</file>

<file path=ppt/tags/tag43.xml><?xml version="1.0" encoding="utf-8"?>
<p:tagLst xmlns:p="http://schemas.openxmlformats.org/presentationml/2006/main">
  <p:tag name="YOO_CHATSHAPE_TYPE" val="YOO_CHATSHAPE_DECORATION"/>
</p:tagLst>
</file>

<file path=ppt/tags/tag44.xml><?xml version="1.0" encoding="utf-8"?>
<p:tagLst xmlns:p="http://schemas.openxmlformats.org/presentationml/2006/main">
  <p:tag name="YOO_CHATSHAPE_TYPE" val="YOO_CHATSHAPE_DECORATION"/>
</p:tagLst>
</file>

<file path=ppt/tags/tag45.xml><?xml version="1.0" encoding="utf-8"?>
<p:tagLst xmlns:p="http://schemas.openxmlformats.org/presentationml/2006/main">
  <p:tag name="YOO_CHATSHAPE_TYPE" val="YOO_CHATSHAPE_DECORATION"/>
</p:tagLst>
</file>

<file path=ppt/tags/tag46.xml><?xml version="1.0" encoding="utf-8"?>
<p:tagLst xmlns:p="http://schemas.openxmlformats.org/presentationml/2006/main">
  <p:tag name="YOO_CHATSHAPE_TYPE" val="YOO_CHATSHAPE_DECORATION"/>
</p:tagLst>
</file>

<file path=ppt/tags/tag47.xml><?xml version="1.0" encoding="utf-8"?>
<p:tagLst xmlns:p="http://schemas.openxmlformats.org/presentationml/2006/main">
  <p:tag name="YOO_CHATSHAPE_TYPE" val="YOO_CHATSHAPE_DECORATION"/>
</p:tagLst>
</file>

<file path=ppt/tags/tag48.xml><?xml version="1.0" encoding="utf-8"?>
<p:tagLst xmlns:p="http://schemas.openxmlformats.org/presentationml/2006/main">
  <p:tag name="YOO_CHATSHAPE_TYPE" val="YOO_CHATSHAPE_DECORATION"/>
</p:tagLst>
</file>

<file path=ppt/tags/tag49.xml><?xml version="1.0" encoding="utf-8"?>
<p:tagLst xmlns:p="http://schemas.openxmlformats.org/presentationml/2006/main">
  <p:tag name="YOO_CHATSHAPE_TYPE" val="YOO_CHATSHAPE_DECORATION"/>
</p:tagLst>
</file>

<file path=ppt/tags/tag50.xml><?xml version="1.0" encoding="utf-8"?>
<p:tagLst xmlns:p="http://schemas.openxmlformats.org/presentationml/2006/main">
  <p:tag name="YOO_CHATSHAPE_TYPE" val="YOO_CHATSHAPE_DECORATION"/>
</p:tagLst>
</file>

<file path=ppt/tags/tag51.xml><?xml version="1.0" encoding="utf-8"?>
<p:tagLst xmlns:p="http://schemas.openxmlformats.org/presentationml/2006/main">
  <p:tag name="YOO_CHATSHAPE_TYPE" val="YOO_CHATSHAPE_DECORATION"/>
</p:tagLst>
</file>

<file path=ppt/tags/tag52.xml><?xml version="1.0" encoding="utf-8"?>
<p:tagLst xmlns:p="http://schemas.openxmlformats.org/presentationml/2006/main">
  <p:tag name="YOO_CHATSHAPE_TYPE" val="YOO_CHATSHAPE_DECORATION"/>
</p:tagLst>
</file>

<file path=ppt/tags/tag53.xml><?xml version="1.0" encoding="utf-8"?>
<p:tagLst xmlns:p="http://schemas.openxmlformats.org/presentationml/2006/main">
  <p:tag name="YOO_CHATSHAPE_TYPE" val="YOO_CHATSHAPE_DECORATION"/>
</p:tagLst>
</file>

<file path=ppt/tags/tag54.xml><?xml version="1.0" encoding="utf-8"?>
<p:tagLst xmlns:p="http://schemas.openxmlformats.org/presentationml/2006/main">
  <p:tag name="YOO_CHATSHAPE_TYPE" val="YOO_CHATSHAPE_DECORATION"/>
</p:tagLst>
</file>

<file path=ppt/tags/tag55.xml><?xml version="1.0" encoding="utf-8"?>
<p:tagLst xmlns:p="http://schemas.openxmlformats.org/presentationml/2006/main">
  <p:tag name="YOO_CHATSHAPE_TYPE" val="YOO_CHATSHAPE_DECORATION"/>
</p:tagLst>
</file>

<file path=ppt/tags/tag56.xml><?xml version="1.0" encoding="utf-8"?>
<p:tagLst xmlns:p="http://schemas.openxmlformats.org/presentationml/2006/main">
  <p:tag name="YOO_CHATSHAPE_TYPE" val="YOO_CHATSHAPE_DECORATION"/>
</p:tagLst>
</file>

<file path=ppt/tags/tag57.xml><?xml version="1.0" encoding="utf-8"?>
<p:tagLst xmlns:p="http://schemas.openxmlformats.org/presentationml/2006/main">
  <p:tag name="YOO_CHATSHAPE_TYPE" val="YOO_CHATSHAPE_DECORATION"/>
</p:tagLst>
</file>

<file path=ppt/tags/tag58.xml><?xml version="1.0" encoding="utf-8"?>
<p:tagLst xmlns:p="http://schemas.openxmlformats.org/presentationml/2006/main">
  <p:tag name="YOO_CHATSHAPE_TYPE" val="YOO_CHATSHAPE_DECORATION"/>
</p:tagLst>
</file>

<file path=ppt/tags/tag59.xml><?xml version="1.0" encoding="utf-8"?>
<p:tagLst xmlns:p="http://schemas.openxmlformats.org/presentationml/2006/main">
  <p:tag name="YOO_CHATSHAPE_TYPE" val="YOO_CHATSHAPE_DECORATION"/>
</p:tagLst>
</file>

<file path=ppt/tags/tag60.xml><?xml version="1.0" encoding="utf-8"?>
<p:tagLst xmlns:p="http://schemas.openxmlformats.org/presentationml/2006/main">
  <p:tag name="YOO_CHATSHAPE_TYPE" val="YOO_CHATSHAPE_DECORATION"/>
</p:tagLst>
</file>

<file path=ppt/tags/tag61.xml><?xml version="1.0" encoding="utf-8"?>
<p:tagLst xmlns:p="http://schemas.openxmlformats.org/presentationml/2006/main">
  <p:tag name="YOO_CHATSHAPE_TYPE" val="YOO_CHATSHAPE_DECORATION"/>
</p:tagLst>
</file>

<file path=ppt/tags/tag62.xml><?xml version="1.0" encoding="utf-8"?>
<p:tagLst xmlns:p="http://schemas.openxmlformats.org/presentationml/2006/main">
  <p:tag name="YOO_CHATSHAPE_TYPE" val="YOO_CHATSHAPE_DECORATION"/>
</p:tagLst>
</file>

<file path=ppt/tags/tag63.xml><?xml version="1.0" encoding="utf-8"?>
<p:tagLst xmlns:p="http://schemas.openxmlformats.org/presentationml/2006/main">
  <p:tag name="YOO_CHATSHAPE_TYPE" val="YOO_CHATSHAPE_DECORATION"/>
</p:tagLst>
</file>

<file path=ppt/tags/tag64.xml><?xml version="1.0" encoding="utf-8"?>
<p:tagLst xmlns:p="http://schemas.openxmlformats.org/presentationml/2006/main">
  <p:tag name="YOO_CHATSHAPE_TYPE" val="YOO_CHATSHAPE_DECORATION"/>
</p:tagLst>
</file>

<file path=ppt/tags/tag65.xml><?xml version="1.0" encoding="utf-8"?>
<p:tagLst xmlns:p="http://schemas.openxmlformats.org/presentationml/2006/main">
  <p:tag name="YOO_CHATSHAPE_TYPE" val="YOO_CHATSHAPE_DECORATION"/>
</p:tagLst>
</file>

<file path=ppt/tags/tag66.xml><?xml version="1.0" encoding="utf-8"?>
<p:tagLst xmlns:p="http://schemas.openxmlformats.org/presentationml/2006/main">
  <p:tag name="YOO_CHATSHAPE_TYPE" val="YOO_CHATSHAPE_DECORATION"/>
</p:tagLst>
</file>

<file path=ppt/tags/tag67.xml><?xml version="1.0" encoding="utf-8"?>
<p:tagLst xmlns:p="http://schemas.openxmlformats.org/presentationml/2006/main">
  <p:tag name="YOO_CHATSHAPE_TYPE" val="YOO_CHATSHAPE_DECORATION"/>
</p:tagLst>
</file>

<file path=ppt/tags/tag68.xml><?xml version="1.0" encoding="utf-8"?>
<p:tagLst xmlns:p="http://schemas.openxmlformats.org/presentationml/2006/main">
  <p:tag name="YOO_CHATSHAPE_TYPE" val="YOO_CHATSHAPE_DECORATION"/>
</p:tagLst>
</file>

<file path=ppt/tags/tag69.xml><?xml version="1.0" encoding="utf-8"?>
<p:tagLst xmlns:p="http://schemas.openxmlformats.org/presentationml/2006/main">
  <p:tag name="YOO_CHATSHAPE_TYPE" val="YOO_CHATSHAPE_DECORATION"/>
</p:tagLst>
</file>

<file path=ppt/tags/tag70.xml><?xml version="1.0" encoding="utf-8"?>
<p:tagLst xmlns:p="http://schemas.openxmlformats.org/presentationml/2006/main">
  <p:tag name="YOO_CHATSHAPE_TYPE" val="YOO_CHATSHAPE_DECORATION"/>
</p:tagLst>
</file>

<file path=ppt/tags/tag71.xml><?xml version="1.0" encoding="utf-8"?>
<p:tagLst xmlns:p="http://schemas.openxmlformats.org/presentationml/2006/main">
  <p:tag name="YOO_CHATSHAPE_TYPE" val="YOO_CHATSHAPE_DECORATION"/>
</p:tagLst>
</file>

<file path=ppt/tags/tag72.xml><?xml version="1.0" encoding="utf-8"?>
<p:tagLst xmlns:p="http://schemas.openxmlformats.org/presentationml/2006/main">
  <p:tag name="YOO_CHATSHAPE_TYPE" val="YOO_CHATSHAPE_DECORATION"/>
</p:tagLst>
</file>

<file path=ppt/tags/tag73.xml><?xml version="1.0" encoding="utf-8"?>
<p:tagLst xmlns:p="http://schemas.openxmlformats.org/presentationml/2006/main">
  <p:tag name="YOO_CHATSHAPE_TYPE" val="YOO_CHATSHAPE_DECORATION"/>
</p:tagLst>
</file>

<file path=ppt/tags/tag74.xml><?xml version="1.0" encoding="utf-8"?>
<p:tagLst xmlns:p="http://schemas.openxmlformats.org/presentationml/2006/main">
  <p:tag name="YOO_CHATSHAPE_TYPE" val="YOO_CHATSHAPE_DECORATION"/>
</p:tagLst>
</file>

<file path=ppt/tags/tag75.xml><?xml version="1.0" encoding="utf-8"?>
<p:tagLst xmlns:p="http://schemas.openxmlformats.org/presentationml/2006/main">
  <p:tag name="YOO_CHATSHAPE_TYPE" val="YOO_CHATSHAPE_DECORATION"/>
</p:tagLst>
</file>

<file path=ppt/tags/tag76.xml><?xml version="1.0" encoding="utf-8"?>
<p:tagLst xmlns:p="http://schemas.openxmlformats.org/presentationml/2006/main">
  <p:tag name="YOO_CHATSHAPE_TYPE" val="YOO_CHATSHAPE_DECORATION"/>
</p:tagLst>
</file>

<file path=ppt/tags/tag77.xml><?xml version="1.0" encoding="utf-8"?>
<p:tagLst xmlns:p="http://schemas.openxmlformats.org/presentationml/2006/main">
  <p:tag name="YOO_CHATSHAPE_TYPE" val="YOO_CHATSHAPE_DECORATION"/>
</p:tagLst>
</file>

<file path=ppt/tags/tag78.xml><?xml version="1.0" encoding="utf-8"?>
<p:tagLst xmlns:p="http://schemas.openxmlformats.org/presentationml/2006/main">
  <p:tag name="YOO_CHATSHAPE_TYPE" val="YOO_CHATSHAPE_DECORATION"/>
</p:tagLst>
</file>

<file path=ppt/tags/tag79.xml><?xml version="1.0" encoding="utf-8"?>
<p:tagLst xmlns:p="http://schemas.openxmlformats.org/presentationml/2006/main">
  <p:tag name="YOO_CHATSHAPE_TYPE" val="YOO_CHATSHAPE_DECORATION"/>
</p:tagLst>
</file>

<file path=ppt/tags/tag80.xml><?xml version="1.0" encoding="utf-8"?>
<p:tagLst xmlns:p="http://schemas.openxmlformats.org/presentationml/2006/main">
  <p:tag name="YOO_CHATSHAPE_TYPE" val="YOO_CHATSHAPE_DECORATION"/>
</p:tagLst>
</file>

<file path=ppt/tags/tag81.xml><?xml version="1.0" encoding="utf-8"?>
<p:tagLst xmlns:p="http://schemas.openxmlformats.org/presentationml/2006/main">
  <p:tag name="YOO_CHATSHAPE_TYPE" val="YOO_CHATSHAPE_DECORATION"/>
</p:tagLst>
</file>

<file path=ppt/tags/tag82.xml><?xml version="1.0" encoding="utf-8"?>
<p:tagLst xmlns:p="http://schemas.openxmlformats.org/presentationml/2006/main">
  <p:tag name="YOO_CHATSHAPE_TYPE" val="YOO_CHATSHAPE_DECORATION"/>
</p:tagLst>
</file>

<file path=ppt/tags/tag83.xml><?xml version="1.0" encoding="utf-8"?>
<p:tagLst xmlns:p="http://schemas.openxmlformats.org/presentationml/2006/main">
  <p:tag name="YOO_CHATSHAPE_TYPE" val="YOO_CHATSHAPE_DECORATION"/>
</p:tagLst>
</file>

<file path=ppt/tags/tag84.xml><?xml version="1.0" encoding="utf-8"?>
<p:tagLst xmlns:p="http://schemas.openxmlformats.org/presentationml/2006/main">
  <p:tag name="YOO_CHATSHAPE_TYPE" val="YOO_CHATSHAPE_AUTHOR"/>
</p:tagLst>
</file>

<file path=ppt/tags/tag85.xml><?xml version="1.0" encoding="utf-8"?>
<p:tagLst xmlns:p="http://schemas.openxmlformats.org/presentationml/2006/main">
  <p:tag name="YOO_CHATSHAPE_TYPE" val="YOO_CHATSHAPE_DECORATION"/>
</p:tagLst>
</file>

<file path=ppt/tags/tag86.xml><?xml version="1.0" encoding="utf-8"?>
<p:tagLst xmlns:p="http://schemas.openxmlformats.org/presentationml/2006/main">
  <p:tag name="YOO_CHATSHAPE_TYPE" val="YOO_CHATSHAPE_TITLE"/>
</p:tagLst>
</file>

<file path=ppt/tags/tag87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88.xml><?xml version="1.0" encoding="utf-8"?>
<p:tagLst xmlns:p="http://schemas.openxmlformats.org/presentationml/2006/main">
  <p:tag name="YOO_CHATSHAPE_TYPE" val="YOO_CHATSHAPE_DATE"/>
</p:tagLst>
</file>

<file path=ppt/tags/tag89.xml><?xml version="1.0" encoding="utf-8"?>
<p:tagLst xmlns:p="http://schemas.openxmlformats.org/presentationml/2006/main">
  <p:tag name="TAG_CHATPPT" val="ChatPPT"/>
  <p:tag name="YOO_CHATPAGE_TYPE" val="TAG_CHATPAGE_COVER"/>
</p:tagLst>
</file>

<file path=ppt/tags/tag90.xml><?xml version="1.0" encoding="utf-8"?>
<p:tagLst xmlns:p="http://schemas.openxmlformats.org/presentationml/2006/main">
  <p:tag name="YOO_CHATSHAPE_TYPE" val="YOO_CHATSHAPE_TITLE"/>
</p:tagLst>
</file>

<file path=ppt/tags/tag91.xml><?xml version="1.0" encoding="utf-8"?>
<p:tagLst xmlns:p="http://schemas.openxmlformats.org/presentationml/2006/main">
  <p:tag name="YOO_CHATSHAPE_TYPE" val="YOO_CHATSHAPE_DECORATION"/>
</p:tagLst>
</file>

<file path=ppt/tags/tag92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1"/>
  <p:tag name="TAG_CHATSHAPE_LINK" val="sp:子标题1"/>
</p:tagLst>
</file>

<file path=ppt/tags/tag93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2"/>
  <p:tag name="TAG_CHATSHAPE_LINK" val="sp:子标题2"/>
</p:tagLst>
</file>

<file path=ppt/tags/tag94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3"/>
  <p:tag name="TAG_CHATSHAPE_LINK" val="sp:子标题3"/>
</p:tagLst>
</file>

<file path=ppt/tags/tag9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4"/>
  <p:tag name="TAG_CHATSHAPE_LINK" val="sp:子标题4"/>
</p:tagLst>
</file>

<file path=ppt/tags/tag9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1"/>
  <p:tag name="TAG_CHATSHAPE_LINK" val="sp:子标题1"/>
  <p:tag name="KSO_WM_DIAGRAM_VIRTUALLY_FRAME" val="{&quot;height&quot;:382.20118110236217,&quot;left&quot;:463.26472440944883,&quot;top&quot;:127.72527559055118,&quot;width&quot;:457.73535433070873}"/>
</p:tagLst>
</file>

<file path=ppt/tags/tag9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2"/>
  <p:tag name="TAG_CHATSHAPE_LINK" val="sp:子标题2"/>
  <p:tag name="KSO_WM_DIAGRAM_VIRTUALLY_FRAME" val="{&quot;height&quot;:382.20118110236217,&quot;left&quot;:463.26472440944883,&quot;top&quot;:127.72527559055118,&quot;width&quot;:457.73535433070873}"/>
</p:tagLst>
</file>

<file path=ppt/tags/tag98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3"/>
  <p:tag name="TAG_CHATSHAPE_LINK" val="sp:子标题3"/>
  <p:tag name="KSO_WM_DIAGRAM_VIRTUALLY_FRAME" val="{&quot;height&quot;:382.20118110236217,&quot;left&quot;:463.26472440944883,&quot;top&quot;:127.72527559055118,&quot;width&quot;:457.73535433070873}"/>
</p:tagLst>
</file>

<file path=ppt/tags/tag99.xml><?xml version="1.0" encoding="utf-8"?>
<p:tagLst xmlns:p="http://schemas.openxmlformats.org/presentationml/2006/main">
  <p:tag name="YOO_CHATSHAPE_TYPE" val="YOO_CHATSHAPE_CHILDDECORATE"/>
  <p:tag name="TAG_CONTENT_GROUPINDEX" val="4"/>
  <p:tag name="TAG_CONTENT_GROUPCOUNT" val="4"/>
  <p:tag name="TAG_CONTENT_DIAGRAM_INDEX" val="7d9adba1a56d4d12b6ec4c7580bd7193"/>
  <p:tag name="TAG_CONTENT_SUBINDEX" val="4"/>
  <p:tag name="TAG_CHATSHAPE_LINK" val="sp:子标题4"/>
  <p:tag name="KSO_WM_DIAGRAM_VIRTUALLY_FRAME" val="{&quot;height&quot;:382.20118110236217,&quot;left&quot;:463.26472440944883,&quot;top&quot;:127.72527559055118,&quot;width&quot;:457.73535433070873}"/>
</p:tagLst>
</file>

<file path=ppt/tags/tag100.xml><?xml version="1.0" encoding="utf-8"?>
<p:tagLst xmlns:p="http://schemas.openxmlformats.org/presentationml/2006/main">
  <p:tag name="YOO_CHATSHAPE_TYPE" val="YOO_CHATSHAPE_ICON"/>
  <p:tag name="TAG_CONTENT_GROUPINDEX" val="2"/>
  <p:tag name="TAG_CONTENT_GROUPCOUNT" val="4"/>
  <p:tag name="TAG_CONTENT_DIAGRAM_INDEX" val="7d9adba1a56d4d12b6ec4c7580bd7193"/>
  <p:tag name="TAG_CONTENT_SUBINDEX" val="2"/>
</p:tagLst>
</file>

<file path=ppt/tags/tag101.xml><?xml version="1.0" encoding="utf-8"?>
<p:tagLst xmlns:p="http://schemas.openxmlformats.org/presentationml/2006/main">
  <p:tag name="YOO_CHATSHAPE_TYPE" val="YOO_CHATSHAPE_ICON"/>
  <p:tag name="TAG_CONTENT_GROUPINDEX" val="1"/>
  <p:tag name="TAG_CONTENT_GROUPCOUNT" val="4"/>
  <p:tag name="TAG_CONTENT_DIAGRAM_INDEX" val="7d9adba1a56d4d12b6ec4c7580bd7193"/>
  <p:tag name="TAG_CONTENT_SUBINDEX" val="1"/>
</p:tagLst>
</file>

<file path=ppt/tags/tag102.xml><?xml version="1.0" encoding="utf-8"?>
<p:tagLst xmlns:p="http://schemas.openxmlformats.org/presentationml/2006/main">
  <p:tag name="YOO_CHATSHAPE_TYPE" val="YOO_CHATSHAPE_ICON"/>
  <p:tag name="TAG_CONTENT_GROUPINDEX" val="3"/>
  <p:tag name="TAG_CONTENT_GROUPCOUNT" val="4"/>
  <p:tag name="TAG_CONTENT_DIAGRAM_INDEX" val="7d9adba1a56d4d12b6ec4c7580bd7193"/>
  <p:tag name="TAG_CONTENT_SUBINDEX" val="3"/>
</p:tagLst>
</file>

<file path=ppt/tags/tag103.xml><?xml version="1.0" encoding="utf-8"?>
<p:tagLst xmlns:p="http://schemas.openxmlformats.org/presentationml/2006/main">
  <p:tag name="YOO_CHATSHAPE_TYPE" val="YOO_CHATSHAPE_ICON"/>
  <p:tag name="TAG_CONTENT_GROUPINDEX" val="4"/>
  <p:tag name="TAG_CONTENT_GROUPCOUNT" val="4"/>
  <p:tag name="TAG_CONTENT_DIAGRAM_INDEX" val="7d9adba1a56d4d12b6ec4c7580bd7193"/>
  <p:tag name="TAG_CONTENT_SUBINDEX" val="4"/>
</p:tagLst>
</file>

<file path=ppt/tags/tag104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4"/>
  <p:tag name="TAG_CONTENT_DIAGRAM_INDEX" val="7d9adba1a56d4d12b6ec4c7580bd7193"/>
  <p:tag name="TAG_CONTENT_SUBINDEX" val="1"/>
</p:tagLst>
</file>

<file path=ppt/tags/tag105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4"/>
  <p:tag name="TAG_CONTENT_DIAGRAM_INDEX" val="7d9adba1a56d4d12b6ec4c7580bd7193"/>
  <p:tag name="TAG_CONTENT_SUBINDEX" val="1"/>
  <p:tag name="KSO_WM_DIAGRAM_VIRTUALLY_FRAME" val="{&quot;height&quot;:382.20118110236217,&quot;left&quot;:463.26472440944883,&quot;top&quot;:127.72527559055118,&quot;width&quot;:457.73535433070873}"/>
</p:tagLst>
</file>

<file path=ppt/tags/tag106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4"/>
  <p:tag name="TAG_CONTENT_DIAGRAM_INDEX" val="7d9adba1a56d4d12b6ec4c7580bd7193"/>
  <p:tag name="TAG_CONTENT_SUBINDEX" val="2"/>
</p:tagLst>
</file>

<file path=ppt/tags/tag107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4"/>
  <p:tag name="TAG_CONTENT_DIAGRAM_INDEX" val="7d9adba1a56d4d12b6ec4c7580bd7193"/>
  <p:tag name="TAG_CONTENT_SUBINDEX" val="2"/>
  <p:tag name="KSO_WM_DIAGRAM_VIRTUALLY_FRAME" val="{&quot;height&quot;:382.20118110236217,&quot;left&quot;:463.26472440944883,&quot;top&quot;:127.72527559055118,&quot;width&quot;:457.73535433070873}"/>
</p:tagLst>
</file>

<file path=ppt/tags/tag108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4"/>
  <p:tag name="TAG_CONTENT_DIAGRAM_INDEX" val="7d9adba1a56d4d12b6ec4c7580bd7193"/>
  <p:tag name="TAG_CONTENT_SUBINDEX" val="3"/>
</p:tagLst>
</file>

<file path=ppt/tags/tag109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4"/>
  <p:tag name="TAG_CONTENT_DIAGRAM_INDEX" val="7d9adba1a56d4d12b6ec4c7580bd7193"/>
  <p:tag name="TAG_CONTENT_SUBINDEX" val="3"/>
  <p:tag name="KSO_WM_DIAGRAM_VIRTUALLY_FRAME" val="{&quot;height&quot;:382.20118110236217,&quot;left&quot;:463.26472440944883,&quot;top&quot;:127.72527559055118,&quot;width&quot;:457.73535433070873}"/>
</p:tagLst>
</file>

<file path=ppt/tags/tag110.xml><?xml version="1.0" encoding="utf-8"?>
<p:tagLst xmlns:p="http://schemas.openxmlformats.org/presentationml/2006/main">
  <p:tag name="YOO_CHATSHAPE_TYPE" val="YOO_CHATSHAPE_CHILDTITLE"/>
  <p:tag name="TAG_CONTENT_GROUPINDEX" val="4"/>
  <p:tag name="TAG_CONTENT_GROUPCOUNT" val="4"/>
  <p:tag name="TAG_CONTENT_DIAGRAM_INDEX" val="7d9adba1a56d4d12b6ec4c7580bd7193"/>
  <p:tag name="TAG_CONTENT_SUBINDEX" val="4"/>
</p:tagLst>
</file>

<file path=ppt/tags/tag111.xml><?xml version="1.0" encoding="utf-8"?>
<p:tagLst xmlns:p="http://schemas.openxmlformats.org/presentationml/2006/main">
  <p:tag name="YOO_CHATSHAPE_TYPE" val="YOO_CHATSHAPE_CHILDCONTENT"/>
  <p:tag name="TAG_CONTENT_GROUPINDEX" val="4"/>
  <p:tag name="TAG_CONTENT_GROUPCOUNT" val="4"/>
  <p:tag name="TAG_CONTENT_DIAGRAM_INDEX" val="7d9adba1a56d4d12b6ec4c7580bd7193"/>
  <p:tag name="TAG_CONTENT_SUBINDEX" val="4"/>
  <p:tag name="KSO_WM_DIAGRAM_VIRTUALLY_FRAME" val="{&quot;height&quot;:382.20118110236217,&quot;left&quot;:463.26472440944883,&quot;top&quot;:127.72527559055118,&quot;width&quot;:457.73535433070873}"/>
</p:tagLst>
</file>

<file path=ppt/tags/tag112.xml><?xml version="1.0" encoding="utf-8"?>
<p:tagLst xmlns:p="http://schemas.openxmlformats.org/presentationml/2006/main">
  <p:tag name="YOO_CHATPAGE_TYPE" val="TAG_CHATPAGE_MULTCONTENT"/>
  <p:tag name="resource_record_key" val="{&quot;13&quot;:[4364950,20042469]}"/>
</p:tagLst>
</file>

<file path=ppt/tags/tag113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2010644c3e4dc88eee59da8fdf1145"/>
  <p:tag name="TAG_CONTENT_SUBINDEX" val="2"/>
</p:tagLst>
</file>

<file path=ppt/tags/tag114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2010644c3e4dc88eee59da8fdf1145"/>
  <p:tag name="TAG_CONTENT_SUBINDEX" val="3"/>
</p:tagLst>
</file>

<file path=ppt/tags/tag115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432010644c3e4dc88eee59da8fdf1145"/>
  <p:tag name="TAG_CONTENT_SUBINDEX" val="1"/>
</p:tagLst>
</file>

<file path=ppt/tags/tag116.xml><?xml version="1.0" encoding="utf-8"?>
<p:tagLst xmlns:p="http://schemas.openxmlformats.org/presentationml/2006/main">
  <p:tag name="YOO_CHATSHAPE_TYPE" val="YOO_CHATSHAPE_DECORATION"/>
  <p:tag name="TAG_CONTENT_GROUPCOUNT" val="3"/>
  <p:tag name="TAG_CONTENT_DIAGRAM_INDEX" val="432010644c3e4dc88eee59da8fdf1145"/>
  <p:tag name="TAG_CONTENT_SUBINDEX" val="4"/>
</p:tagLst>
</file>

<file path=ppt/tags/tag11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2010644c3e4dc88eee59da8fdf1145"/>
  <p:tag name="TAG_CONTENT_SUBINDEX" val="1"/>
</p:tagLst>
</file>

<file path=ppt/tags/tag118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2010644c3e4dc88eee59da8fdf1145"/>
  <p:tag name="TAG_CONTENT_SUBINDEX" val="1"/>
  <p:tag name="TAG_CHATSHAPE_LINK" val="sp:子标题1"/>
  <p:tag name="KSO_WM_DIAGRAM_VIRTUALLY_FRAME" val="{&quot;height&quot;:365.0055905511811,&quot;left&quot;:191.41015748031495,&quot;top&quot;:137.49440944881889,&quot;width&quot;:757.0398425196851}"/>
</p:tagLst>
</file>

<file path=ppt/tags/tag119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2010644c3e4dc88eee59da8fdf1145"/>
  <p:tag name="TAG_CONTENT_SUBINDEX" val="2"/>
  <p:tag name="TAG_CHATSHAPE_LINK" val="sp:子标题2"/>
  <p:tag name="KSO_WM_DIAGRAM_VIRTUALLY_FRAME" val="{&quot;height&quot;:365.0055905511811,&quot;left&quot;:191.41015748031495,&quot;top&quot;:137.49440944881889,&quot;width&quot;:757.0398425196851}"/>
</p:tagLst>
</file>

<file path=ppt/tags/tag120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2010644c3e4dc88eee59da8fdf1145"/>
  <p:tag name="TAG_CONTENT_SUBINDEX" val="3"/>
  <p:tag name="TAG_CHATSHAPE_LINK" val="sp:子标题3"/>
  <p:tag name="KSO_WM_DIAGRAM_VIRTUALLY_FRAME" val="{&quot;height&quot;:365.0055905511811,&quot;left&quot;:191.41015748031495,&quot;top&quot;:137.49440944881889,&quot;width&quot;:757.0398425196851}"/>
</p:tagLst>
</file>

<file path=ppt/tags/tag121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65.0055905511811,&quot;left&quot;:191.41015748031495,&quot;top&quot;:137.49440944881889,&quot;width&quot;:757.0398425196851}"/>
</p:tagLst>
</file>

<file path=ppt/tags/tag122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65.0055905511811,&quot;left&quot;:191.41015748031495,&quot;top&quot;:137.49440944881889,&quot;width&quot;:757.0398425196851}"/>
</p:tagLst>
</file>

<file path=ppt/tags/tag123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65.0055905511811,&quot;left&quot;:191.41015748031495,&quot;top&quot;:137.49440944881889,&quot;width&quot;:757.0398425196851}"/>
</p:tagLst>
</file>

<file path=ppt/tags/tag124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32010644c3e4dc88eee59da8fdf1145"/>
  <p:tag name="TAG_CONTENT_SUBINDEX" val="1"/>
</p:tagLst>
</file>

<file path=ppt/tags/tag125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65.0055905511811,&quot;left&quot;:191.41015748031495,&quot;top&quot;:137.49440944881889,&quot;width&quot;:757.0398425196851}"/>
</p:tagLst>
</file>

<file path=ppt/tags/tag126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32010644c3e4dc88eee59da8fdf1145"/>
  <p:tag name="TAG_CONTENT_SUBINDEX" val="2"/>
</p:tagLst>
</file>

<file path=ppt/tags/tag127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65.0055905511811,&quot;left&quot;:191.41015748031495,&quot;top&quot;:137.49440944881889,&quot;width&quot;:757.0398425196851}"/>
</p:tagLst>
</file>

<file path=ppt/tags/tag128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32010644c3e4dc88eee59da8fdf1145"/>
  <p:tag name="TAG_CONTENT_SUBINDEX" val="3"/>
</p:tagLst>
</file>

<file path=ppt/tags/tag129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65.0055905511811,&quot;left&quot;:191.41015748031495,&quot;top&quot;:137.49440944881889,&quot;width&quot;:757.0398425196851}"/>
</p:tagLst>
</file>

<file path=ppt/tags/tag130.xml><?xml version="1.0" encoding="utf-8"?>
<p:tagLst xmlns:p="http://schemas.openxmlformats.org/presentationml/2006/main">
  <p:tag name="YOO_CHATSHAPE_TYPE" val="YOO_CHATSHAPE_TITLE"/>
</p:tagLst>
</file>

<file path=ppt/tags/tag131.xml><?xml version="1.0" encoding="utf-8"?>
<p:tagLst xmlns:p="http://schemas.openxmlformats.org/presentationml/2006/main">
  <p:tag name="YOO_CHATPAGE_TYPE" val="TAG_CHATPAGE_MULTCONTENT"/>
  <p:tag name="resource_record_key" val="{&quot;13&quot;:[20481688]}"/>
</p:tagLst>
</file>

<file path=ppt/tags/tag132.xml><?xml version="1.0" encoding="utf-8"?>
<p:tagLst xmlns:p="http://schemas.openxmlformats.org/presentationml/2006/main">
  <p:tag name="YOO_CHATSHAPE_TYPE" val="YOO_CHATSHAPE_IMAGE"/>
</p:tagLst>
</file>

<file path=ppt/tags/tag133.xml><?xml version="1.0" encoding="utf-8"?>
<p:tagLst xmlns:p="http://schemas.openxmlformats.org/presentationml/2006/main">
  <p:tag name="YOO_CHATSHAPE_TYPE" val="YOO_CHATSHAPE_TITLE"/>
</p:tagLst>
</file>

<file path=ppt/tags/tag134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1"/>
  <p:tag name="TAG_CHATSHAPE_LINK" val="sp:子标题1"/>
  <p:tag name="KSO_WM_DIAGRAM_VIRTUALLY_FRAME" val="{&quot;height&quot;:382.20118110236217,&quot;left&quot;:463.26472440944883,&quot;top&quot;:127.72527559055118,&quot;width&quot;:457.73535433070873}"/>
</p:tagLst>
</file>

<file path=ppt/tags/tag13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2"/>
  <p:tag name="TAG_CHATSHAPE_LINK" val="sp:子标题2"/>
  <p:tag name="KSO_WM_DIAGRAM_VIRTUALLY_FRAME" val="{&quot;height&quot;:382.20118110236217,&quot;left&quot;:463.26472440944883,&quot;top&quot;:127.72527559055118,&quot;width&quot;:457.73535433070873}"/>
</p:tagLst>
</file>

<file path=ppt/tags/tag13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d9adba1a56d4d12b6ec4c7580bd7193"/>
  <p:tag name="TAG_CONTENT_SUBINDEX" val="3"/>
  <p:tag name="TAG_CHATSHAPE_LINK" val="sp:子标题3"/>
  <p:tag name="KSO_WM_DIAGRAM_VIRTUALLY_FRAME" val="{&quot;height&quot;:382.20118110236217,&quot;left&quot;:463.26472440944883,&quot;top&quot;:127.72527559055118,&quot;width&quot;:457.73535433070873}"/>
</p:tagLst>
</file>

<file path=ppt/tags/tag137.xml><?xml version="1.0" encoding="utf-8"?>
<p:tagLst xmlns:p="http://schemas.openxmlformats.org/presentationml/2006/main">
  <p:tag name="YOO_CHATSHAPE_TYPE" val="YOO_CHATSHAPE_CHILDDECORATE"/>
  <p:tag name="TAG_CONTENT_GROUPINDEX" val="4"/>
  <p:tag name="TAG_CONTENT_GROUPCOUNT" val="4"/>
  <p:tag name="TAG_CONTENT_DIAGRAM_INDEX" val="7d9adba1a56d4d12b6ec4c7580bd7193"/>
  <p:tag name="TAG_CONTENT_SUBINDEX" val="4"/>
  <p:tag name="TAG_CHATSHAPE_LINK" val="sp:子标题4"/>
  <p:tag name="KSO_WM_DIAGRAM_VIRTUALLY_FRAME" val="{&quot;height&quot;:382.20118110236217,&quot;left&quot;:463.26472440944883,&quot;top&quot;:127.72527559055118,&quot;width&quot;:457.73535433070873}"/>
</p:tagLst>
</file>

<file path=ppt/tags/tag138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4"/>
  <p:tag name="TAG_CONTENT_DIAGRAM_INDEX" val="7d9adba1a56d4d12b6ec4c7580bd7193"/>
  <p:tag name="TAG_CONTENT_SUBINDEX" val="1"/>
</p:tagLst>
</file>

<file path=ppt/tags/tag139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4"/>
  <p:tag name="TAG_CONTENT_DIAGRAM_INDEX" val="7d9adba1a56d4d12b6ec4c7580bd7193"/>
  <p:tag name="TAG_CONTENT_SUBINDEX" val="1"/>
  <p:tag name="KSO_WM_DIAGRAM_VIRTUALLY_FRAME" val="{&quot;height&quot;:382.20118110236217,&quot;left&quot;:463.26472440944883,&quot;top&quot;:127.72527559055118,&quot;width&quot;:457.73535433070873}"/>
</p:tagLst>
</file>

<file path=ppt/tags/tag140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4"/>
  <p:tag name="TAG_CONTENT_DIAGRAM_INDEX" val="7d9adba1a56d4d12b6ec4c7580bd7193"/>
  <p:tag name="TAG_CONTENT_SUBINDEX" val="2"/>
</p:tagLst>
</file>

<file path=ppt/tags/tag141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4"/>
  <p:tag name="TAG_CONTENT_DIAGRAM_INDEX" val="7d9adba1a56d4d12b6ec4c7580bd7193"/>
  <p:tag name="TAG_CONTENT_SUBINDEX" val="2"/>
  <p:tag name="KSO_WM_DIAGRAM_VIRTUALLY_FRAME" val="{&quot;height&quot;:382.20118110236217,&quot;left&quot;:463.26472440944883,&quot;top&quot;:127.72527559055118,&quot;width&quot;:457.73535433070873}"/>
</p:tagLst>
</file>

<file path=ppt/tags/tag142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4"/>
  <p:tag name="TAG_CONTENT_DIAGRAM_INDEX" val="7d9adba1a56d4d12b6ec4c7580bd7193"/>
  <p:tag name="TAG_CONTENT_SUBINDEX" val="3"/>
</p:tagLst>
</file>

<file path=ppt/tags/tag143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4"/>
  <p:tag name="TAG_CONTENT_DIAGRAM_INDEX" val="7d9adba1a56d4d12b6ec4c7580bd7193"/>
  <p:tag name="TAG_CONTENT_SUBINDEX" val="3"/>
  <p:tag name="KSO_WM_DIAGRAM_VIRTUALLY_FRAME" val="{&quot;height&quot;:382.20118110236217,&quot;left&quot;:463.26472440944883,&quot;top&quot;:127.72527559055118,&quot;width&quot;:457.73535433070873}"/>
</p:tagLst>
</file>

<file path=ppt/tags/tag144.xml><?xml version="1.0" encoding="utf-8"?>
<p:tagLst xmlns:p="http://schemas.openxmlformats.org/presentationml/2006/main">
  <p:tag name="YOO_CHATSHAPE_TYPE" val="YOO_CHATSHAPE_CHILDTITLE"/>
  <p:tag name="TAG_CONTENT_GROUPINDEX" val="4"/>
  <p:tag name="TAG_CONTENT_GROUPCOUNT" val="4"/>
  <p:tag name="TAG_CONTENT_DIAGRAM_INDEX" val="7d9adba1a56d4d12b6ec4c7580bd7193"/>
  <p:tag name="TAG_CONTENT_SUBINDEX" val="4"/>
</p:tagLst>
</file>

<file path=ppt/tags/tag145.xml><?xml version="1.0" encoding="utf-8"?>
<p:tagLst xmlns:p="http://schemas.openxmlformats.org/presentationml/2006/main">
  <p:tag name="YOO_CHATSHAPE_TYPE" val="YOO_CHATSHAPE_CHILDCONTENT"/>
  <p:tag name="TAG_CONTENT_GROUPINDEX" val="4"/>
  <p:tag name="TAG_CONTENT_GROUPCOUNT" val="4"/>
  <p:tag name="TAG_CONTENT_DIAGRAM_INDEX" val="7d9adba1a56d4d12b6ec4c7580bd7193"/>
  <p:tag name="TAG_CONTENT_SUBINDEX" val="4"/>
  <p:tag name="KSO_WM_DIAGRAM_VIRTUALLY_FRAME" val="{&quot;height&quot;:382.20118110236217,&quot;left&quot;:463.26472440944883,&quot;top&quot;:127.72527559055118,&quot;width&quot;:457.73535433070873}"/>
</p:tagLst>
</file>

<file path=ppt/tags/tag146.xml><?xml version="1.0" encoding="utf-8"?>
<p:tagLst xmlns:p="http://schemas.openxmlformats.org/presentationml/2006/main">
  <p:tag name="YOO_CHATPAGE_TYPE" val="TAG_CHATPAGE_CONTENT"/>
</p:tagLst>
</file>

<file path=ppt/tags/tag147.xml><?xml version="1.0" encoding="utf-8"?>
<p:tagLst xmlns:p="http://schemas.openxmlformats.org/presentationml/2006/main">
  <p:tag name="YOO_CHATSHAPE_TYPE" val="YOO_CHATSHAPE_HIDDEN"/>
  <p:tag name="TAG_CONTENT_SUBINDEX" val="1"/>
</p:tagLst>
</file>

<file path=ppt/tags/tag148.xml><?xml version="1.0" encoding="utf-8"?>
<p:tagLst xmlns:p="http://schemas.openxmlformats.org/presentationml/2006/main">
  <p:tag name="YOO_CHATSHAPE_TYPE" val="YOO_CHATSHAPE_TITLE"/>
</p:tagLst>
</file>

<file path=ppt/tags/tag149.xml><?xml version="1.0" encoding="utf-8"?>
<p:tagLst xmlns:p="http://schemas.openxmlformats.org/presentationml/2006/main">
  <p:tag name="YOO_CHATSHAPE_TYPE" val="YOO_CHATSHAPE_CONTENT"/>
</p:tagLst>
</file>

<file path=ppt/tags/tag150.xml><?xml version="1.0" encoding="utf-8"?>
<p:tagLst xmlns:p="http://schemas.openxmlformats.org/presentationml/2006/main">
  <p:tag name="YOO_CHATSHAPE_TYPE" val="YOO_CHATSHAPE_IMAGE"/>
  <p:tag name="TAG_CONTENT_SUBINDEX" val="1"/>
</p:tagLst>
</file>

<file path=ppt/tags/tag151.xml><?xml version="1.0" encoding="utf-8"?>
<p:tagLst xmlns:p="http://schemas.openxmlformats.org/presentationml/2006/main">
  <p:tag name="YOO_CHATSHAPE_TYPE" val="YOO_CHATSHAPE_IMAGE"/>
  <p:tag name="TAG_CONTENT_SUBINDEX" val="2"/>
</p:tagLst>
</file>

<file path=ppt/tags/tag152.xml><?xml version="1.0" encoding="utf-8"?>
<p:tagLst xmlns:p="http://schemas.openxmlformats.org/presentationml/2006/main">
  <p:tag name="YOO_CHATSHAPE_TYPE" val="YOO_CHATSHAPE_DECORATION"/>
</p:tagLst>
</file>

<file path=ppt/tags/tag153.xml><?xml version="1.0" encoding="utf-8"?>
<p:tagLst xmlns:p="http://schemas.openxmlformats.org/presentationml/2006/main">
  <p:tag name="YOO_CHATSHAPE_TYPE" val="YOO_CHATSHAPE_DECORATION"/>
</p:tagLst>
</file>

<file path=ppt/tags/tag154.xml><?xml version="1.0" encoding="utf-8"?>
<p:tagLst xmlns:p="http://schemas.openxmlformats.org/presentationml/2006/main">
  <p:tag name="YOO_CHATSHAPE_TYPE" val="YOO_CHATSHAPE_DECORATION"/>
</p:tagLst>
</file>

<file path=ppt/tags/tag155.xml><?xml version="1.0" encoding="utf-8"?>
<p:tagLst xmlns:p="http://schemas.openxmlformats.org/presentationml/2006/main">
  <p:tag name="YOO_CHATSHAPE_TYPE" val="YOO_CHATSHAPE_DECORATION"/>
</p:tagLst>
</file>

<file path=ppt/tags/tag156.xml><?xml version="1.0" encoding="utf-8"?>
<p:tagLst xmlns:p="http://schemas.openxmlformats.org/presentationml/2006/main">
  <p:tag name="YOO_CHATPAGE_TYPE" val="TAG_CHATPAGE_CONTENT"/>
</p:tagLst>
</file>

<file path=ppt/tags/tag157.xml><?xml version="1.0" encoding="utf-8"?>
<p:tagLst xmlns:p="http://schemas.openxmlformats.org/presentationml/2006/main">
  <p:tag name="YOO_CHATSHAPE_TYPE" val="YOO_CHATSHAPE_TITLE"/>
</p:tagLst>
</file>

<file path=ppt/tags/tag158.xml><?xml version="1.0" encoding="utf-8"?>
<p:tagLst xmlns:p="http://schemas.openxmlformats.org/presentationml/2006/main">
  <p:tag name="TAG_CONTENT_GROUPINDEX" val="5"/>
  <p:tag name="TAG_CONTENT_GROUPCOUNT" val="5"/>
  <p:tag name="TAG_CONTENT_DIAGRAM_INDEX" val="17b1d65cfaac46f9942035cda08beb19"/>
  <p:tag name="TAG_CONTENT_SUBINDEX" val="5"/>
  <p:tag name="TAG_CHATSHAPE_LINK" val="sp:子标题5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59.xml><?xml version="1.0" encoding="utf-8"?>
<p:tagLst xmlns:p="http://schemas.openxmlformats.org/presentationml/2006/main">
  <p:tag name="TAG_CONTENT_GROUPINDEX" val="5"/>
  <p:tag name="TAG_CONTENT_GROUPCOUNT" val="5"/>
  <p:tag name="TAG_CONTENT_DIAGRAM_INDEX" val="17b1d65cfaac46f9942035cda08beb19"/>
  <p:tag name="TAG_CONTENT_SUBINDEX" val="5"/>
  <p:tag name="TAG_CHATSHAPE_LINK" val="sp:子标题5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0.xml><?xml version="1.0" encoding="utf-8"?>
<p:tagLst xmlns:p="http://schemas.openxmlformats.org/presentationml/2006/main">
  <p:tag name="TAG_CONTENT_GROUPINDEX" val="5"/>
  <p:tag name="TAG_CONTENT_GROUPCOUNT" val="5"/>
  <p:tag name="TAG_CONTENT_DIAGRAM_INDEX" val="17b1d65cfaac46f9942035cda08beb19"/>
  <p:tag name="TAG_CONTENT_SUBINDEX" val="5"/>
  <p:tag name="TAG_CHATSHAPE_LINK" val="sp:子标题5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1.xml><?xml version="1.0" encoding="utf-8"?>
<p:tagLst xmlns:p="http://schemas.openxmlformats.org/presentationml/2006/main">
  <p:tag name="TAG_CONTENT_GROUPINDEX" val="5"/>
  <p:tag name="TAG_CONTENT_GROUPCOUNT" val="5"/>
  <p:tag name="TAG_CONTENT_DIAGRAM_INDEX" val="17b1d65cfaac46f9942035cda08beb19"/>
  <p:tag name="TAG_CONTENT_SUBINDEX" val="5"/>
  <p:tag name="TAG_CHATSHAPE_LINK" val="sp:子标题5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2.xml><?xml version="1.0" encoding="utf-8"?>
<p:tagLst xmlns:p="http://schemas.openxmlformats.org/presentationml/2006/main">
  <p:tag name="TAG_CONTENT_GROUPINDEX" val="5"/>
  <p:tag name="TAG_CONTENT_GROUPCOUNT" val="5"/>
  <p:tag name="TAG_CONTENT_DIAGRAM_INDEX" val="17b1d65cfaac46f9942035cda08beb19"/>
  <p:tag name="TAG_CONTENT_SUBINDEX" val="5"/>
  <p:tag name="TAG_CHATSHAPE_LINK" val="sp:子标题5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3.xml><?xml version="1.0" encoding="utf-8"?>
<p:tagLst xmlns:p="http://schemas.openxmlformats.org/presentationml/2006/main">
  <p:tag name="TAG_CONTENT_GROUPINDEX" val="5"/>
  <p:tag name="TAG_CONTENT_GROUPCOUNT" val="5"/>
  <p:tag name="TAG_CONTENT_DIAGRAM_INDEX" val="17b1d65cfaac46f9942035cda08beb19"/>
  <p:tag name="TAG_CONTENT_SUBINDEX" val="5"/>
  <p:tag name="TAG_CHATSHAPE_LINK" val="sp:子标题5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4.xml><?xml version="1.0" encoding="utf-8"?>
<p:tagLst xmlns:p="http://schemas.openxmlformats.org/presentationml/2006/main">
  <p:tag name="YOO_CHATSHAPE_TYPE" val="YOO_CHATSHAPE_NUM"/>
  <p:tag name="TAG_CONTENT_GROUPINDEX" val="5"/>
  <p:tag name="TAG_CONTENT_GROUPCOUNT" val="5"/>
  <p:tag name="TAG_CONTENT_DIAGRAM_INDEX" val="17b1d65cfaac46f9942035cda08beb19"/>
  <p:tag name="TAG_CONTENT_SUBINDEX" val="5"/>
</p:tagLst>
</file>

<file path=ppt/tags/tag165.xml><?xml version="1.0" encoding="utf-8"?>
<p:tagLst xmlns:p="http://schemas.openxmlformats.org/presentationml/2006/main">
  <p:tag name="YOO_CHATSHAPE_TYPE" val="YOO_CHATSHAPE_CHILDCONTENT"/>
  <p:tag name="TAG_CONTENT_GROUPINDEX" val="5"/>
  <p:tag name="TAG_CONTENT_GROUPCOUNT" val="5"/>
  <p:tag name="TAG_CONTENT_DIAGRAM_INDEX" val="17b1d65cfaac46f9942035cda08beb19"/>
  <p:tag name="TAG_CONTENT_SUBINDEX" val="5"/>
  <p:tag name="KSO_WM_DIAGRAM_VIRTUALLY_FRAME" val="{&quot;height&quot;:336.46842519685043,&quot;left&quot;:26.777795275590552,&quot;top&quot;:186.04582677165354,&quot;width&quot;:905.6222047244095}"/>
</p:tagLst>
</file>

<file path=ppt/tags/tag166.xml><?xml version="1.0" encoding="utf-8"?>
<p:tagLst xmlns:p="http://schemas.openxmlformats.org/presentationml/2006/main">
  <p:tag name="TAG_CONTENT_GROUPINDEX" val="1"/>
  <p:tag name="TAG_CONTENT_GROUPCOUNT" val="5"/>
  <p:tag name="TAG_CONTENT_DIAGRAM_INDEX" val="17b1d65cfaac46f9942035cda08beb19"/>
  <p:tag name="TAG_CONTENT_SUBINDEX" val="1"/>
  <p:tag name="TAG_CHATSHAPE_LINK" val="sp:子标题1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7.xml><?xml version="1.0" encoding="utf-8"?>
<p:tagLst xmlns:p="http://schemas.openxmlformats.org/presentationml/2006/main">
  <p:tag name="TAG_CONTENT_GROUPINDEX" val="1"/>
  <p:tag name="TAG_CONTENT_GROUPCOUNT" val="5"/>
  <p:tag name="TAG_CONTENT_DIAGRAM_INDEX" val="17b1d65cfaac46f9942035cda08beb19"/>
  <p:tag name="TAG_CONTENT_SUBINDEX" val="1"/>
  <p:tag name="TAG_CHATSHAPE_LINK" val="sp:子标题1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8.xml><?xml version="1.0" encoding="utf-8"?>
<p:tagLst xmlns:p="http://schemas.openxmlformats.org/presentationml/2006/main">
  <p:tag name="TAG_CONTENT_GROUPINDEX" val="1"/>
  <p:tag name="TAG_CONTENT_GROUPCOUNT" val="5"/>
  <p:tag name="TAG_CONTENT_DIAGRAM_INDEX" val="17b1d65cfaac46f9942035cda08beb19"/>
  <p:tag name="TAG_CONTENT_SUBINDEX" val="1"/>
  <p:tag name="TAG_CHATSHAPE_LINK" val="sp:子标题1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69.xml><?xml version="1.0" encoding="utf-8"?>
<p:tagLst xmlns:p="http://schemas.openxmlformats.org/presentationml/2006/main">
  <p:tag name="TAG_CONTENT_GROUPINDEX" val="1"/>
  <p:tag name="TAG_CONTENT_GROUPCOUNT" val="5"/>
  <p:tag name="TAG_CONTENT_DIAGRAM_INDEX" val="17b1d65cfaac46f9942035cda08beb19"/>
  <p:tag name="TAG_CONTENT_SUBINDEX" val="1"/>
  <p:tag name="TAG_CHATSHAPE_LINK" val="sp:子标题1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0.xml><?xml version="1.0" encoding="utf-8"?>
<p:tagLst xmlns:p="http://schemas.openxmlformats.org/presentationml/2006/main">
  <p:tag name="TAG_CONTENT_GROUPINDEX" val="1"/>
  <p:tag name="TAG_CONTENT_GROUPCOUNT" val="5"/>
  <p:tag name="TAG_CONTENT_DIAGRAM_INDEX" val="17b1d65cfaac46f9942035cda08beb19"/>
  <p:tag name="TAG_CONTENT_SUBINDEX" val="1"/>
  <p:tag name="TAG_CHATSHAPE_LINK" val="sp:子标题1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1.xml><?xml version="1.0" encoding="utf-8"?>
<p:tagLst xmlns:p="http://schemas.openxmlformats.org/presentationml/2006/main">
  <p:tag name="TAG_CONTENT_GROUPINDEX" val="1"/>
  <p:tag name="TAG_CONTENT_GROUPCOUNT" val="5"/>
  <p:tag name="TAG_CONTENT_DIAGRAM_INDEX" val="17b1d65cfaac46f9942035cda08beb19"/>
  <p:tag name="TAG_CONTENT_SUBINDEX" val="1"/>
  <p:tag name="TAG_CHATSHAPE_LINK" val="sp:子标题1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2.xml><?xml version="1.0" encoding="utf-8"?>
<p:tagLst xmlns:p="http://schemas.openxmlformats.org/presentationml/2006/main">
  <p:tag name="TAG_CONTENT_GROUPINDEX" val="2"/>
  <p:tag name="TAG_CONTENT_GROUPCOUNT" val="5"/>
  <p:tag name="TAG_CONTENT_DIAGRAM_INDEX" val="17b1d65cfaac46f9942035cda08beb19"/>
  <p:tag name="TAG_CONTENT_SUBINDEX" val="2"/>
  <p:tag name="TAG_CHATSHAPE_LINK" val="sp:子标题2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3.xml><?xml version="1.0" encoding="utf-8"?>
<p:tagLst xmlns:p="http://schemas.openxmlformats.org/presentationml/2006/main">
  <p:tag name="TAG_CONTENT_GROUPINDEX" val="2"/>
  <p:tag name="TAG_CONTENT_GROUPCOUNT" val="5"/>
  <p:tag name="TAG_CONTENT_DIAGRAM_INDEX" val="17b1d65cfaac46f9942035cda08beb19"/>
  <p:tag name="TAG_CONTENT_SUBINDEX" val="2"/>
  <p:tag name="TAG_CHATSHAPE_LINK" val="sp:子标题2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4.xml><?xml version="1.0" encoding="utf-8"?>
<p:tagLst xmlns:p="http://schemas.openxmlformats.org/presentationml/2006/main">
  <p:tag name="TAG_CONTENT_GROUPINDEX" val="2"/>
  <p:tag name="TAG_CONTENT_GROUPCOUNT" val="5"/>
  <p:tag name="TAG_CONTENT_DIAGRAM_INDEX" val="17b1d65cfaac46f9942035cda08beb19"/>
  <p:tag name="TAG_CONTENT_SUBINDEX" val="2"/>
  <p:tag name="TAG_CHATSHAPE_LINK" val="sp:子标题2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5.xml><?xml version="1.0" encoding="utf-8"?>
<p:tagLst xmlns:p="http://schemas.openxmlformats.org/presentationml/2006/main">
  <p:tag name="TAG_CONTENT_GROUPINDEX" val="2"/>
  <p:tag name="TAG_CONTENT_GROUPCOUNT" val="5"/>
  <p:tag name="TAG_CONTENT_DIAGRAM_INDEX" val="17b1d65cfaac46f9942035cda08beb19"/>
  <p:tag name="TAG_CONTENT_SUBINDEX" val="2"/>
  <p:tag name="TAG_CHATSHAPE_LINK" val="sp:子标题2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6.xml><?xml version="1.0" encoding="utf-8"?>
<p:tagLst xmlns:p="http://schemas.openxmlformats.org/presentationml/2006/main">
  <p:tag name="TAG_CONTENT_GROUPINDEX" val="2"/>
  <p:tag name="TAG_CONTENT_GROUPCOUNT" val="5"/>
  <p:tag name="TAG_CONTENT_DIAGRAM_INDEX" val="17b1d65cfaac46f9942035cda08beb19"/>
  <p:tag name="TAG_CONTENT_SUBINDEX" val="2"/>
  <p:tag name="TAG_CHATSHAPE_LINK" val="sp:子标题2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7.xml><?xml version="1.0" encoding="utf-8"?>
<p:tagLst xmlns:p="http://schemas.openxmlformats.org/presentationml/2006/main">
  <p:tag name="TAG_CONTENT_GROUPINDEX" val="2"/>
  <p:tag name="TAG_CONTENT_GROUPCOUNT" val="5"/>
  <p:tag name="TAG_CONTENT_DIAGRAM_INDEX" val="17b1d65cfaac46f9942035cda08beb19"/>
  <p:tag name="TAG_CONTENT_SUBINDEX" val="2"/>
  <p:tag name="TAG_CHATSHAPE_LINK" val="sp:子标题2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8.xml><?xml version="1.0" encoding="utf-8"?>
<p:tagLst xmlns:p="http://schemas.openxmlformats.org/presentationml/2006/main">
  <p:tag name="TAG_CONTENT_GROUPINDEX" val="3"/>
  <p:tag name="TAG_CONTENT_GROUPCOUNT" val="5"/>
  <p:tag name="TAG_CONTENT_DIAGRAM_INDEX" val="17b1d65cfaac46f9942035cda08beb19"/>
  <p:tag name="TAG_CONTENT_SUBINDEX" val="3"/>
  <p:tag name="TAG_CHATSHAPE_LINK" val="sp:子标题3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79.xml><?xml version="1.0" encoding="utf-8"?>
<p:tagLst xmlns:p="http://schemas.openxmlformats.org/presentationml/2006/main">
  <p:tag name="TAG_CONTENT_GROUPINDEX" val="3"/>
  <p:tag name="TAG_CONTENT_GROUPCOUNT" val="5"/>
  <p:tag name="TAG_CONTENT_DIAGRAM_INDEX" val="17b1d65cfaac46f9942035cda08beb19"/>
  <p:tag name="TAG_CONTENT_SUBINDEX" val="3"/>
  <p:tag name="TAG_CHATSHAPE_LINK" val="sp:子标题3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80.xml><?xml version="1.0" encoding="utf-8"?>
<p:tagLst xmlns:p="http://schemas.openxmlformats.org/presentationml/2006/main">
  <p:tag name="TAG_CONTENT_GROUPINDEX" val="3"/>
  <p:tag name="TAG_CONTENT_GROUPCOUNT" val="5"/>
  <p:tag name="TAG_CONTENT_DIAGRAM_INDEX" val="17b1d65cfaac46f9942035cda08beb19"/>
  <p:tag name="TAG_CONTENT_SUBINDEX" val="3"/>
  <p:tag name="TAG_CHATSHAPE_LINK" val="sp:子标题3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81.xml><?xml version="1.0" encoding="utf-8"?>
<p:tagLst xmlns:p="http://schemas.openxmlformats.org/presentationml/2006/main">
  <p:tag name="TAG_CONTENT_GROUPINDEX" val="3"/>
  <p:tag name="TAG_CONTENT_GROUPCOUNT" val="5"/>
  <p:tag name="TAG_CONTENT_DIAGRAM_INDEX" val="17b1d65cfaac46f9942035cda08beb19"/>
  <p:tag name="TAG_CONTENT_SUBINDEX" val="3"/>
  <p:tag name="TAG_CHATSHAPE_LINK" val="sp:子标题3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82.xml><?xml version="1.0" encoding="utf-8"?>
<p:tagLst xmlns:p="http://schemas.openxmlformats.org/presentationml/2006/main">
  <p:tag name="TAG_CONTENT_GROUPINDEX" val="3"/>
  <p:tag name="TAG_CONTENT_GROUPCOUNT" val="5"/>
  <p:tag name="TAG_CONTENT_DIAGRAM_INDEX" val="17b1d65cfaac46f9942035cda08beb19"/>
  <p:tag name="TAG_CONTENT_SUBINDEX" val="3"/>
  <p:tag name="TAG_CHATSHAPE_LINK" val="sp:子标题3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83.xml><?xml version="1.0" encoding="utf-8"?>
<p:tagLst xmlns:p="http://schemas.openxmlformats.org/presentationml/2006/main">
  <p:tag name="TAG_CONTENT_GROUPINDEX" val="3"/>
  <p:tag name="TAG_CONTENT_GROUPCOUNT" val="5"/>
  <p:tag name="TAG_CONTENT_DIAGRAM_INDEX" val="17b1d65cfaac46f9942035cda08beb19"/>
  <p:tag name="TAG_CONTENT_SUBINDEX" val="3"/>
  <p:tag name="TAG_CHATSHAPE_LINK" val="sp:子标题3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184.xml><?xml version="1.0" encoding="utf-8"?>
<p:tagLst xmlns:p="http://schemas.openxmlformats.org/presentationml/2006/main">
  <p:tag name="YOO_CHATSHAPE_TYPE" val="YOO_CHATSHAPE_NUM"/>
  <p:tag name="TAG_CONTENT_GROUPINDEX" val="1"/>
  <p:tag name="TAG_CONTENT_GROUPCOUNT" val="5"/>
  <p:tag name="TAG_CONTENT_DIAGRAM_INDEX" val="17b1d65cfaac46f9942035cda08beb19"/>
  <p:tag name="TAG_CONTENT_SUBINDEX" val="1"/>
</p:tagLst>
</file>

<file path=ppt/tags/tag185.xml><?xml version="1.0" encoding="utf-8"?>
<p:tagLst xmlns:p="http://schemas.openxmlformats.org/presentationml/2006/main">
  <p:tag name="YOO_CHATSHAPE_TYPE" val="YOO_CHATSHAPE_NUM"/>
  <p:tag name="TAG_CONTENT_GROUPINDEX" val="2"/>
  <p:tag name="TAG_CONTENT_GROUPCOUNT" val="5"/>
  <p:tag name="TAG_CONTENT_DIAGRAM_INDEX" val="17b1d65cfaac46f9942035cda08beb19"/>
  <p:tag name="TAG_CONTENT_SUBINDEX" val="2"/>
</p:tagLst>
</file>

<file path=ppt/tags/tag186.xml><?xml version="1.0" encoding="utf-8"?>
<p:tagLst xmlns:p="http://schemas.openxmlformats.org/presentationml/2006/main">
  <p:tag name="YOO_CHATSHAPE_TYPE" val="YOO_CHATSHAPE_NUM"/>
  <p:tag name="TAG_CONTENT_GROUPINDEX" val="3"/>
  <p:tag name="TAG_CONTENT_GROUPCOUNT" val="5"/>
  <p:tag name="TAG_CONTENT_DIAGRAM_INDEX" val="17b1d65cfaac46f9942035cda08beb19"/>
  <p:tag name="TAG_CONTENT_SUBINDEX" val="3"/>
</p:tagLst>
</file>

<file path=ppt/tags/tag187.xml><?xml version="1.0" encoding="utf-8"?>
<p:tagLst xmlns:p="http://schemas.openxmlformats.org/presentationml/2006/main">
  <p:tag name="YOO_CHATSHAPE_TYPE" val="YOO_CHATSHAPE_ICON"/>
  <p:tag name="TAG_CONTENT_GROUPINDEX" val="1"/>
  <p:tag name="TAG_CONTENT_GROUPCOUNT" val="5"/>
  <p:tag name="TAG_CONTENT_DIAGRAM_INDEX" val="17b1d65cfaac46f9942035cda08beb19"/>
  <p:tag name="TAG_CONTENT_SUBINDEX" val="1"/>
  <p:tag name="KSO_WM_DIAGRAM_VIRTUALLY_FRAME" val="{&quot;height&quot;:336.46842519685043,&quot;left&quot;:26.777795275590552,&quot;top&quot;:186.04582677165354,&quot;width&quot;:905.6222047244095}"/>
</p:tagLst>
</file>

<file path=ppt/tags/tag188.xml><?xml version="1.0" encoding="utf-8"?>
<p:tagLst xmlns:p="http://schemas.openxmlformats.org/presentationml/2006/main">
  <p:tag name="YOO_CHATSHAPE_TYPE" val="YOO_CHATSHAPE_ICON"/>
  <p:tag name="TAG_CONTENT_GROUPINDEX" val="2"/>
  <p:tag name="TAG_CONTENT_GROUPCOUNT" val="5"/>
  <p:tag name="TAG_CONTENT_DIAGRAM_INDEX" val="17b1d65cfaac46f9942035cda08beb19"/>
  <p:tag name="TAG_CONTENT_SUBINDEX" val="2"/>
  <p:tag name="KSO_WM_DIAGRAM_VIRTUALLY_FRAME" val="{&quot;height&quot;:336.46842519685043,&quot;left&quot;:26.777795275590552,&quot;top&quot;:186.04582677165354,&quot;width&quot;:905.6222047244095}"/>
</p:tagLst>
</file>

<file path=ppt/tags/tag189.xml><?xml version="1.0" encoding="utf-8"?>
<p:tagLst xmlns:p="http://schemas.openxmlformats.org/presentationml/2006/main">
  <p:tag name="YOO_CHATSHAPE_TYPE" val="YOO_CHATSHAPE_ICON"/>
  <p:tag name="TAG_CONTENT_GROUPINDEX" val="3"/>
  <p:tag name="TAG_CONTENT_GROUPCOUNT" val="5"/>
  <p:tag name="TAG_CONTENT_DIAGRAM_INDEX" val="17b1d65cfaac46f9942035cda08beb19"/>
  <p:tag name="TAG_CONTENT_SUBINDEX" val="3"/>
  <p:tag name="KSO_WM_DIAGRAM_VIRTUALLY_FRAME" val="{&quot;height&quot;:336.46842519685043,&quot;left&quot;:26.777795275590552,&quot;top&quot;:186.04582677165354,&quot;width&quot;:905.6222047244095}"/>
</p:tagLst>
</file>

<file path=ppt/tags/tag190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5"/>
  <p:tag name="TAG_CONTENT_DIAGRAM_INDEX" val="17b1d65cfaac46f9942035cda08beb19"/>
  <p:tag name="TAG_CONTENT_SUBINDEX" val="1"/>
  <p:tag name="KSO_WM_DIAGRAM_VIRTUALLY_FRAME" val="{&quot;height&quot;:336.46842519685043,&quot;left&quot;:26.777795275590552,&quot;top&quot;:186.04582677165354,&quot;width&quot;:905.6222047244095}"/>
</p:tagLst>
</file>

<file path=ppt/tags/tag191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5"/>
  <p:tag name="TAG_CONTENT_DIAGRAM_INDEX" val="17b1d65cfaac46f9942035cda08beb19"/>
  <p:tag name="TAG_CONTENT_SUBINDEX" val="1"/>
</p:tagLst>
</file>

<file path=ppt/tags/tag192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5"/>
  <p:tag name="TAG_CONTENT_DIAGRAM_INDEX" val="17b1d65cfaac46f9942035cda08beb19"/>
  <p:tag name="TAG_CONTENT_SUBINDEX" val="2"/>
  <p:tag name="KSO_WM_DIAGRAM_VIRTUALLY_FRAME" val="{&quot;height&quot;:336.46842519685043,&quot;left&quot;:26.777795275590552,&quot;top&quot;:186.04582677165354,&quot;width&quot;:905.6222047244095}"/>
</p:tagLst>
</file>

<file path=ppt/tags/tag193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5"/>
  <p:tag name="TAG_CONTENT_DIAGRAM_INDEX" val="17b1d65cfaac46f9942035cda08beb19"/>
  <p:tag name="TAG_CONTENT_SUBINDEX" val="3"/>
  <p:tag name="KSO_WM_DIAGRAM_VIRTUALLY_FRAME" val="{&quot;height&quot;:336.46842519685043,&quot;left&quot;:26.777795275590552,&quot;top&quot;:186.04582677165354,&quot;width&quot;:905.6222047244095}"/>
</p:tagLst>
</file>

<file path=ppt/tags/tag194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5"/>
  <p:tag name="TAG_CONTENT_DIAGRAM_INDEX" val="17b1d65cfaac46f9942035cda08beb19"/>
  <p:tag name="TAG_CONTENT_SUBINDEX" val="3"/>
</p:tagLst>
</file>

<file path=ppt/tags/tag195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196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197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198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199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200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201.xml><?xml version="1.0" encoding="utf-8"?>
<p:tagLst xmlns:p="http://schemas.openxmlformats.org/presentationml/2006/main">
  <p:tag name="TAG_CONTENT_GROUPINDEX" val="4"/>
  <p:tag name="TAG_CONTENT_GROUPCOUNT" val="5"/>
  <p:tag name="TAG_CONTENT_DIAGRAM_INDEX" val="17b1d65cfaac46f9942035cda08beb19"/>
  <p:tag name="TAG_CONTENT_SUBINDEX" val="4"/>
  <p:tag name="TAG_CHATSHAPE_LINK" val="sp:子标题4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202.xml><?xml version="1.0" encoding="utf-8"?>
<p:tagLst xmlns:p="http://schemas.openxmlformats.org/presentationml/2006/main">
  <p:tag name="TAG_CONTENT_GROUPINDEX" val="4"/>
  <p:tag name="TAG_CONTENT_GROUPCOUNT" val="5"/>
  <p:tag name="TAG_CONTENT_DIAGRAM_INDEX" val="17b1d65cfaac46f9942035cda08beb19"/>
  <p:tag name="TAG_CONTENT_SUBINDEX" val="4"/>
  <p:tag name="TAG_CHATSHAPE_LINK" val="sp:子标题4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203.xml><?xml version="1.0" encoding="utf-8"?>
<p:tagLst xmlns:p="http://schemas.openxmlformats.org/presentationml/2006/main">
  <p:tag name="TAG_CONTENT_GROUPINDEX" val="4"/>
  <p:tag name="TAG_CONTENT_GROUPCOUNT" val="5"/>
  <p:tag name="TAG_CONTENT_DIAGRAM_INDEX" val="17b1d65cfaac46f9942035cda08beb19"/>
  <p:tag name="TAG_CONTENT_SUBINDEX" val="4"/>
  <p:tag name="TAG_CHATSHAPE_LINK" val="sp:子标题4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204.xml><?xml version="1.0" encoding="utf-8"?>
<p:tagLst xmlns:p="http://schemas.openxmlformats.org/presentationml/2006/main">
  <p:tag name="TAG_CONTENT_GROUPINDEX" val="4"/>
  <p:tag name="TAG_CONTENT_GROUPCOUNT" val="5"/>
  <p:tag name="TAG_CONTENT_DIAGRAM_INDEX" val="17b1d65cfaac46f9942035cda08beb19"/>
  <p:tag name="TAG_CONTENT_SUBINDEX" val="4"/>
  <p:tag name="TAG_CHATSHAPE_LINK" val="sp:子标题4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205.xml><?xml version="1.0" encoding="utf-8"?>
<p:tagLst xmlns:p="http://schemas.openxmlformats.org/presentationml/2006/main">
  <p:tag name="TAG_CONTENT_GROUPINDEX" val="4"/>
  <p:tag name="TAG_CONTENT_GROUPCOUNT" val="5"/>
  <p:tag name="TAG_CONTENT_DIAGRAM_INDEX" val="17b1d65cfaac46f9942035cda08beb19"/>
  <p:tag name="TAG_CONTENT_SUBINDEX" val="4"/>
  <p:tag name="TAG_CHATSHAPE_LINK" val="sp:子标题4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206.xml><?xml version="1.0" encoding="utf-8"?>
<p:tagLst xmlns:p="http://schemas.openxmlformats.org/presentationml/2006/main">
  <p:tag name="TAG_CONTENT_GROUPINDEX" val="4"/>
  <p:tag name="TAG_CONTENT_GROUPCOUNT" val="5"/>
  <p:tag name="TAG_CONTENT_DIAGRAM_INDEX" val="17b1d65cfaac46f9942035cda08beb19"/>
  <p:tag name="TAG_CONTENT_SUBINDEX" val="4"/>
  <p:tag name="TAG_CHATSHAPE_LINK" val="sp:子标题4"/>
  <p:tag name="YOO_CHATSHAPE_TYPE" val="YOO_CHATSHAPE_DECORATION"/>
  <p:tag name="KSO_WM_DIAGRAM_VIRTUALLY_FRAME" val="{&quot;height&quot;:336.46842519685043,&quot;left&quot;:26.777795275590552,&quot;top&quot;:186.04582677165354,&quot;width&quot;:905.6222047244095}"/>
</p:tagLst>
</file>

<file path=ppt/tags/tag207.xml><?xml version="1.0" encoding="utf-8"?>
<p:tagLst xmlns:p="http://schemas.openxmlformats.org/presentationml/2006/main">
  <p:tag name="YOO_CHATSHAPE_TYPE" val="YOO_CHATSHAPE_NUM"/>
  <p:tag name="TAG_CONTENT_GROUPINDEX" val="4"/>
  <p:tag name="TAG_CONTENT_GROUPCOUNT" val="5"/>
  <p:tag name="TAG_CONTENT_DIAGRAM_INDEX" val="17b1d65cfaac46f9942035cda08beb19"/>
  <p:tag name="TAG_CONTENT_SUBINDEX" val="4"/>
</p:tagLst>
</file>

<file path=ppt/tags/tag208.xml><?xml version="1.0" encoding="utf-8"?>
<p:tagLst xmlns:p="http://schemas.openxmlformats.org/presentationml/2006/main">
  <p:tag name="YOO_CHATSHAPE_TYPE" val="YOO_CHATSHAPE_ICON"/>
  <p:tag name="TAG_CONTENT_GROUPINDEX" val="4"/>
  <p:tag name="TAG_CONTENT_GROUPCOUNT" val="5"/>
  <p:tag name="TAG_CONTENT_DIAGRAM_INDEX" val="17b1d65cfaac46f9942035cda08beb19"/>
  <p:tag name="TAG_CONTENT_SUBINDEX" val="4"/>
  <p:tag name="KSO_WM_DIAGRAM_VIRTUALLY_FRAME" val="{&quot;height&quot;:336.46842519685043,&quot;left&quot;:26.777795275590552,&quot;top&quot;:186.04582677165354,&quot;width&quot;:905.6222047244095}"/>
</p:tagLst>
</file>

<file path=ppt/tags/tag209.xml><?xml version="1.0" encoding="utf-8"?>
<p:tagLst xmlns:p="http://schemas.openxmlformats.org/presentationml/2006/main">
  <p:tag name="YOO_CHATSHAPE_TYPE" val="YOO_CHATSHAPE_CHILDCONTENT"/>
  <p:tag name="TAG_CONTENT_GROUPINDEX" val="4"/>
  <p:tag name="TAG_CONTENT_GROUPCOUNT" val="5"/>
  <p:tag name="TAG_CONTENT_DIAGRAM_INDEX" val="17b1d65cfaac46f9942035cda08beb19"/>
  <p:tag name="TAG_CONTENT_SUBINDEX" val="4"/>
  <p:tag name="KSO_WM_DIAGRAM_VIRTUALLY_FRAME" val="{&quot;height&quot;:336.46842519685043,&quot;left&quot;:26.777795275590552,&quot;top&quot;:186.04582677165354,&quot;width&quot;:905.6222047244095}"/>
</p:tagLst>
</file>

<file path=ppt/tags/tag210.xml><?xml version="1.0" encoding="utf-8"?>
<p:tagLst xmlns:p="http://schemas.openxmlformats.org/presentationml/2006/main">
  <p:tag name="YOO_CHATSHAPE_TYPE" val="YOO_CHATSHAPE_CHILDTITLE"/>
  <p:tag name="TAG_CONTENT_GROUPINDEX" val="4"/>
  <p:tag name="TAG_CONTENT_GROUPCOUNT" val="5"/>
  <p:tag name="TAG_CONTENT_DIAGRAM_INDEX" val="17b1d65cfaac46f9942035cda08beb19"/>
  <p:tag name="TAG_CONTENT_SUBINDEX" val="4"/>
</p:tagLst>
</file>

<file path=ppt/tags/tag211.xml><?xml version="1.0" encoding="utf-8"?>
<p:tagLst xmlns:p="http://schemas.openxmlformats.org/presentationml/2006/main">
  <p:tag name="YOO_CHATSHAPE_TYPE" val="YOO_CHATSHAPE_ICON"/>
  <p:tag name="TAG_CONTENT_GROUPINDEX" val="5"/>
  <p:tag name="TAG_CONTENT_GROUPCOUNT" val="5"/>
  <p:tag name="TAG_CONTENT_DIAGRAM_INDEX" val="17b1d65cfaac46f9942035cda08beb19"/>
  <p:tag name="TAG_CONTENT_SUBINDEX" val="5"/>
  <p:tag name="KSO_WM_DIAGRAM_VIRTUALLY_FRAME" val="{&quot;height&quot;:336.46842519685043,&quot;left&quot;:26.777795275590552,&quot;top&quot;:186.04582677165354,&quot;width&quot;:905.6222047244095}"/>
</p:tagLst>
</file>

<file path=ppt/tags/tag212.xml><?xml version="1.0" encoding="utf-8"?>
<p:tagLst xmlns:p="http://schemas.openxmlformats.org/presentationml/2006/main">
  <p:tag name="YOO_CHATPAGE_TYPE" val="TAG_CHATPAGE_MULTCONTENT"/>
</p:tagLst>
</file>

<file path=ppt/tags/tag213.xml><?xml version="1.0" encoding="utf-8"?>
<p:tagLst xmlns:p="http://schemas.openxmlformats.org/presentationml/2006/main">
  <p:tag name="YOO_CHATSHAPE_TYPE" val="YOO_CHATSHAPE_TITLE"/>
</p:tagLst>
</file>

<file path=ppt/tags/tag214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5"/>
  <p:tag name="TAG_CONTENT_DIAGRAM_INDEX" val="d87f8016c73d42b7b26cc191c6c4ca5e"/>
  <p:tag name="TAG_CONTENT_SUBINDEX" val="1"/>
</p:tagLst>
</file>

<file path=ppt/tags/tag215.xml><?xml version="1.0" encoding="utf-8"?>
<p:tagLst xmlns:p="http://schemas.openxmlformats.org/presentationml/2006/main">
  <p:tag name="YOO_CHATSHAPE_TYPE" val="YOO_CHATSHAPE_CHILDCONTENT"/>
  <p:tag name="TAG_CONTENT_GROUPINDEX" val="5"/>
  <p:tag name="TAG_CONTENT_GROUPCOUNT" val="5"/>
  <p:tag name="TAG_CONTENT_DIAGRAM_INDEX" val="d87f8016c73d42b7b26cc191c6c4ca5e"/>
  <p:tag name="TAG_CONTENT_SUBINDEX" val="5"/>
</p:tagLst>
</file>

<file path=ppt/tags/tag216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5"/>
  <p:tag name="TAG_CONTENT_DIAGRAM_INDEX" val="d87f8016c73d42b7b26cc191c6c4ca5e"/>
  <p:tag name="TAG_CONTENT_SUBINDEX" val="2"/>
</p:tagLst>
</file>

<file path=ppt/tags/tag217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5"/>
  <p:tag name="TAG_CONTENT_DIAGRAM_INDEX" val="d87f8016c73d42b7b26cc191c6c4ca5e"/>
  <p:tag name="TAG_CONTENT_SUBINDEX" val="3"/>
</p:tagLst>
</file>

<file path=ppt/tags/tag218.xml><?xml version="1.0" encoding="utf-8"?>
<p:tagLst xmlns:p="http://schemas.openxmlformats.org/presentationml/2006/main">
  <p:tag name="YOO_CHATSHAPE_TYPE" val="YOO_CHATSHAPE_CHILDCONTENT"/>
  <p:tag name="TAG_CONTENT_GROUPINDEX" val="4"/>
  <p:tag name="TAG_CONTENT_GROUPCOUNT" val="5"/>
  <p:tag name="TAG_CONTENT_DIAGRAM_INDEX" val="d87f8016c73d42b7b26cc191c6c4ca5e"/>
  <p:tag name="TAG_CONTENT_SUBINDEX" val="4"/>
</p:tagLst>
</file>

<file path=ppt/tags/tag219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4"/>
  <p:tag name="TAG_CHATSHAPE_LINK" val="sp:子标题4"/>
</p:tagLst>
</file>

<file path=ppt/tags/tag220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4"/>
  <p:tag name="TAG_CHATSHAPE_LINK" val="sp:子标题4"/>
</p:tagLst>
</file>

<file path=ppt/tags/tag221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2"/>
  <p:tag name="TAG_CHATSHAPE_LINK" val="sp:子标题2"/>
</p:tagLst>
</file>

<file path=ppt/tags/tag222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2"/>
  <p:tag name="TAG_CHATSHAPE_LINK" val="sp:子标题2"/>
</p:tagLst>
</file>

<file path=ppt/tags/tag223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1"/>
  <p:tag name="TAG_CHATSHAPE_LINK" val="sp:子标题1"/>
</p:tagLst>
</file>

<file path=ppt/tags/tag224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1"/>
  <p:tag name="TAG_CHATSHAPE_LINK" val="sp:子标题1"/>
</p:tagLst>
</file>

<file path=ppt/tags/tag22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5"/>
  <p:tag name="TAG_CHATSHAPE_LINK" val="sp:子标题5"/>
</p:tagLst>
</file>

<file path=ppt/tags/tag22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3"/>
  <p:tag name="TAG_CHATSHAPE_LINK" val="sp:子标题3"/>
</p:tagLst>
</file>

<file path=ppt/tags/tag22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3"/>
  <p:tag name="TAG_CHATSHAPE_LINK" val="sp:子标题3"/>
</p:tagLst>
</file>

<file path=ppt/tags/tag228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5"/>
  <p:tag name="TAG_CONTENT_DIAGRAM_INDEX" val="d87f8016c73d42b7b26cc191c6c4ca5e"/>
  <p:tag name="TAG_CONTENT_SUBINDEX" val="5"/>
  <p:tag name="TAG_CHATSHAPE_LINK" val="sp:子标题5"/>
</p:tagLst>
</file>

<file path=ppt/tags/tag229.xml><?xml version="1.0" encoding="utf-8"?>
<p:tagLst xmlns:p="http://schemas.openxmlformats.org/presentationml/2006/main">
  <p:tag name="YOO_CHATSHAPE_TYPE" val="YOO_CHATSHAPE_ICON"/>
  <p:tag name="TAG_CONTENT_GROUPINDEX" val="1"/>
  <p:tag name="TAG_CONTENT_GROUPCOUNT" val="5"/>
  <p:tag name="TAG_CONTENT_DIAGRAM_INDEX" val="d87f8016c73d42b7b26cc191c6c4ca5e"/>
  <p:tag name="TAG_CONTENT_SUBINDEX" val="1"/>
</p:tagLst>
</file>

<file path=ppt/tags/tag230.xml><?xml version="1.0" encoding="utf-8"?>
<p:tagLst xmlns:p="http://schemas.openxmlformats.org/presentationml/2006/main">
  <p:tag name="YOO_CHATSHAPE_TYPE" val="YOO_CHATSHAPE_ICON"/>
  <p:tag name="TAG_CONTENT_GROUPINDEX" val="1"/>
  <p:tag name="TAG_CONTENT_GROUPCOUNT" val="5"/>
  <p:tag name="TAG_CONTENT_DIAGRAM_INDEX" val="d87f8016c73d42b7b26cc191c6c4ca5e"/>
  <p:tag name="TAG_CONTENT_SUBINDEX" val="2"/>
</p:tagLst>
</file>

<file path=ppt/tags/tag231.xml><?xml version="1.0" encoding="utf-8"?>
<p:tagLst xmlns:p="http://schemas.openxmlformats.org/presentationml/2006/main">
  <p:tag name="YOO_CHATSHAPE_TYPE" val="YOO_CHATSHAPE_ICON"/>
  <p:tag name="TAG_CONTENT_GROUPINDEX" val="1"/>
  <p:tag name="TAG_CONTENT_GROUPCOUNT" val="5"/>
  <p:tag name="TAG_CONTENT_DIAGRAM_INDEX" val="d87f8016c73d42b7b26cc191c6c4ca5e"/>
  <p:tag name="TAG_CONTENT_SUBINDEX" val="3"/>
</p:tagLst>
</file>

<file path=ppt/tags/tag232.xml><?xml version="1.0" encoding="utf-8"?>
<p:tagLst xmlns:p="http://schemas.openxmlformats.org/presentationml/2006/main">
  <p:tag name="YOO_CHATSHAPE_TYPE" val="YOO_CHATSHAPE_ICON"/>
  <p:tag name="TAG_CONTENT_GROUPINDEX" val="1"/>
  <p:tag name="TAG_CONTENT_GROUPCOUNT" val="5"/>
  <p:tag name="TAG_CONTENT_DIAGRAM_INDEX" val="d87f8016c73d42b7b26cc191c6c4ca5e"/>
  <p:tag name="TAG_CONTENT_SUBINDEX" val="4"/>
</p:tagLst>
</file>

<file path=ppt/tags/tag233.xml><?xml version="1.0" encoding="utf-8"?>
<p:tagLst xmlns:p="http://schemas.openxmlformats.org/presentationml/2006/main">
  <p:tag name="YOO_CHATSHAPE_TYPE" val="YOO_CHATSHAPE_ICON"/>
  <p:tag name="TAG_CONTENT_GROUPINDEX" val="1"/>
  <p:tag name="TAG_CONTENT_GROUPCOUNT" val="5"/>
  <p:tag name="TAG_CONTENT_DIAGRAM_INDEX" val="d87f8016c73d42b7b26cc191c6c4ca5e"/>
  <p:tag name="TAG_CONTENT_SUBINDEX" val="5"/>
</p:tagLst>
</file>

<file path=ppt/tags/tag234.xml><?xml version="1.0" encoding="utf-8"?>
<p:tagLst xmlns:p="http://schemas.openxmlformats.org/presentationml/2006/main">
  <p:tag name="YOO_CHATPAGE_TYPE" val="TAG_CHATPAGE_MULTCONTENT"/>
</p:tagLst>
</file>

<file path=ppt/tags/tag235.xml><?xml version="1.0" encoding="utf-8"?>
<p:tagLst xmlns:p="http://schemas.openxmlformats.org/presentationml/2006/main">
  <p:tag name="YOO_CHATSHAPE_TYPE" val="YOO_CHATSHAPE_DECORATION"/>
</p:tagLst>
</file>

<file path=ppt/tags/tag236.xml><?xml version="1.0" encoding="utf-8"?>
<p:tagLst xmlns:p="http://schemas.openxmlformats.org/presentationml/2006/main">
  <p:tag name="YOO_CHATSHAPE_TYPE" val="YOO_CHATSHAPE_DECORATION"/>
</p:tagLst>
</file>

<file path=ppt/tags/tag237.xml><?xml version="1.0" encoding="utf-8"?>
<p:tagLst xmlns:p="http://schemas.openxmlformats.org/presentationml/2006/main">
  <p:tag name="YOO_CHATSHAPE_TYPE" val="YOO_CHATSHAPE_DECORATION"/>
</p:tagLst>
</file>

<file path=ppt/tags/tag238.xml><?xml version="1.0" encoding="utf-8"?>
<p:tagLst xmlns:p="http://schemas.openxmlformats.org/presentationml/2006/main">
  <p:tag name="YOO_CHATSHAPE_TYPE" val="YOO_CHATSHAPE_DECORATION"/>
</p:tagLst>
</file>

<file path=ppt/tags/tag239.xml><?xml version="1.0" encoding="utf-8"?>
<p:tagLst xmlns:p="http://schemas.openxmlformats.org/presentationml/2006/main">
  <p:tag name="YOO_CHATSHAPE_TYPE" val="YOO_CHATSHAPE_DECORATION"/>
</p:tagLst>
</file>

<file path=ppt/tags/tag240.xml><?xml version="1.0" encoding="utf-8"?>
<p:tagLst xmlns:p="http://schemas.openxmlformats.org/presentationml/2006/main">
  <p:tag name="YOO_CHATSHAPE_TYPE" val="YOO_CHATSHAPE_DECORATION"/>
</p:tagLst>
</file>

<file path=ppt/tags/tag241.xml><?xml version="1.0" encoding="utf-8"?>
<p:tagLst xmlns:p="http://schemas.openxmlformats.org/presentationml/2006/main">
  <p:tag name="YOO_CHATSHAPE_TYPE" val="YOO_CHATSHAPE_CONTENT"/>
</p:tagLst>
</file>

<file path=ppt/tags/tag242.xml><?xml version="1.0" encoding="utf-8"?>
<p:tagLst xmlns:p="http://schemas.openxmlformats.org/presentationml/2006/main">
  <p:tag name="YOO_CHATSHAPE_TYPE" val="YOO_CHATSHAPE_TITLE"/>
</p:tagLst>
</file>

<file path=ppt/tags/tag243.xml><?xml version="1.0" encoding="utf-8"?>
<p:tagLst xmlns:p="http://schemas.openxmlformats.org/presentationml/2006/main">
  <p:tag name="YOO_CHATPAGE_TYPE" val="TAG_CHATPAGE_CONTENT"/>
</p:tagLst>
</file>

<file path=ppt/tags/tag244.xml><?xml version="1.0" encoding="utf-8"?>
<p:tagLst xmlns:p="http://schemas.openxmlformats.org/presentationml/2006/main">
  <p:tag name="YOO_CHATSHAPE_TYPE" val="YOO_CHATSHAPE_TITLE"/>
</p:tagLst>
</file>

<file path=ppt/tags/tag24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49d8f347d0d04791b6386924a4669d55"/>
  <p:tag name="TAG_CONTENT_SUBINDEX" val="1"/>
  <p:tag name="TAG_CHATSHAPE_LINK" val="sp:子标题1"/>
  <p:tag name="KSO_WM_DIAGRAM_VIRTUALLY_FRAME" val="{&quot;height&quot;:318.8518897637796,&quot;left&quot;:22.185905511811022,&quot;top&quot;:139.50007874015748,&quot;width&quot;:921.4261417322836}"/>
</p:tagLst>
</file>

<file path=ppt/tags/tag246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4"/>
  <p:tag name="TAG_CONTENT_DIAGRAM_INDEX" val="49d8f347d0d04791b6386924a4669d55"/>
  <p:tag name="TAG_CONTENT_SUBINDEX" val="2"/>
  <p:tag name="TAG_CHATSHAPE_LINK" val="sp:子标题2"/>
  <p:tag name="KSO_WM_DIAGRAM_VIRTUALLY_FRAME" val="{&quot;height&quot;:318.8518897637796,&quot;left&quot;:22.185905511811022,&quot;top&quot;:139.50007874015748,&quot;width&quot;:921.4261417322836}"/>
</p:tagLst>
</file>

<file path=ppt/tags/tag247.xml><?xml version="1.0" encoding="utf-8"?>
<p:tagLst xmlns:p="http://schemas.openxmlformats.org/presentationml/2006/main">
  <p:tag name="YOO_CHATSHAPE_TYPE" val="YOO_CHATSHAPE_CHILDDECORATE"/>
  <p:tag name="TAG_CONTENT_GROUPINDEX" val="4"/>
  <p:tag name="TAG_CONTENT_GROUPCOUNT" val="4"/>
  <p:tag name="TAG_CONTENT_DIAGRAM_INDEX" val="49d8f347d0d04791b6386924a4669d55"/>
  <p:tag name="TAG_CONTENT_SUBINDEX" val="4"/>
  <p:tag name="TAG_CHATSHAPE_LINK" val="sp:子标题4"/>
  <p:tag name="KSO_WM_DIAGRAM_VIRTUALLY_FRAME" val="{&quot;height&quot;:318.8518897637796,&quot;left&quot;:22.185905511811022,&quot;top&quot;:139.50007874015748,&quot;width&quot;:921.4261417322836}"/>
</p:tagLst>
</file>

<file path=ppt/tags/tag248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4"/>
  <p:tag name="TAG_CONTENT_DIAGRAM_INDEX" val="49d8f347d0d04791b6386924a4669d55"/>
  <p:tag name="TAG_CONTENT_SUBINDEX" val="3"/>
  <p:tag name="TAG_CHATSHAPE_LINK" val="sp:子标题3"/>
  <p:tag name="KSO_WM_DIAGRAM_VIRTUALLY_FRAME" val="{&quot;height&quot;:318.8518897637796,&quot;left&quot;:22.185905511811022,&quot;top&quot;:139.50007874015748,&quot;width&quot;:921.4261417322836}"/>
</p:tagLst>
</file>

<file path=ppt/tags/tag249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49d8f347d0d04791b6386924a4669d55"/>
  <p:tag name="TAG_CONTENT_SUBINDEX" val="1"/>
  <p:tag name="TAG_CHATSHAPE_LINK" val="sp:子标题1"/>
  <p:tag name="KSO_WM_DIAGRAM_VIRTUALLY_FRAME" val="{&quot;height&quot;:318.8518897637796,&quot;left&quot;:22.185905511811022,&quot;top&quot;:139.50007874015748,&quot;width&quot;:921.4261417322836}"/>
</p:tagLst>
</file>

<file path=ppt/tags/tag250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4"/>
  <p:tag name="TAG_CONTENT_DIAGRAM_INDEX" val="49d8f347d0d04791b6386924a4669d55"/>
  <p:tag name="TAG_CONTENT_SUBINDEX" val="3"/>
  <p:tag name="TAG_CHATSHAPE_LINK" val="sp:子标题3"/>
  <p:tag name="KSO_WM_DIAGRAM_VIRTUALLY_FRAME" val="{&quot;height&quot;:318.8518897637796,&quot;left&quot;:22.185905511811022,&quot;top&quot;:139.50007874015748,&quot;width&quot;:921.4261417322836}"/>
</p:tagLst>
</file>

<file path=ppt/tags/tag251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4"/>
  <p:tag name="TAG_CONTENT_DIAGRAM_INDEX" val="49d8f347d0d04791b6386924a4669d55"/>
  <p:tag name="TAG_CONTENT_SUBINDEX" val="2"/>
  <p:tag name="TAG_CHATSHAPE_LINK" val="sp:子标题2"/>
  <p:tag name="KSO_WM_DIAGRAM_VIRTUALLY_FRAME" val="{&quot;height&quot;:318.8518897637796,&quot;left&quot;:22.185905511811022,&quot;top&quot;:139.50007874015748,&quot;width&quot;:921.4261417322836}"/>
</p:tagLst>
</file>

<file path=ppt/tags/tag252.xml><?xml version="1.0" encoding="utf-8"?>
<p:tagLst xmlns:p="http://schemas.openxmlformats.org/presentationml/2006/main">
  <p:tag name="YOO_CHATSHAPE_TYPE" val="YOO_CHATSHAPE_CHILDDECORATE"/>
  <p:tag name="TAG_CONTENT_GROUPINDEX" val="4"/>
  <p:tag name="TAG_CONTENT_GROUPCOUNT" val="4"/>
  <p:tag name="TAG_CONTENT_DIAGRAM_INDEX" val="49d8f347d0d04791b6386924a4669d55"/>
  <p:tag name="TAG_CONTENT_SUBINDEX" val="4"/>
  <p:tag name="TAG_CHATSHAPE_LINK" val="sp:子标题4"/>
  <p:tag name="KSO_WM_DIAGRAM_VIRTUALLY_FRAME" val="{&quot;height&quot;:318.8518897637796,&quot;left&quot;:22.185905511811022,&quot;top&quot;:139.50007874015748,&quot;width&quot;:921.4261417322836}"/>
</p:tagLst>
</file>

<file path=ppt/tags/tag253.xml><?xml version="1.0" encoding="utf-8"?>
<p:tagLst xmlns:p="http://schemas.openxmlformats.org/presentationml/2006/main">
  <p:tag name="YOO_CHATSHAPE_TYPE" val="YOO_CHATSHAPE_NUM"/>
  <p:tag name="TAG_CONTENT_GROUPINDEX" val="1"/>
  <p:tag name="TAG_CONTENT_GROUPCOUNT" val="4"/>
  <p:tag name="TAG_CONTENT_DIAGRAM_INDEX" val="49d8f347d0d04791b6386924a4669d55"/>
  <p:tag name="TAG_CONTENT_SUBINDEX" val="1"/>
  <p:tag name="KSO_WM_DIAGRAM_VIRTUALLY_FRAME" val="{&quot;height&quot;:318.8518897637796,&quot;left&quot;:22.185905511811022,&quot;top&quot;:139.50007874015748,&quot;width&quot;:921.4261417322836}"/>
</p:tagLst>
</file>

<file path=ppt/tags/tag254.xml><?xml version="1.0" encoding="utf-8"?>
<p:tagLst xmlns:p="http://schemas.openxmlformats.org/presentationml/2006/main">
  <p:tag name="YOO_CHATSHAPE_TYPE" val="YOO_CHATSHAPE_NUM"/>
  <p:tag name="TAG_CONTENT_GROUPINDEX" val="2"/>
  <p:tag name="TAG_CONTENT_GROUPCOUNT" val="4"/>
  <p:tag name="TAG_CONTENT_DIAGRAM_INDEX" val="49d8f347d0d04791b6386924a4669d55"/>
  <p:tag name="TAG_CONTENT_SUBINDEX" val="2"/>
  <p:tag name="KSO_WM_DIAGRAM_VIRTUALLY_FRAME" val="{&quot;height&quot;:318.8518897637796,&quot;left&quot;:22.185905511811022,&quot;top&quot;:139.50007874015748,&quot;width&quot;:921.4261417322836}"/>
</p:tagLst>
</file>

<file path=ppt/tags/tag255.xml><?xml version="1.0" encoding="utf-8"?>
<p:tagLst xmlns:p="http://schemas.openxmlformats.org/presentationml/2006/main">
  <p:tag name="YOO_CHATSHAPE_TYPE" val="YOO_CHATSHAPE_NUM"/>
  <p:tag name="TAG_CONTENT_GROUPINDEX" val="3"/>
  <p:tag name="TAG_CONTENT_GROUPCOUNT" val="4"/>
  <p:tag name="TAG_CONTENT_DIAGRAM_INDEX" val="49d8f347d0d04791b6386924a4669d55"/>
  <p:tag name="TAG_CONTENT_SUBINDEX" val="3"/>
  <p:tag name="KSO_WM_DIAGRAM_VIRTUALLY_FRAME" val="{&quot;height&quot;:318.8518897637796,&quot;left&quot;:22.185905511811022,&quot;top&quot;:139.50007874015748,&quot;width&quot;:921.4261417322836}"/>
</p:tagLst>
</file>

<file path=ppt/tags/tag256.xml><?xml version="1.0" encoding="utf-8"?>
<p:tagLst xmlns:p="http://schemas.openxmlformats.org/presentationml/2006/main">
  <p:tag name="YOO_CHATSHAPE_TYPE" val="YOO_CHATSHAPE_NUM"/>
  <p:tag name="TAG_CONTENT_GROUPINDEX" val="4"/>
  <p:tag name="TAG_CONTENT_GROUPCOUNT" val="4"/>
  <p:tag name="TAG_CONTENT_DIAGRAM_INDEX" val="49d8f347d0d04791b6386924a4669d55"/>
  <p:tag name="TAG_CONTENT_SUBINDEX" val="4"/>
  <p:tag name="KSO_WM_DIAGRAM_VIRTUALLY_FRAME" val="{&quot;height&quot;:318.8518897637796,&quot;left&quot;:22.185905511811022,&quot;top&quot;:139.50007874015748,&quot;width&quot;:921.4261417322836}"/>
</p:tagLst>
</file>

<file path=ppt/tags/tag257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4"/>
  <p:tag name="TAG_CONTENT_DIAGRAM_INDEX" val="49d8f347d0d04791b6386924a4669d55"/>
  <p:tag name="TAG_CONTENT_SUBINDEX" val="1"/>
  <p:tag name="KSO_WM_DIAGRAM_VIRTUALLY_FRAME" val="{&quot;height&quot;:318.8518897637796,&quot;left&quot;:22.185905511811022,&quot;top&quot;:139.50007874015748,&quot;width&quot;:921.4261417322836}"/>
</p:tagLst>
</file>

<file path=ppt/tags/tag258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4"/>
  <p:tag name="TAG_CONTENT_DIAGRAM_INDEX" val="49d8f347d0d04791b6386924a4669d55"/>
  <p:tag name="TAG_CONTENT_SUBINDEX" val="1"/>
</p:tagLst>
</file>

<file path=ppt/tags/tag259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4"/>
  <p:tag name="TAG_CONTENT_DIAGRAM_INDEX" val="49d8f347d0d04791b6386924a4669d55"/>
  <p:tag name="TAG_CONTENT_SUBINDEX" val="3"/>
  <p:tag name="KSO_WM_DIAGRAM_VIRTUALLY_FRAME" val="{&quot;height&quot;:318.8518897637796,&quot;left&quot;:22.185905511811022,&quot;top&quot;:139.50007874015748,&quot;width&quot;:921.4261417322836}"/>
</p:tagLst>
</file>

<file path=ppt/tags/tag260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4"/>
  <p:tag name="TAG_CONTENT_DIAGRAM_INDEX" val="49d8f347d0d04791b6386924a4669d55"/>
  <p:tag name="TAG_CONTENT_SUBINDEX" val="3"/>
</p:tagLst>
</file>

<file path=ppt/tags/tag261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4"/>
  <p:tag name="TAG_CONTENT_DIAGRAM_INDEX" val="49d8f347d0d04791b6386924a4669d55"/>
  <p:tag name="TAG_CONTENT_SUBINDEX" val="2"/>
  <p:tag name="KSO_WM_DIAGRAM_VIRTUALLY_FRAME" val="{&quot;height&quot;:318.8518897637796,&quot;left&quot;:22.185905511811022,&quot;top&quot;:139.50007874015748,&quot;width&quot;:921.4261417322836}"/>
</p:tagLst>
</file>

<file path=ppt/tags/tag262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4"/>
  <p:tag name="TAG_CONTENT_DIAGRAM_INDEX" val="49d8f347d0d04791b6386924a4669d55"/>
  <p:tag name="TAG_CONTENT_SUBINDEX" val="2"/>
</p:tagLst>
</file>

<file path=ppt/tags/tag263.xml><?xml version="1.0" encoding="utf-8"?>
<p:tagLst xmlns:p="http://schemas.openxmlformats.org/presentationml/2006/main">
  <p:tag name="YOO_CHATSHAPE_TYPE" val="YOO_CHATSHAPE_CHILDCONTENT"/>
  <p:tag name="TAG_CONTENT_GROUPINDEX" val="4"/>
  <p:tag name="TAG_CONTENT_GROUPCOUNT" val="4"/>
  <p:tag name="TAG_CONTENT_DIAGRAM_INDEX" val="49d8f347d0d04791b6386924a4669d55"/>
  <p:tag name="TAG_CONTENT_SUBINDEX" val="4"/>
  <p:tag name="KSO_WM_DIAGRAM_VIRTUALLY_FRAME" val="{&quot;height&quot;:318.8518897637796,&quot;left&quot;:22.185905511811022,&quot;top&quot;:139.50007874015748,&quot;width&quot;:921.4261417322836}"/>
</p:tagLst>
</file>

<file path=ppt/tags/tag264.xml><?xml version="1.0" encoding="utf-8"?>
<p:tagLst xmlns:p="http://schemas.openxmlformats.org/presentationml/2006/main">
  <p:tag name="YOO_CHATSHAPE_TYPE" val="YOO_CHATSHAPE_CHILDTITLE"/>
  <p:tag name="TAG_CONTENT_GROUPINDEX" val="4"/>
  <p:tag name="TAG_CONTENT_GROUPCOUNT" val="4"/>
  <p:tag name="TAG_CONTENT_DIAGRAM_INDEX" val="49d8f347d0d04791b6386924a4669d55"/>
  <p:tag name="TAG_CONTENT_SUBINDEX" val="4"/>
</p:tagLst>
</file>

<file path=ppt/tags/tag265.xml><?xml version="1.0" encoding="utf-8"?>
<p:tagLst xmlns:p="http://schemas.openxmlformats.org/presentationml/2006/main">
  <p:tag name="YOO_CHATPAGE_TYPE" val="TAG_CHATPAGE_MULTCONTENT"/>
</p:tagLst>
</file>

<file path=ppt/tags/tag266.xml><?xml version="1.0" encoding="utf-8"?>
<p:tagLst xmlns:p="http://schemas.openxmlformats.org/presentationml/2006/main">
  <p:tag name="YOO_CHATSHAPE_TYPE" val="YOO_CHATSHAPE_TITLE"/>
</p:tagLst>
</file>

<file path=ppt/tags/tag26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4e25e75974e4c5684aab85bf6618e8d"/>
  <p:tag name="TAG_CONTENT_SUBINDEX" val="1"/>
  <p:tag name="TAG_CHATSHAPE_LINK" val="sp:子标题1"/>
</p:tagLst>
</file>

<file path=ppt/tags/tag268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4"/>
  <p:tag name="TAG_CONTENT_DIAGRAM_INDEX" val="74e25e75974e4c5684aab85bf6618e8d"/>
  <p:tag name="TAG_CONTENT_SUBINDEX" val="2"/>
  <p:tag name="TAG_CHATSHAPE_LINK" val="sp:子标题2"/>
</p:tagLst>
</file>

<file path=ppt/tags/tag269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4"/>
  <p:tag name="TAG_CONTENT_DIAGRAM_INDEX" val="74e25e75974e4c5684aab85bf6618e8d"/>
  <p:tag name="TAG_CONTENT_SUBINDEX" val="3"/>
  <p:tag name="TAG_CHATSHAPE_LINK" val="sp:子标题3"/>
</p:tagLst>
</file>

<file path=ppt/tags/tag270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4"/>
  <p:tag name="TAG_CONTENT_DIAGRAM_INDEX" val="74e25e75974e4c5684aab85bf6618e8d"/>
  <p:tag name="TAG_CONTENT_SUBINDEX" val="1"/>
</p:tagLst>
</file>

<file path=ppt/tags/tag271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4"/>
  <p:tag name="TAG_CONTENT_DIAGRAM_INDEX" val="74e25e75974e4c5684aab85bf6618e8d"/>
  <p:tag name="TAG_CONTENT_SUBINDEX" val="2"/>
</p:tagLst>
</file>

<file path=ppt/tags/tag272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4"/>
  <p:tag name="TAG_CONTENT_DIAGRAM_INDEX" val="74e25e75974e4c5684aab85bf6618e8d"/>
  <p:tag name="TAG_CONTENT_SUBINDEX" val="3"/>
</p:tagLst>
</file>

<file path=ppt/tags/tag273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4"/>
  <p:tag name="TAG_CONTENT_DIAGRAM_INDEX" val="74e25e75974e4c5684aab85bf6618e8d"/>
  <p:tag name="TAG_CONTENT_SUBINDEX" val="3"/>
  <p:tag name="TAG_CHATSHAPE_LINK" val="sp:子标题3"/>
</p:tagLst>
</file>

<file path=ppt/tags/tag274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4"/>
  <p:tag name="TAG_CONTENT_DIAGRAM_INDEX" val="74e25e75974e4c5684aab85bf6618e8d"/>
  <p:tag name="TAG_CONTENT_SUBINDEX" val="3"/>
  <p:tag name="TAG_CHATSHAPE_LINK" val="sp:子标题3"/>
</p:tagLst>
</file>

<file path=ppt/tags/tag275.xml><?xml version="1.0" encoding="utf-8"?>
<p:tagLst xmlns:p="http://schemas.openxmlformats.org/presentationml/2006/main">
  <p:tag name="YOO_CHATSHAPE_TYPE" val="YOO_CHATSHAPE_ICON"/>
  <p:tag name="TAG_CONTENT_GROUPINDEX" val="3"/>
  <p:tag name="TAG_CONTENT_GROUPCOUNT" val="4"/>
  <p:tag name="TAG_CONTENT_DIAGRAM_INDEX" val="74e25e75974e4c5684aab85bf6618e8d"/>
  <p:tag name="TAG_CONTENT_SUBINDEX" val="3"/>
</p:tagLst>
</file>

<file path=ppt/tags/tag27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4e25e75974e4c5684aab85bf6618e8d"/>
  <p:tag name="TAG_CONTENT_SUBINDEX" val="1"/>
  <p:tag name="TAG_CHATSHAPE_LINK" val="sp:子标题1"/>
</p:tagLst>
</file>

<file path=ppt/tags/tag27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4"/>
  <p:tag name="TAG_CONTENT_DIAGRAM_INDEX" val="74e25e75974e4c5684aab85bf6618e8d"/>
  <p:tag name="TAG_CONTENT_SUBINDEX" val="1"/>
  <p:tag name="TAG_CHATSHAPE_LINK" val="sp:子标题1"/>
</p:tagLst>
</file>

<file path=ppt/tags/tag278.xml><?xml version="1.0" encoding="utf-8"?>
<p:tagLst xmlns:p="http://schemas.openxmlformats.org/presentationml/2006/main">
  <p:tag name="YOO_CHATSHAPE_TYPE" val="YOO_CHATSHAPE_ICON"/>
  <p:tag name="TAG_CONTENT_GROUPINDEX" val="1"/>
  <p:tag name="TAG_CONTENT_GROUPCOUNT" val="4"/>
  <p:tag name="TAG_CONTENT_DIAGRAM_INDEX" val="74e25e75974e4c5684aab85bf6618e8d"/>
  <p:tag name="TAG_CONTENT_SUBINDEX" val="1"/>
</p:tagLst>
</file>

<file path=ppt/tags/tag279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4"/>
  <p:tag name="TAG_CONTENT_DIAGRAM_INDEX" val="74e25e75974e4c5684aab85bf6618e8d"/>
  <p:tag name="TAG_CONTENT_SUBINDEX" val="2"/>
  <p:tag name="TAG_CHATSHAPE_LINK" val="sp:子标题2"/>
</p:tagLst>
</file>

<file path=ppt/tags/tag280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4"/>
  <p:tag name="TAG_CONTENT_DIAGRAM_INDEX" val="74e25e75974e4c5684aab85bf6618e8d"/>
  <p:tag name="TAG_CONTENT_SUBINDEX" val="2"/>
  <p:tag name="TAG_CHATSHAPE_LINK" val="sp:子标题2"/>
</p:tagLst>
</file>

<file path=ppt/tags/tag281.xml><?xml version="1.0" encoding="utf-8"?>
<p:tagLst xmlns:p="http://schemas.openxmlformats.org/presentationml/2006/main">
  <p:tag name="YOO_CHATSHAPE_TYPE" val="YOO_CHATSHAPE_ICON"/>
  <p:tag name="TAG_CONTENT_GROUPINDEX" val="2"/>
  <p:tag name="TAG_CONTENT_GROUPCOUNT" val="4"/>
  <p:tag name="TAG_CONTENT_DIAGRAM_INDEX" val="74e25e75974e4c5684aab85bf6618e8d"/>
  <p:tag name="TAG_CONTENT_SUBINDEX" val="2"/>
</p:tagLst>
</file>

<file path=ppt/tags/tag282.xml><?xml version="1.0" encoding="utf-8"?>
<p:tagLst xmlns:p="http://schemas.openxmlformats.org/presentationml/2006/main">
  <p:tag name="YOO_CHATSHAPE_TYPE" val="YOO_CHATSHAPE_CHILDDECORATE"/>
  <p:tag name="TAG_CONTENT_GROUPINDEX" val="4"/>
  <p:tag name="TAG_CONTENT_GROUPCOUNT" val="4"/>
  <p:tag name="TAG_CONTENT_DIAGRAM_INDEX" val="74e25e75974e4c5684aab85bf6618e8d"/>
  <p:tag name="TAG_CONTENT_SUBINDEX" val="4"/>
  <p:tag name="TAG_CHATSHAPE_LINK" val="sp:子标题4"/>
</p:tagLst>
</file>

<file path=ppt/tags/tag283.xml><?xml version="1.0" encoding="utf-8"?>
<p:tagLst xmlns:p="http://schemas.openxmlformats.org/presentationml/2006/main">
  <p:tag name="YOO_CHATSHAPE_TYPE" val="YOO_CHATSHAPE_CHILDCONTENT"/>
  <p:tag name="TAG_CONTENT_GROUPINDEX" val="4"/>
  <p:tag name="TAG_CONTENT_GROUPCOUNT" val="4"/>
  <p:tag name="TAG_CONTENT_DIAGRAM_INDEX" val="74e25e75974e4c5684aab85bf6618e8d"/>
  <p:tag name="TAG_CONTENT_SUBINDEX" val="4"/>
</p:tagLst>
</file>

<file path=ppt/tags/tag284.xml><?xml version="1.0" encoding="utf-8"?>
<p:tagLst xmlns:p="http://schemas.openxmlformats.org/presentationml/2006/main">
  <p:tag name="YOO_CHATSHAPE_TYPE" val="YOO_CHATSHAPE_CHILDTITLE"/>
  <p:tag name="TAG_CONTENT_GROUPINDEX" val="4"/>
  <p:tag name="TAG_CONTENT_GROUPCOUNT" val="4"/>
  <p:tag name="TAG_CONTENT_DIAGRAM_INDEX" val="74e25e75974e4c5684aab85bf6618e8d"/>
  <p:tag name="TAG_CONTENT_SUBINDEX" val="4"/>
</p:tagLst>
</file>

<file path=ppt/tags/tag285.xml><?xml version="1.0" encoding="utf-8"?>
<p:tagLst xmlns:p="http://schemas.openxmlformats.org/presentationml/2006/main">
  <p:tag name="YOO_CHATSHAPE_TYPE" val="YOO_CHATSHAPE_CHILDDECORATE"/>
  <p:tag name="TAG_CONTENT_GROUPINDEX" val="4"/>
  <p:tag name="TAG_CONTENT_GROUPCOUNT" val="4"/>
  <p:tag name="TAG_CONTENT_DIAGRAM_INDEX" val="74e25e75974e4c5684aab85bf6618e8d"/>
  <p:tag name="TAG_CONTENT_SUBINDEX" val="4"/>
  <p:tag name="TAG_CHATSHAPE_LINK" val="sp:子标题4"/>
</p:tagLst>
</file>

<file path=ppt/tags/tag286.xml><?xml version="1.0" encoding="utf-8"?>
<p:tagLst xmlns:p="http://schemas.openxmlformats.org/presentationml/2006/main">
  <p:tag name="YOO_CHATSHAPE_TYPE" val="YOO_CHATSHAPE_CHILDDECORATE"/>
  <p:tag name="TAG_CONTENT_GROUPINDEX" val="4"/>
  <p:tag name="TAG_CONTENT_GROUPCOUNT" val="4"/>
  <p:tag name="TAG_CONTENT_DIAGRAM_INDEX" val="74e25e75974e4c5684aab85bf6618e8d"/>
  <p:tag name="TAG_CONTENT_SUBINDEX" val="4"/>
  <p:tag name="TAG_CHATSHAPE_LINK" val="sp:子标题4"/>
</p:tagLst>
</file>

<file path=ppt/tags/tag287.xml><?xml version="1.0" encoding="utf-8"?>
<p:tagLst xmlns:p="http://schemas.openxmlformats.org/presentationml/2006/main">
  <p:tag name="YOO_CHATSHAPE_TYPE" val="YOO_CHATSHAPE_ICON"/>
  <p:tag name="TAG_CONTENT_GROUPINDEX" val="4"/>
  <p:tag name="TAG_CONTENT_GROUPCOUNT" val="4"/>
  <p:tag name="TAG_CONTENT_DIAGRAM_INDEX" val="74e25e75974e4c5684aab85bf6618e8d"/>
  <p:tag name="TAG_CONTENT_SUBINDEX" val="4"/>
</p:tagLst>
</file>

<file path=ppt/tags/tag288.xml><?xml version="1.0" encoding="utf-8"?>
<p:tagLst xmlns:p="http://schemas.openxmlformats.org/presentationml/2006/main">
  <p:tag name="YOO_CHATPAGE_TYPE" val="TAG_CHATPAGE_MULTCONTENT"/>
</p:tagLst>
</file>

<file path=ppt/tags/tag289.xml><?xml version="1.0" encoding="utf-8"?>
<p:tagLst xmlns:p="http://schemas.openxmlformats.org/presentationml/2006/main">
  <p:tag name="YOO_CHATSHAPE_TYPE" val="YOO_CHATSHAPE_IMAGE"/>
  <p:tag name="TAG_CONTENT_SUBINDEX" val="3"/>
</p:tagLst>
</file>

<file path=ppt/tags/tag290.xml><?xml version="1.0" encoding="utf-8"?>
<p:tagLst xmlns:p="http://schemas.openxmlformats.org/presentationml/2006/main">
  <p:tag name="YOO_CHATSHAPE_TYPE" val="YOO_CHATSHAPE_IMAGE"/>
  <p:tag name="TAG_CONTENT_SUBINDEX" val="2"/>
</p:tagLst>
</file>

<file path=ppt/tags/tag291.xml><?xml version="1.0" encoding="utf-8"?>
<p:tagLst xmlns:p="http://schemas.openxmlformats.org/presentationml/2006/main">
  <p:tag name="YOO_CHATSHAPE_TYPE" val="YOO_CHATSHAPE_IMAGE"/>
  <p:tag name="TAG_CONTENT_SUBINDEX" val="1"/>
</p:tagLst>
</file>

<file path=ppt/tags/tag292.xml><?xml version="1.0" encoding="utf-8"?>
<p:tagLst xmlns:p="http://schemas.openxmlformats.org/presentationml/2006/main">
  <p:tag name="YOO_CHATSHAPE_TYPE" val="YOO_CHATSHAPE_DECORATION"/>
</p:tagLst>
</file>

<file path=ppt/tags/tag293.xml><?xml version="1.0" encoding="utf-8"?>
<p:tagLst xmlns:p="http://schemas.openxmlformats.org/presentationml/2006/main">
  <p:tag name="YOO_CHATSHAPE_TYPE" val="YOO_CHATSHAPE_TITLE"/>
</p:tagLst>
</file>

<file path=ppt/tags/tag294.xml><?xml version="1.0" encoding="utf-8"?>
<p:tagLst xmlns:p="http://schemas.openxmlformats.org/presentationml/2006/main">
  <p:tag name="YOO_CHATSHAPE_TYPE" val="YOO_CHATSHAPE_CONTENT"/>
</p:tagLst>
</file>

<file path=ppt/tags/tag295.xml><?xml version="1.0" encoding="utf-8"?>
<p:tagLst xmlns:p="http://schemas.openxmlformats.org/presentationml/2006/main">
  <p:tag name="YOO_CHATSHAPE_TYPE" val="YOO_CHATSHAPE_DECORATION"/>
</p:tagLst>
</file>

<file path=ppt/tags/tag296.xml><?xml version="1.0" encoding="utf-8"?>
<p:tagLst xmlns:p="http://schemas.openxmlformats.org/presentationml/2006/main">
  <p:tag name="YOO_CHATPAGE_TYPE" val="TAG_CHATPAGE_CONTENT"/>
</p:tagLst>
</file>

<file path=ppt/tags/tag297.xml><?xml version="1.0" encoding="utf-8"?>
<p:tagLst xmlns:p="http://schemas.openxmlformats.org/presentationml/2006/main">
  <p:tag name="YOO_CHATSHAPE_TYPE" val="YOO_CHATSHAPE_DECORATION"/>
</p:tagLst>
</file>

<file path=ppt/tags/tag298.xml><?xml version="1.0" encoding="utf-8"?>
<p:tagLst xmlns:p="http://schemas.openxmlformats.org/presentationml/2006/main">
  <p:tag name="YOO_CHATSHAPE_TYPE" val="YOO_CHATSHAPE_DECORATION"/>
</p:tagLst>
</file>

<file path=ppt/tags/tag299.xml><?xml version="1.0" encoding="utf-8"?>
<p:tagLst xmlns:p="http://schemas.openxmlformats.org/presentationml/2006/main">
  <p:tag name="YOO_CHATSHAPE_TYPE" val="YOO_CHATSHAPE_DECORATION"/>
</p:tagLst>
</file>

<file path=ppt/tags/tag300.xml><?xml version="1.0" encoding="utf-8"?>
<p:tagLst xmlns:p="http://schemas.openxmlformats.org/presentationml/2006/main">
  <p:tag name="YOO_CHATSHAPE_TYPE" val="YOO_CHATSHAPE_DECORATION"/>
</p:tagLst>
</file>

<file path=ppt/tags/tag301.xml><?xml version="1.0" encoding="utf-8"?>
<p:tagLst xmlns:p="http://schemas.openxmlformats.org/presentationml/2006/main">
  <p:tag name="YOO_CHATSHAPE_TYPE" val="YOO_CHATSHAPE_DECORATION"/>
</p:tagLst>
</file>

<file path=ppt/tags/tag302.xml><?xml version="1.0" encoding="utf-8"?>
<p:tagLst xmlns:p="http://schemas.openxmlformats.org/presentationml/2006/main">
  <p:tag name="YOO_CHATSHAPE_TYPE" val="YOO_CHATSHAPE_DECORATION"/>
</p:tagLst>
</file>

<file path=ppt/tags/tag303.xml><?xml version="1.0" encoding="utf-8"?>
<p:tagLst xmlns:p="http://schemas.openxmlformats.org/presentationml/2006/main">
  <p:tag name="YOO_CHATSHAPE_TYPE" val="YOO_CHATSHAPE_DECORATION"/>
</p:tagLst>
</file>

<file path=ppt/tags/tag304.xml><?xml version="1.0" encoding="utf-8"?>
<p:tagLst xmlns:p="http://schemas.openxmlformats.org/presentationml/2006/main">
  <p:tag name="YOO_CHATSHAPE_TYPE" val="YOO_CHATSHAPE_DECORATION"/>
</p:tagLst>
</file>

<file path=ppt/tags/tag305.xml><?xml version="1.0" encoding="utf-8"?>
<p:tagLst xmlns:p="http://schemas.openxmlformats.org/presentationml/2006/main">
  <p:tag name="YOO_CHATSHAPE_TYPE" val="YOO_CHATSHAPE_DECORATION"/>
</p:tagLst>
</file>

<file path=ppt/tags/tag306.xml><?xml version="1.0" encoding="utf-8"?>
<p:tagLst xmlns:p="http://schemas.openxmlformats.org/presentationml/2006/main">
  <p:tag name="YOO_CHATSHAPE_TYPE" val="YOO_CHATSHAPE_DECORATION"/>
</p:tagLst>
</file>

<file path=ppt/tags/tag307.xml><?xml version="1.0" encoding="utf-8"?>
<p:tagLst xmlns:p="http://schemas.openxmlformats.org/presentationml/2006/main">
  <p:tag name="YOO_CHATSHAPE_TYPE" val="YOO_CHATSHAPE_DECORATION"/>
</p:tagLst>
</file>

<file path=ppt/tags/tag308.xml><?xml version="1.0" encoding="utf-8"?>
<p:tagLst xmlns:p="http://schemas.openxmlformats.org/presentationml/2006/main">
  <p:tag name="YOO_CHATSHAPE_TYPE" val="YOO_CHATSHAPE_DECORATION"/>
</p:tagLst>
</file>

<file path=ppt/tags/tag309.xml><?xml version="1.0" encoding="utf-8"?>
<p:tagLst xmlns:p="http://schemas.openxmlformats.org/presentationml/2006/main">
  <p:tag name="YOO_CHATSHAPE_TYPE" val="YOO_CHATSHAPE_DECORATION"/>
</p:tagLst>
</file>

<file path=ppt/tags/tag310.xml><?xml version="1.0" encoding="utf-8"?>
<p:tagLst xmlns:p="http://schemas.openxmlformats.org/presentationml/2006/main">
  <p:tag name="YOO_CHATSHAPE_TYPE" val="YOO_CHATSHAPE_DECORATION"/>
</p:tagLst>
</file>

<file path=ppt/tags/tag311.xml><?xml version="1.0" encoding="utf-8"?>
<p:tagLst xmlns:p="http://schemas.openxmlformats.org/presentationml/2006/main">
  <p:tag name="YOO_CHATSHAPE_TYPE" val="YOO_CHATSHAPE_DECORATION"/>
</p:tagLst>
</file>

<file path=ppt/tags/tag312.xml><?xml version="1.0" encoding="utf-8"?>
<p:tagLst xmlns:p="http://schemas.openxmlformats.org/presentationml/2006/main">
  <p:tag name="YOO_CHATSHAPE_TYPE" val="YOO_CHATSHAPE_DECORATION"/>
</p:tagLst>
</file>

<file path=ppt/tags/tag313.xml><?xml version="1.0" encoding="utf-8"?>
<p:tagLst xmlns:p="http://schemas.openxmlformats.org/presentationml/2006/main">
  <p:tag name="YOO_CHATSHAPE_TYPE" val="YOO_CHATSHAPE_DECORATION"/>
</p:tagLst>
</file>

<file path=ppt/tags/tag314.xml><?xml version="1.0" encoding="utf-8"?>
<p:tagLst xmlns:p="http://schemas.openxmlformats.org/presentationml/2006/main">
  <p:tag name="YOO_CHATSHAPE_TYPE" val="YOO_CHATSHAPE_DECORATION"/>
</p:tagLst>
</file>

<file path=ppt/tags/tag315.xml><?xml version="1.0" encoding="utf-8"?>
<p:tagLst xmlns:p="http://schemas.openxmlformats.org/presentationml/2006/main">
  <p:tag name="YOO_CHATSHAPE_TYPE" val="YOO_CHATSHAPE_DECORATION"/>
</p:tagLst>
</file>

<file path=ppt/tags/tag316.xml><?xml version="1.0" encoding="utf-8"?>
<p:tagLst xmlns:p="http://schemas.openxmlformats.org/presentationml/2006/main">
  <p:tag name="YOO_CHATSHAPE_TYPE" val="YOO_CHATSHAPE_DECORATION"/>
</p:tagLst>
</file>

<file path=ppt/tags/tag317.xml><?xml version="1.0" encoding="utf-8"?>
<p:tagLst xmlns:p="http://schemas.openxmlformats.org/presentationml/2006/main">
  <p:tag name="YOO_CHATSHAPE_TYPE" val="YOO_CHATSHAPE_DECORATION"/>
</p:tagLst>
</file>

<file path=ppt/tags/tag318.xml><?xml version="1.0" encoding="utf-8"?>
<p:tagLst xmlns:p="http://schemas.openxmlformats.org/presentationml/2006/main">
  <p:tag name="YOO_CHATSHAPE_TYPE" val="YOO_CHATSHAPE_DECORATION"/>
</p:tagLst>
</file>

<file path=ppt/tags/tag319.xml><?xml version="1.0" encoding="utf-8"?>
<p:tagLst xmlns:p="http://schemas.openxmlformats.org/presentationml/2006/main">
  <p:tag name="YOO_CHATSHAPE_TYPE" val="YOO_CHATSHAPE_DECORATION"/>
</p:tagLst>
</file>

<file path=ppt/tags/tag320.xml><?xml version="1.0" encoding="utf-8"?>
<p:tagLst xmlns:p="http://schemas.openxmlformats.org/presentationml/2006/main">
  <p:tag name="YOO_CHATSHAPE_TYPE" val="YOO_CHATSHAPE_DECORATION"/>
</p:tagLst>
</file>

<file path=ppt/tags/tag321.xml><?xml version="1.0" encoding="utf-8"?>
<p:tagLst xmlns:p="http://schemas.openxmlformats.org/presentationml/2006/main">
  <p:tag name="YOO_CHATSHAPE_TYPE" val="YOO_CHATSHAPE_DECORATION"/>
</p:tagLst>
</file>

<file path=ppt/tags/tag322.xml><?xml version="1.0" encoding="utf-8"?>
<p:tagLst xmlns:p="http://schemas.openxmlformats.org/presentationml/2006/main">
  <p:tag name="YOO_CHATSHAPE_TYPE" val="YOO_CHATSHAPE_DECORATION"/>
</p:tagLst>
</file>

<file path=ppt/tags/tag323.xml><?xml version="1.0" encoding="utf-8"?>
<p:tagLst xmlns:p="http://schemas.openxmlformats.org/presentationml/2006/main">
  <p:tag name="YOO_CHATSHAPE_TYPE" val="YOO_CHATSHAPE_DECORATION"/>
</p:tagLst>
</file>

<file path=ppt/tags/tag324.xml><?xml version="1.0" encoding="utf-8"?>
<p:tagLst xmlns:p="http://schemas.openxmlformats.org/presentationml/2006/main">
  <p:tag name="YOO_CHATSHAPE_TYPE" val="YOO_CHATSHAPE_DECORATION"/>
</p:tagLst>
</file>

<file path=ppt/tags/tag325.xml><?xml version="1.0" encoding="utf-8"?>
<p:tagLst xmlns:p="http://schemas.openxmlformats.org/presentationml/2006/main">
  <p:tag name="YOO_CHATSHAPE_TYPE" val="YOO_CHATSHAPE_DECORATION"/>
</p:tagLst>
</file>

<file path=ppt/tags/tag326.xml><?xml version="1.0" encoding="utf-8"?>
<p:tagLst xmlns:p="http://schemas.openxmlformats.org/presentationml/2006/main">
  <p:tag name="YOO_CHATSHAPE_TYPE" val="YOO_CHATSHAPE_DECORATION"/>
</p:tagLst>
</file>

<file path=ppt/tags/tag327.xml><?xml version="1.0" encoding="utf-8"?>
<p:tagLst xmlns:p="http://schemas.openxmlformats.org/presentationml/2006/main">
  <p:tag name="YOO_CHATSHAPE_TYPE" val="YOO_CHATSHAPE_DECORATION"/>
</p:tagLst>
</file>

<file path=ppt/tags/tag328.xml><?xml version="1.0" encoding="utf-8"?>
<p:tagLst xmlns:p="http://schemas.openxmlformats.org/presentationml/2006/main">
  <p:tag name="YOO_CHATSHAPE_TYPE" val="YOO_CHATSHAPE_DECORATION"/>
</p:tagLst>
</file>

<file path=ppt/tags/tag329.xml><?xml version="1.0" encoding="utf-8"?>
<p:tagLst xmlns:p="http://schemas.openxmlformats.org/presentationml/2006/main">
  <p:tag name="YOO_CHATSHAPE_TYPE" val="YOO_CHATSHAPE_DECORATION"/>
</p:tagLst>
</file>

<file path=ppt/tags/tag330.xml><?xml version="1.0" encoding="utf-8"?>
<p:tagLst xmlns:p="http://schemas.openxmlformats.org/presentationml/2006/main">
  <p:tag name="YOO_CHATSHAPE_TYPE" val="YOO_CHATSHAPE_DECORATION"/>
</p:tagLst>
</file>

<file path=ppt/tags/tag331.xml><?xml version="1.0" encoding="utf-8"?>
<p:tagLst xmlns:p="http://schemas.openxmlformats.org/presentationml/2006/main">
  <p:tag name="YOO_CHATSHAPE_TYPE" val="YOO_CHATSHAPE_DECORATION"/>
</p:tagLst>
</file>

<file path=ppt/tags/tag332.xml><?xml version="1.0" encoding="utf-8"?>
<p:tagLst xmlns:p="http://schemas.openxmlformats.org/presentationml/2006/main">
  <p:tag name="YOO_CHATSHAPE_TYPE" val="YOO_CHATSHAPE_DECORATION"/>
</p:tagLst>
</file>

<file path=ppt/tags/tag333.xml><?xml version="1.0" encoding="utf-8"?>
<p:tagLst xmlns:p="http://schemas.openxmlformats.org/presentationml/2006/main">
  <p:tag name="YOO_CHATSHAPE_TYPE" val="YOO_CHATSHAPE_DECORATION"/>
</p:tagLst>
</file>

<file path=ppt/tags/tag334.xml><?xml version="1.0" encoding="utf-8"?>
<p:tagLst xmlns:p="http://schemas.openxmlformats.org/presentationml/2006/main">
  <p:tag name="YOO_CHATSHAPE_TYPE" val="YOO_CHATSHAPE_DECORATION"/>
</p:tagLst>
</file>

<file path=ppt/tags/tag335.xml><?xml version="1.0" encoding="utf-8"?>
<p:tagLst xmlns:p="http://schemas.openxmlformats.org/presentationml/2006/main">
  <p:tag name="YOO_CHATSHAPE_TYPE" val="YOO_CHATSHAPE_DECORATION"/>
</p:tagLst>
</file>

<file path=ppt/tags/tag336.xml><?xml version="1.0" encoding="utf-8"?>
<p:tagLst xmlns:p="http://schemas.openxmlformats.org/presentationml/2006/main">
  <p:tag name="YOO_CHATSHAPE_TYPE" val="YOO_CHATSHAPE_DECORATION"/>
</p:tagLst>
</file>

<file path=ppt/tags/tag337.xml><?xml version="1.0" encoding="utf-8"?>
<p:tagLst xmlns:p="http://schemas.openxmlformats.org/presentationml/2006/main">
  <p:tag name="YOO_CHATSHAPE_TYPE" val="YOO_CHATSHAPE_DECORATION"/>
</p:tagLst>
</file>

<file path=ppt/tags/tag338.xml><?xml version="1.0" encoding="utf-8"?>
<p:tagLst xmlns:p="http://schemas.openxmlformats.org/presentationml/2006/main">
  <p:tag name="YOO_CHATSHAPE_TYPE" val="YOO_CHATSHAPE_DECORATION"/>
</p:tagLst>
</file>

<file path=ppt/tags/tag339.xml><?xml version="1.0" encoding="utf-8"?>
<p:tagLst xmlns:p="http://schemas.openxmlformats.org/presentationml/2006/main">
  <p:tag name="YOO_CHATSHAPE_TYPE" val="YOO_CHATSHAPE_DECORATION"/>
</p:tagLst>
</file>

<file path=ppt/tags/tag340.xml><?xml version="1.0" encoding="utf-8"?>
<p:tagLst xmlns:p="http://schemas.openxmlformats.org/presentationml/2006/main">
  <p:tag name="YOO_CHATSHAPE_TYPE" val="YOO_CHATSHAPE_DECORATION"/>
</p:tagLst>
</file>

<file path=ppt/tags/tag341.xml><?xml version="1.0" encoding="utf-8"?>
<p:tagLst xmlns:p="http://schemas.openxmlformats.org/presentationml/2006/main">
  <p:tag name="YOO_CHATSHAPE_TYPE" val="YOO_CHATSHAPE_DECORATION"/>
</p:tagLst>
</file>

<file path=ppt/tags/tag342.xml><?xml version="1.0" encoding="utf-8"?>
<p:tagLst xmlns:p="http://schemas.openxmlformats.org/presentationml/2006/main">
  <p:tag name="YOO_CHATSHAPE_TYPE" val="YOO_CHATSHAPE_DECORATION"/>
</p:tagLst>
</file>

<file path=ppt/tags/tag343.xml><?xml version="1.0" encoding="utf-8"?>
<p:tagLst xmlns:p="http://schemas.openxmlformats.org/presentationml/2006/main">
  <p:tag name="YOO_CHATSHAPE_TYPE" val="YOO_CHATSHAPE_DECORATION"/>
</p:tagLst>
</file>

<file path=ppt/tags/tag344.xml><?xml version="1.0" encoding="utf-8"?>
<p:tagLst xmlns:p="http://schemas.openxmlformats.org/presentationml/2006/main">
  <p:tag name="YOO_CHATSHAPE_TYPE" val="YOO_CHATSHAPE_DECORATION"/>
</p:tagLst>
</file>

<file path=ppt/tags/tag345.xml><?xml version="1.0" encoding="utf-8"?>
<p:tagLst xmlns:p="http://schemas.openxmlformats.org/presentationml/2006/main">
  <p:tag name="YOO_CHATSHAPE_TYPE" val="YOO_CHATSHAPE_DECORATION"/>
</p:tagLst>
</file>

<file path=ppt/tags/tag346.xml><?xml version="1.0" encoding="utf-8"?>
<p:tagLst xmlns:p="http://schemas.openxmlformats.org/presentationml/2006/main">
  <p:tag name="YOO_CHATSHAPE_TYPE" val="YOO_CHATSHAPE_DECORATION"/>
</p:tagLst>
</file>

<file path=ppt/tags/tag347.xml><?xml version="1.0" encoding="utf-8"?>
<p:tagLst xmlns:p="http://schemas.openxmlformats.org/presentationml/2006/main">
  <p:tag name="YOO_CHATSHAPE_TYPE" val="YOO_CHATSHAPE_DECORATION"/>
</p:tagLst>
</file>

<file path=ppt/tags/tag348.xml><?xml version="1.0" encoding="utf-8"?>
<p:tagLst xmlns:p="http://schemas.openxmlformats.org/presentationml/2006/main">
  <p:tag name="YOO_CHATSHAPE_TYPE" val="YOO_CHATSHAPE_DECORATION"/>
</p:tagLst>
</file>

<file path=ppt/tags/tag349.xml><?xml version="1.0" encoding="utf-8"?>
<p:tagLst xmlns:p="http://schemas.openxmlformats.org/presentationml/2006/main">
  <p:tag name="YOO_CHATSHAPE_TYPE" val="YOO_CHATSHAPE_DECORATION"/>
</p:tagLst>
</file>

<file path=ppt/tags/tag350.xml><?xml version="1.0" encoding="utf-8"?>
<p:tagLst xmlns:p="http://schemas.openxmlformats.org/presentationml/2006/main">
  <p:tag name="YOO_CHATSHAPE_TYPE" val="YOO_CHATSHAPE_DECORATION"/>
</p:tagLst>
</file>

<file path=ppt/tags/tag351.xml><?xml version="1.0" encoding="utf-8"?>
<p:tagLst xmlns:p="http://schemas.openxmlformats.org/presentationml/2006/main">
  <p:tag name="YOO_CHATSHAPE_TYPE" val="YOO_CHATSHAPE_DECORATION"/>
</p:tagLst>
</file>

<file path=ppt/tags/tag352.xml><?xml version="1.0" encoding="utf-8"?>
<p:tagLst xmlns:p="http://schemas.openxmlformats.org/presentationml/2006/main">
  <p:tag name="YOO_CHATSHAPE_TYPE" val="YOO_CHATSHAPE_DECORATION"/>
</p:tagLst>
</file>

<file path=ppt/tags/tag353.xml><?xml version="1.0" encoding="utf-8"?>
<p:tagLst xmlns:p="http://schemas.openxmlformats.org/presentationml/2006/main">
  <p:tag name="YOO_CHATSHAPE_TYPE" val="YOO_CHATSHAPE_DECORATION"/>
</p:tagLst>
</file>

<file path=ppt/tags/tag354.xml><?xml version="1.0" encoding="utf-8"?>
<p:tagLst xmlns:p="http://schemas.openxmlformats.org/presentationml/2006/main">
  <p:tag name="YOO_CHATSHAPE_TYPE" val="YOO_CHATSHAPE_DECORATION"/>
</p:tagLst>
</file>

<file path=ppt/tags/tag355.xml><?xml version="1.0" encoding="utf-8"?>
<p:tagLst xmlns:p="http://schemas.openxmlformats.org/presentationml/2006/main">
  <p:tag name="YOO_CHATSHAPE_TYPE" val="YOO_CHATSHAPE_DECORATION"/>
</p:tagLst>
</file>

<file path=ppt/tags/tag356.xml><?xml version="1.0" encoding="utf-8"?>
<p:tagLst xmlns:p="http://schemas.openxmlformats.org/presentationml/2006/main">
  <p:tag name="YOO_CHATSHAPE_TYPE" val="YOO_CHATSHAPE_DECORATION"/>
</p:tagLst>
</file>

<file path=ppt/tags/tag357.xml><?xml version="1.0" encoding="utf-8"?>
<p:tagLst xmlns:p="http://schemas.openxmlformats.org/presentationml/2006/main">
  <p:tag name="YOO_CHATSHAPE_TYPE" val="YOO_CHATSHAPE_DECORATION"/>
</p:tagLst>
</file>

<file path=ppt/tags/tag358.xml><?xml version="1.0" encoding="utf-8"?>
<p:tagLst xmlns:p="http://schemas.openxmlformats.org/presentationml/2006/main">
  <p:tag name="YOO_CHATSHAPE_TYPE" val="YOO_CHATSHAPE_DECORATION"/>
</p:tagLst>
</file>

<file path=ppt/tags/tag359.xml><?xml version="1.0" encoding="utf-8"?>
<p:tagLst xmlns:p="http://schemas.openxmlformats.org/presentationml/2006/main">
  <p:tag name="YOO_CHATSHAPE_TYPE" val="YOO_CHATSHAPE_DECORATION"/>
</p:tagLst>
</file>

<file path=ppt/tags/tag360.xml><?xml version="1.0" encoding="utf-8"?>
<p:tagLst xmlns:p="http://schemas.openxmlformats.org/presentationml/2006/main">
  <p:tag name="YOO_CHATSHAPE_TYPE" val="YOO_CHATSHAPE_DECORATION"/>
</p:tagLst>
</file>

<file path=ppt/tags/tag361.xml><?xml version="1.0" encoding="utf-8"?>
<p:tagLst xmlns:p="http://schemas.openxmlformats.org/presentationml/2006/main">
  <p:tag name="YOO_CHATSHAPE_TYPE" val="YOO_CHATSHAPE_DECORATION"/>
</p:tagLst>
</file>

<file path=ppt/tags/tag362.xml><?xml version="1.0" encoding="utf-8"?>
<p:tagLst xmlns:p="http://schemas.openxmlformats.org/presentationml/2006/main">
  <p:tag name="YOO_CHATSHAPE_TYPE" val="YOO_CHATSHAPE_DECORATION"/>
</p:tagLst>
</file>

<file path=ppt/tags/tag363.xml><?xml version="1.0" encoding="utf-8"?>
<p:tagLst xmlns:p="http://schemas.openxmlformats.org/presentationml/2006/main">
  <p:tag name="YOO_CHATSHAPE_TYPE" val="YOO_CHATSHAPE_DECORATION"/>
</p:tagLst>
</file>

<file path=ppt/tags/tag364.xml><?xml version="1.0" encoding="utf-8"?>
<p:tagLst xmlns:p="http://schemas.openxmlformats.org/presentationml/2006/main">
  <p:tag name="YOO_CHATSHAPE_TYPE" val="YOO_CHATSHAPE_DECORATION"/>
</p:tagLst>
</file>

<file path=ppt/tags/tag365.xml><?xml version="1.0" encoding="utf-8"?>
<p:tagLst xmlns:p="http://schemas.openxmlformats.org/presentationml/2006/main">
  <p:tag name="YOO_CHATSHAPE_TYPE" val="YOO_CHATSHAPE_DECORATION"/>
</p:tagLst>
</file>

<file path=ppt/tags/tag366.xml><?xml version="1.0" encoding="utf-8"?>
<p:tagLst xmlns:p="http://schemas.openxmlformats.org/presentationml/2006/main">
  <p:tag name="YOO_CHATSHAPE_TYPE" val="YOO_CHATSHAPE_DECORATION"/>
</p:tagLst>
</file>

<file path=ppt/tags/tag367.xml><?xml version="1.0" encoding="utf-8"?>
<p:tagLst xmlns:p="http://schemas.openxmlformats.org/presentationml/2006/main">
  <p:tag name="YOO_CHATSHAPE_TYPE" val="YOO_CHATSHAPE_DECORATION"/>
</p:tagLst>
</file>

<file path=ppt/tags/tag368.xml><?xml version="1.0" encoding="utf-8"?>
<p:tagLst xmlns:p="http://schemas.openxmlformats.org/presentationml/2006/main">
  <p:tag name="YOO_CHATSHAPE_TYPE" val="YOO_CHATSHAPE_DECORATION"/>
</p:tagLst>
</file>

<file path=ppt/tags/tag369.xml><?xml version="1.0" encoding="utf-8"?>
<p:tagLst xmlns:p="http://schemas.openxmlformats.org/presentationml/2006/main">
  <p:tag name="YOO_CHATSHAPE_TYPE" val="YOO_CHATSHAPE_DECORATION"/>
</p:tagLst>
</file>

<file path=ppt/tags/tag370.xml><?xml version="1.0" encoding="utf-8"?>
<p:tagLst xmlns:p="http://schemas.openxmlformats.org/presentationml/2006/main">
  <p:tag name="YOO_CHATSHAPE_TYPE" val="YOO_CHATSHAPE_DECORATION"/>
</p:tagLst>
</file>

<file path=ppt/tags/tag371.xml><?xml version="1.0" encoding="utf-8"?>
<p:tagLst xmlns:p="http://schemas.openxmlformats.org/presentationml/2006/main">
  <p:tag name="YOO_CHATSHAPE_TYPE" val="YOO_CHATSHAPE_DECORATION"/>
</p:tagLst>
</file>

<file path=ppt/tags/tag372.xml><?xml version="1.0" encoding="utf-8"?>
<p:tagLst xmlns:p="http://schemas.openxmlformats.org/presentationml/2006/main">
  <p:tag name="YOO_CHATSHAPE_TYPE" val="YOO_CHATSHAPE_DECORATION"/>
</p:tagLst>
</file>

<file path=ppt/tags/tag373.xml><?xml version="1.0" encoding="utf-8"?>
<p:tagLst xmlns:p="http://schemas.openxmlformats.org/presentationml/2006/main">
  <p:tag name="YOO_CHATSHAPE_TYPE" val="YOO_CHATSHAPE_DECORATION"/>
</p:tagLst>
</file>

<file path=ppt/tags/tag374.xml><?xml version="1.0" encoding="utf-8"?>
<p:tagLst xmlns:p="http://schemas.openxmlformats.org/presentationml/2006/main">
  <p:tag name="YOO_CHATSHAPE_TYPE" val="YOO_CHATSHAPE_DECORATION"/>
</p:tagLst>
</file>

<file path=ppt/tags/tag375.xml><?xml version="1.0" encoding="utf-8"?>
<p:tagLst xmlns:p="http://schemas.openxmlformats.org/presentationml/2006/main">
  <p:tag name="YOO_CHATSHAPE_TYPE" val="YOO_CHATSHAPE_DECORATION"/>
</p:tagLst>
</file>

<file path=ppt/tags/tag376.xml><?xml version="1.0" encoding="utf-8"?>
<p:tagLst xmlns:p="http://schemas.openxmlformats.org/presentationml/2006/main">
  <p:tag name="YOO_CHATSHAPE_TYPE" val="YOO_CHATSHAPE_DECORATION"/>
</p:tagLst>
</file>

<file path=ppt/tags/tag377.xml><?xml version="1.0" encoding="utf-8"?>
<p:tagLst xmlns:p="http://schemas.openxmlformats.org/presentationml/2006/main">
  <p:tag name="YOO_CHATSHAPE_TYPE" val="YOO_CHATSHAPE_DECORATION"/>
</p:tagLst>
</file>

<file path=ppt/tags/tag378.xml><?xml version="1.0" encoding="utf-8"?>
<p:tagLst xmlns:p="http://schemas.openxmlformats.org/presentationml/2006/main">
  <p:tag name="YOO_CHATSHAPE_TYPE" val="YOO_CHATSHAPE_DECORATION"/>
</p:tagLst>
</file>

<file path=ppt/tags/tag379.xml><?xml version="1.0" encoding="utf-8"?>
<p:tagLst xmlns:p="http://schemas.openxmlformats.org/presentationml/2006/main">
  <p:tag name="YOO_CHATSHAPE_TYPE" val="YOO_CHATSHAPE_DECORATION"/>
</p:tagLst>
</file>

<file path=ppt/tags/tag380.xml><?xml version="1.0" encoding="utf-8"?>
<p:tagLst xmlns:p="http://schemas.openxmlformats.org/presentationml/2006/main">
  <p:tag name="YOO_CHATSHAPE_TYPE" val="YOO_CHATSHAPE_AUTHOR"/>
</p:tagLst>
</file>

<file path=ppt/tags/tag381.xml><?xml version="1.0" encoding="utf-8"?>
<p:tagLst xmlns:p="http://schemas.openxmlformats.org/presentationml/2006/main">
  <p:tag name="YOO_CHATSHAPE_TYPE" val="YOO_CHATSHAPE_DECORATION"/>
</p:tagLst>
</file>

<file path=ppt/tags/tag382.xml><?xml version="1.0" encoding="utf-8"?>
<p:tagLst xmlns:p="http://schemas.openxmlformats.org/presentationml/2006/main">
  <p:tag name="YOO_CHATSHAPE_TYPE" val="YOO_CHATSHAPE_TITLE"/>
</p:tagLst>
</file>

<file path=ppt/tags/tag383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384.xml><?xml version="1.0" encoding="utf-8"?>
<p:tagLst xmlns:p="http://schemas.openxmlformats.org/presentationml/2006/main">
  <p:tag name="YOO_CHATSHAPE_TYPE" val="YOO_CHATSHAPE_DATE"/>
</p:tagLst>
</file>

<file path=ppt/tags/tag385.xml><?xml version="1.0" encoding="utf-8"?>
<p:tagLst xmlns:p="http://schemas.openxmlformats.org/presentationml/2006/main">
  <p:tag name="TAG_CHATPPT" val="ChatPPT"/>
  <p:tag name="YOO_CHATPAGE_TYPE" val="TAG_CHATPAGE_END"/>
</p:tagLst>
</file>

<file path=ppt/tags/tag386.xml><?xml version="1.0" encoding="utf-8"?>
<p:tagLst xmlns:p="http://schemas.openxmlformats.org/presentationml/2006/main">
  <p:tag name="TAG_CHATPPT" val="ChatPPT"/>
  <p:tag name="LANGUAGE" val="zh-CN"/>
  <p:tag name="TAG_PRESENTATION_STYLE" val="商务风"/>
  <p:tag name="TAG_SCENE" val="normal"/>
  <p:tag name="TAG_JSON2PPT_URL" val="https://file.static.yoojober.cn/chatppt/file/editor_json/20260305/4227364/69a92cf296a51.json"/>
  <p:tag name="resource_record_key" val="{&quot;13&quot;:[4364950,20042469,20481688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F5760"/>
      </a:dk1>
      <a:lt1>
        <a:srgbClr val="FFFFFF"/>
      </a:lt1>
      <a:dk2>
        <a:srgbClr val="FFFFFF"/>
      </a:dk2>
      <a:lt2>
        <a:srgbClr val="157481"/>
      </a:lt2>
      <a:accent1>
        <a:srgbClr val="4DD0E1"/>
      </a:accent1>
      <a:accent2>
        <a:srgbClr val="F48FB1"/>
      </a:accent2>
      <a:accent3>
        <a:srgbClr val="8EAB39"/>
      </a:accent3>
      <a:accent4>
        <a:srgbClr val="FCC02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bg1"/>
        </a:solidFill>
        <a:gradFill rotWithShape="1">
          <a:gsLst>
            <a:gs pos="0">
              <a:schemeClr val="bg1">
                <a:lumMod val="110000"/>
                <a:satMod val="105000"/>
                <a:tint val="67000"/>
              </a:schemeClr>
            </a:gs>
            <a:gs pos="50000">
              <a:schemeClr val="bg1">
                <a:lumMod val="105000"/>
                <a:satMod val="103000"/>
                <a:tint val="73000"/>
              </a:schemeClr>
            </a:gs>
            <a:gs pos="100000">
              <a:schemeClr val="bg1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bg1">
                <a:satMod val="103000"/>
                <a:lumMod val="102000"/>
                <a:tint val="94000"/>
              </a:schemeClr>
            </a:gs>
            <a:gs pos="50000">
              <a:schemeClr val="bg1">
                <a:satMod val="110000"/>
                <a:lumMod val="100000"/>
                <a:shade val="100000"/>
              </a:schemeClr>
            </a:gs>
            <a:gs pos="100000">
              <a:schemeClr val="bg1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accent1"/>
          </a:solidFill>
          <a:prstDash val="solid"/>
          <a:miter lim="800000"/>
        </a:ln>
        <a:ln w="19050" cap="flat" cmpd="sng" algn="ctr">
          <a:solidFill>
            <a:schemeClr val="bg1"/>
          </a:solidFill>
          <a:prstDash val="solid"/>
          <a:miter lim="800000"/>
        </a:ln>
        <a:ln w="25400" cap="flat" cmpd="sng" algn="ctr">
          <a:solidFill>
            <a:schemeClr val="bg1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1278</Words>
  <Application>WPS 演示</Application>
  <PresentationFormat>宽屏</PresentationFormat>
  <Paragraphs>202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MiSans-Bold</vt:lpstr>
      <vt:lpstr>Segoe Print</vt:lpstr>
      <vt:lpstr>等线</vt:lpstr>
      <vt:lpstr>Arial Unicode MS</vt:lpstr>
      <vt:lpstr>等线 Light</vt:lpstr>
      <vt:lpstr>Calibri</vt:lpstr>
      <vt:lpstr>华文仿宋</vt:lpstr>
      <vt:lpstr>华文琥珀</vt:lpstr>
      <vt:lpstr>华文行楷</vt:lpstr>
      <vt:lpstr>Malgun Gothic Semilight</vt:lpstr>
      <vt:lpstr>Malgun Gothic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BIYOO Team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ChatPPT</dc:creator>
  <cp:lastModifiedBy>jessica</cp:lastModifiedBy>
  <cp:revision>6</cp:revision>
  <dcterms:created xsi:type="dcterms:W3CDTF">2024-12-10T04:03:00Z</dcterms:created>
  <dcterms:modified xsi:type="dcterms:W3CDTF">2026-03-05T08:31:15Z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F2FF4DD296754B12B5A2A46A2054F3DF_13</vt:lpwstr>
  </property>
  <property fmtid="{D5CDD505-2E9C-101B-9397-08002B2CF9AE}" pid="3" name="KSOProductBuildVer">
    <vt:lpwstr>2052-12.1.0.22089</vt:lpwstr>
  </property>
</Properties>
</file>