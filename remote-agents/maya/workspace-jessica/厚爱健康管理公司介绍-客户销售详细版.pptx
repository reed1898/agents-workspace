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厚爱健康管理公司介绍</a:t>
            </a:r>
          </a:p>
          <a:p>
            <a:pPr>
              <a:defRPr sz="1400">
                <a:solidFill>
                  <a:srgbClr val="5F6368"/>
                </a:solidFill>
              </a:defRPr>
            </a:pPr>
            <a:r>
              <a:t>客户销售详细版｜方案能力与交付闭环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核心承诺：方案可落地、交付可控、结果可衡量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我们服务谁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医院与基层医疗机构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社区服务机构与物业平台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养老机构与健康产业客户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客户常见挑战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系统分散、数据不通、流程效率低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服务触达不足，用户持续管理困难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缺少标准化实施与运营能力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解决方案总览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医疗信息化系统建设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APP+智能健康小包搭建家庭入口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社区健康小屋打造本地服务触点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智慧养老平台支撑机构与家庭照护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方案模块一｜医疗信息化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定制化建设：匹配机构业务流程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技术底座：云计算、大数据、系统集成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结果导向：效率提升、数据可视、风险可控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方案模块二｜APP与健康小包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用户聚焦：中老年与家庭协同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功能完整：监测、预警、咨询、慢病、随访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硬件协同：数据实时采集与跨端同步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方案模块三｜社区健康小屋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服务组合：筛查、咨询、中医、转诊协同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运营机制：定时开放、医护驻点、即时反馈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合作模式：社区/地产/机构联合共建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方案模块四｜智慧养老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机构端：巡检、工单、物资与流程数字化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家庭端：远程监护与护理培训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技术端：可穿戴+AI分析支持个性化服务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交付方法论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阶段1：需求调研与现状诊断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阶段2：方案设计与系统实施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阶段3：联调测试与上线培训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阶段4：运维陪跑与迭代优化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交付保障体系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项目经理负责制+里程碑管控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SLA运维机制+响应闭环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验收文档、培训手册、操作规范齐全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客户价值结果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效率提升：流程缩短、协同增强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质量提升：数据统一、问题可追溯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增长提升：用户活跃与复购提升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合作模式与报价思路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项目制：单点快速落地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平台制：长期协同与能力沉淀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联合运营：按目标共创结果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启动建议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先选1个高价值场景试点（90天）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形成样板后标准化复制（6个月）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建立季度复盘与持续优化机制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124"/>
                </a:solidFill>
              </a:defRPr>
            </a:pPr>
            <a: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把方案做成结果，把交付做成口碑</a:t>
            </a:r>
          </a:p>
          <a:p>
            <a:pPr>
              <a:spcAft>
                <a:spcPts val="500"/>
              </a:spcAft>
              <a:defRPr sz="1800" b="1">
                <a:solidFill>
                  <a:srgbClr val="202124"/>
                </a:solidFill>
              </a:defRPr>
            </a:pPr>
            <a:r>
              <a:t>厚爱健康愿做你长期可信赖的合作伙伴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63640"/>
            <a:ext cx="11064240" cy="9144"/>
          </a:xfrm>
          <a:prstGeom prst="rect">
            <a:avLst/>
          </a:prstGeom>
          <a:solidFill>
            <a:srgbClr val="DC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368"/>
                </a:solidFill>
              </a:defRPr>
            </a:pPr>
            <a:r>
              <a:t>湖北厚爱健康管理有限公司｜客户销售详细版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727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36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