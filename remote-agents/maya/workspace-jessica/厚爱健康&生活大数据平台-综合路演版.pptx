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厚爱健康&amp;生活大数据平台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综合路演版（政府+企业+生态伙伴）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一句话：把民生服务和消费增长做成同一个系统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湖北厚爱健康管理有限公司｜综合路演版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我们看到的机会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民生刚需高频，消费激励可持续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楚商组织力强，厚爱平台能力成熟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现在是打造区域数字样板的窗口期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湖北厚爱健康管理有限公司｜综合路演版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平台全景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一端连企业：产品与服务供给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一端连居民：医疗健康与生活消费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一端连政府：民生治理与经济监测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湖北厚爱健康管理有限公司｜综合路演版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四大业务模块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医疗健康服务模块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生活消费交易模块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民生缴费兑换模块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积分储备与养老激励模块（合规设计）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湖北厚爱健康管理有限公司｜综合路演版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双边价值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左手企业：宣传+销售+复购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右手政府：纾困+稳民生+促GDP税收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中间居民：得实惠、得服务、得保障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湖北厚爱健康管理有限公司｜综合路演版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核心飞轮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消费获积分→积分兑换民生/商品→提升消费意愿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形成持续参与与长期留存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数据反哺运营与政策优化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湖北厚爱健康管理有限公司｜综合路演版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技术与数据底座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统一账户、统一积分、统一支付与结算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多设备接入，支持健康数据采集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可视化看板支持政府与企业决策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湖北厚爱健康管理有限公司｜综合路演版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合规边界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积分为消费激励，不承诺金融收益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数据合规：最小化采集、授权可追溯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平台风控：反作弊、反刷单、反滥用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湖北厚爱健康管理有限公司｜综合路演版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12个月落地计划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试点：打穿流程，验证模型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扩面：增加企业与服务品类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规模：省域复制，形成长期机制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湖北厚爱健康管理有限公司｜综合路演版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合作机制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联合会牵头组织企业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厚爱负责平台与运营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政府指导民生与政策协同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湖北厚爱健康管理有限公司｜综合路演版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预期成效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消费增长、税收留存、民生改善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楚商品牌影响力提升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形成湖北可复制的数字经济案例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湖北厚爱健康管理有限公司｜综合路演版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湖北厚爱健康管理有限公司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让健康服务更可及，让本地消费更有活力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湖北厚爱健康管理有限公司｜综合路演版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