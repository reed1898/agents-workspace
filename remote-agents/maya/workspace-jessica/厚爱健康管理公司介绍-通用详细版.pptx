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通用详细版｜基于厚爱健康彩页1.10内容重构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湖北厚爱健康管理有限公司（Hubei Houai Health Management Co., Ltd）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核心宗旨：健康为本，爱满家园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业务主线：医疗信息化 + APP与健康小包 + 社区健康小屋 + 智慧养老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公司背景与使命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公司致力于构建医疗信息化、智慧健康、社区服务、智慧养老融合生态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围绕居民全生命周期健康需求，打造连续服务链路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目标：让健康服务更可及、更高效、更有温度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总部与团队优势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总部位于武汉，具备智能化办公与项目协同能力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团队由行业资深专家领衔，健康管理领域经验丰富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兼具产品研发、项目交付、运营落地三类复合能力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公司业务全景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业务一：医疗信息化软件服务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业务二：厚爱健康APP与智能健康小包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业务三：社区健康小屋建设与运营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业务四：智慧养老解决方案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医疗信息化｜定制化解决方案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针对医疗机构不同场景，提供个性化信息化建设方案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重点提升诊疗效率、数据治理能力和患者体验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提供全流程：需求调研→系统建设→上线培训→运维优化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医疗信息化｜案例与运维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在三甲医院数字化项目中，系统有效提升服务效率与满意度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通过持续技术支持与定期维护，保障系统稳定运行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帮助客户降低运维风险，提升长期数字化能力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医疗信息化｜技术底座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云计算与大数据分析支撑科学化、智能化医疗决策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系统集成与网络基础设施保障安全稳定运行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高精度血压、心电等智能设备支持远程监护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APP与健康小包｜用户与功能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目标用户：中老年人群及其家庭成员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核心功能：健康监测、风险预警、在线咨询、慢病管理、随访干预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持续优化机制：基于用户反馈迭代产品体验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APP与健康小包｜技术亮点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健康小包实现健康数据实时采集与分析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与APP无缝同步，实现跨端统一健康档案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通过高精度传感器与高速传输提升数据准确性与时效性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社区健康小屋｜服务模式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融合家庭、社区、医院三方需求，形成服务闭环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提供慢病筛查、健康咨询、中医诊疗等一站式服务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通过用户调研和数据分析持续优化服务流程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社区健康小屋｜运营与社会效应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与社区/地产等伙伴共建健康服务站点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定时开放、医护驻点、结果即时反馈并联动预约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提升居民健康意识与基层服务可及性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智慧养老｜服务内容与创新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机构端：物资管理、巡检、智能监测，提升服务效率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线上线下融合：视频关怀+护理指导+活动组织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大数据与AI实现个性化养老服务推荐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智慧养老｜生态构建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可穿戴平台实时监测生理指标与生活轨迹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远程监控联动家庭护理培训，提高响应能力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社区与机构协同共享数据，提升养老服务连续性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厚爱健康以技术平台、场景服务、持续运营驱动长期价值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期待与更多伙伴共建智慧健康新生态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湖北厚爱健康管理有限公司｜通用详细版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