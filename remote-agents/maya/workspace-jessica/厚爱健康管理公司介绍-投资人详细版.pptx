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厚爱健康管理公司介绍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投资人详细版｜增长逻辑与避雷框架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看点：多场景协同、可复制交付、经常性收入潜力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行业机会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医疗数字化、慢病管理、智慧养老需求长期增长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行业痛点：系统割裂、数据孤岛、运营效率低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公司机会：用统一平台承接多业务场景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公司能力基础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经验团队+技术底座+场景运营三位一体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武汉本地化组织能力+项目交付能力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具备从方案到落地再到运维的闭环能力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增长模型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项目交付（一次性）+平台订阅（经常性）+运营服务（增值）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社区与养老高频场景提升复购和留存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APP+硬件增强用户生命周期价值（LTV）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业务一增长点｜医疗信息化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医疗机构数字化改造需求持续释放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定制化方案+运维服务提高客户粘性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案例驱动区域复制，提升获客效率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业务二增长点｜APP与健康小包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中老年及家庭成员形成双边用户结构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数据同步与持续随访驱动高频使用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设备服务包可形成持续付费场景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业务三增长点｜社区健康小屋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社区网点可复制，具备规模扩展潜力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服务组合带动健康消费与长期管理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合作方共建模式可降低拓点成本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业务四增长点｜智慧养老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机构端数字化升级需求明确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家庭端远程监护与培训形成长期服务需求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AI个性化服务可提升单客价值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关键经营指标建议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ARR占比、续费率、NRR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CAC回收周期、LTV/CAC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交付毛利率、现金流与回款周期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核心风险识别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合规：医疗数据与隐私治理要求高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交付：项目周期和跨方协同复杂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商业：新场景爬坡期活跃与复购不确定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避雷与风控策略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分阶段里程碑验收，降低交付风险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数据分级授权与审计，降低合规风险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重点样板先行，提升复制成功率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资金使用建议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产品研发：中台能力、AI能力、设备接入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市场拓展：样板区域复制与品牌建设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组织建设：交付团队与运营团队升级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里程碑路线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12个月：区域样板落地并复制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24个月：经常性收入结构显著提升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36个月：形成区域品牌与稳定现金流模型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增长要可持续，风控要前置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厚爱健康具备成为区域型健康平台的基础条件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