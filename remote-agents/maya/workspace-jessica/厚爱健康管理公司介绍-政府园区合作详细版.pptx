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厚爱健康管理公司介绍</a:t>
            </a:r>
          </a:p>
          <a:p>
            <a:pPr>
              <a:defRPr sz="1400">
                <a:solidFill>
                  <a:srgbClr val="5F6368"/>
                </a:solidFill>
              </a:defRPr>
            </a:pPr>
            <a:r>
              <a:t>政府/园区合作详细版｜民生与社会效益导向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核心目标：健康可及、服务连续、治理可视、经济可拉动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湖北厚爱健康管理有限公司｜政府园区合作详细版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合作背景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基层健康管理与养老服务供给仍有缺口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慢病管理、社区健康、智慧养老需要数字化升级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需要“可评估、可复制、可持续”的民生项目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湖北厚爱健康管理有限公司｜政府园区合作详细版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公司定位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厚爱健康是健康管理一体化平台服务商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覆盖医疗机构、社区家庭、养老机构三大主体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可提供技术+服务+运营的完整交付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湖北厚爱健康管理有限公司｜政府园区合作详细版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民生价值一｜健康服务可及性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社区健康小屋下沉健康服务能力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慢病筛查、咨询、中医等一站式服务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家庭-社区-医院协同提升服务连续性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湖北厚爱健康管理有限公司｜政府园区合作详细版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民生价值二｜老龄服务质量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智慧养老系统提升机构服务效率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可穿戴与远程监控强化居家照护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护理培训提升家庭照护能力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湖北厚爱健康管理有限公司｜政府园区合作详细版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社会价值三｜居民获得感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健康风险更早识别、更早干预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服务响应更及时、体验更便捷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居民健康意识和自我管理能力提升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湖北厚爱健康管理有限公司｜政府园区合作详细版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经济价值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带动本地健康与生活消费增长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支持相关企业数字化转型和业务扩展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促进就业与税收留存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湖北厚爱健康管理有限公司｜政府园区合作详细版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园区应用场景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园区员工健康管理平台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园区便民健康站点/健康小屋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园区企业健康福利与服务整合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湖北厚爱健康管理有限公司｜政府园区合作详细版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协同机制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政府/园区：政策支持与试点场景开放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厚爱健康：平台建设、运维、服务组织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医疗机构/社区组织：服务供给与闭环反馈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湖北厚爱健康管理有限公司｜政府园区合作详细版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数据治理与合规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最小化采集、授权可追踪、权限分级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全过程审计与安全防护体系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确保数据可用、可管、可审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湖北厚爱健康管理有限公司｜政府园区合作详细版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实施路径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0-3个月：试点上线，打通核心流程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3-6个月：扩面复制，形成标准手册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6-12个月：形成区域协同与稳定运营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湖北厚爱健康管理有限公司｜政府园区合作详细版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成效评估KPI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健康服务覆盖人数、复访率、满意度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慢病管理参与率、干预有效率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就业带动、消费带动、税收贡献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湖北厚爱健康管理有限公司｜政府园区合作详细版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合作诉求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建立联合推进专班与阶段评审机制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优先选择试点社区/园区落地样板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联合打造可复制的湖北民生数字样板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湖北厚爱健康管理有限公司｜政府园区合作详细版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结语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厚爱健康愿与政府/园区长期协同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共同推动民生服务质量与治理效能提升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湖北厚爱健康管理有限公司｜政府园区合作详细版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