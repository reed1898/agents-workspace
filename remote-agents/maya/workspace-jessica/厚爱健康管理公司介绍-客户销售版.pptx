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客户销售版｜方案能力与交付结果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关键词：方案清晰、交付可控、结果可衡量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我们服务什么客户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医院与基层医疗机构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社区服务组织与物业平台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养老机构与健康产业客户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客户常见痛点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系统分散、数据不通、运营效率低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服务触达不足、用户粘性弱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缺标准化运营与可复制机制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解决方案全景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医疗信息化系统建设与升级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APP+智能硬件构建居家健康入口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社区健康小屋运营与服务闭环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智慧养老机构数字化管理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交付方法论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阶段1：需求调研与方案设计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阶段2：系统实施与联调上线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阶段3：培训赋能与运营陪跑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阶段4：复盘优化与持续迭代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交付保障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项目经理负责制与里程碑管理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SLA运维与问题响应机制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标准文档、培训手册、验收清单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预期结果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效率提升：流程缩短、协同加强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质量提升：数据可视、风险可控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增长提升：用户活跃、服务复购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合作模式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项目制：快速落地单点场景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平台制：多场景长期协同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联合运营：技术+运营共同达成目标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客户启动建议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优先选择1个高价值试点场景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90天跑通流程并形成样板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6个月进入复制与放大阶段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02124"/>
                </a:solidFill>
              </a:rP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把方案做成结果，把交付做成口碑</a:t>
            </a:r>
          </a:p>
          <a:p>
            <a:pPr>
              <a:spcAft>
                <a:spcPts val="600"/>
              </a:spcAft>
              <a:defRPr sz="1800" b="1">
                <a:solidFill>
                  <a:srgbClr val="202124"/>
                </a:solidFill>
              </a:defRPr>
            </a:pPr>
            <a:r>
              <a:t>厚爱健康，与你共建长期价值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