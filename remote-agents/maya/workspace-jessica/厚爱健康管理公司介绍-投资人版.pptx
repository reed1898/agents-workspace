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厚爱健康管理公司介绍</a:t>
            </a:r>
          </a:p>
          <a:p>
            <a:pPr>
              <a:defRPr sz="1400">
                <a:solidFill>
                  <a:srgbClr val="5F6368"/>
                </a:solidFill>
              </a:defRPr>
            </a:pPr>
            <a:r>
              <a:t>投资人版｜增长逻辑与风险控制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关键词：可复制增长、经常性收入、合规风控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湖北厚爱健康管理有限公司｜投资人版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市场机会与增长空间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政策与人口结构推动医疗健康与养老需求长期增长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行业痛点：服务割裂、数据孤岛、运营效率低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公司机会：用一体化平台承接多场景高频需求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湖北厚爱健康管理有限公司｜投资人版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商业模式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收入A：项目建设与系统交付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收入B：平台订阅与运维年费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收入C：健康服务包与增值服务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收入D：社区/机构合作运营分成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湖北厚爱健康管理有限公司｜投资人版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增长引擎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从单项目收入向经常性收入迁移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以社区与养老高频场景驱动复购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通过数据中台提升交叉销售效率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标准化交付+运营SOP提升复制速度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湖北厚爱健康管理有限公司｜投资人版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核心竞争壁垒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懂医疗业务+懂数字化实施的复合能力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设备接入、数据治理、运营服务一体化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区域合作资源与场景落地能力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湖北厚爱健康管理有限公司｜投资人版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经营指标建议（可持续性）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ARR/经常性收入占比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客户续费率与净收入留存率（NRR）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单客户LTV与回本周期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交付毛利率与现金流健康度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湖北厚爱健康管理有限公司｜投资人版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风险与避雷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合规风险：医疗数据、隐私、宣传边界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交付风险：项目周期与回款节奏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运营风险：用户活跃和复购不及预期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应对：分阶段验收、审计机制、风控中台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湖北厚爱健康管理有限公司｜投资人版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融资资金用途建议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产品研发：平台能力与AI工具完善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市场拓展：重点区域样板复制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组织建设：交付与运营团队升级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合规投入：安全体系与审计能力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湖北厚爱健康管理有限公司｜投资人版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里程碑规划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12个月：完成样板区域复制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24个月：形成规模化经常性收入结构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36个月：打造区域健康服务平台品牌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湖北厚爱健康管理有限公司｜投资人版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结语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增长要快，风险要稳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厚爱健康：可复制、可持续、可审计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湖北厚爱健康管理有限公司｜投资人版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