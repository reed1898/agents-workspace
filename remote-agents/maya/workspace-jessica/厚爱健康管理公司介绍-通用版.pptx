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厚爱健康管理公司介绍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通用版｜医疗信息化 + 健康服务 + 智慧养老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湖北厚爱健康管理有限公司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使命：健康为本，爱满家园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定位：平台能力+场景能力+运营能力的一体化健康服务商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公司定位与核心能力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聚焦三类客户：医疗机构、社区家庭、养老机构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医疗信息化系统规划、建设、运维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健康数据采集、分析与闭环干预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线下社区与养老服务运营复制能力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业务版图总览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业务一：医疗信息化软件服务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业务二：厚爱健康APP与智能健康小包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业务三：社区健康小屋建设与运营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业务四：智慧养老解决方案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业务一｜医疗信息化软件服务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面向医院、基层医疗机构、专科机构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系统集成、数据平台、流程数字化改造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交付路径：调研→建设→上线培训→持续优化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价值：效率提升、风险可控、决策更快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业务二｜APP与智能健康小包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目标人群：中老年家庭与慢病人群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功能：健康监测、风险预警、在线咨询、随访提醒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设备协同：生理指标自动采集与实时同步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价值：居家可用、家庭可见、服务可持续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业务三｜社区健康小屋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服务定位：社区端一站式健康触点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服务内容：筛查、咨询、中医服务、转诊协同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运营机制：定时开放+专业医护+即时反馈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社会价值：提升基层服务可及性与居民健康意识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业务四｜智慧养老解决方案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机构端：巡检、工单、护理流程数字化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家庭端：远程监护、异常预警、照护支持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技术端：可穿戴设备+数据分析+AI辅助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目标：兼顾安全、效率与生活质量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统一技术底座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云平台+数据中台，支撑多场景协同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多硬件接入能力，兼容主流健康设备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数据安全与权限分级，过程审计可追溯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持续迭代：用户反馈与运营数据双驱动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落地路径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0-3个月：场景试点与流程固化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3-6个月：形成标准方案并扩面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6-12个月：跨场景协同与运营闭环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关键抓手：示范案例、标准化手册、生态伙伴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让健康服务更可及、更连续、更有温度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湖北厚爱健康管理有限公司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