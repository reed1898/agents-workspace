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厚爱健康管理公司介绍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政府/园区合作版｜民生价值与社会效益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关键词：促民生、促消费、促就业、促治理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合作背景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基层健康服务与居民需求仍存在供需错配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医养结合、慢病管理、社区服务需要数字化抓手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需要可持续、可量化、可复制的民生项目模型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平台定位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建设区域健康与生活服务一体化平台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打通‘家庭-社区-医院-养老机构’服务链路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为园区/政府提供可视化治理数据支持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社会效益（民生端）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提高健康服务可及性与连续性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提升慢病早筛与持续管理覆盖率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支持老年群体居家和机构照护质量提升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社会效益（经济端）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带动本地健康和生活服务消费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促进本地企业数字化转型与增收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拉动就业与税收留存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可落地场景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社区健康小屋共建共营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园区职工健康管理与服务协同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养老机构智慧化升级改造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协同机制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政府/园区：政策与场景支持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厚爱健康：平台建设与运营执行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医疗与社区资源：服务供给与闭环转诊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数据与合规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最小化采集、分级授权、全程审计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隐私保护与安全机制并行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过程可追踪、结果可评估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阶段计划与KPI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阶段1：试点上线（覆盖、活跃、满意度）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阶段2：扩面复制（服务频次、复购、转诊效率）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阶段3：规模闭环（就业、税收、治理效能）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共建可持续民生服务新样板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厚爱健康愿与政府/园区长期协同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湖北厚爱健康管理有限公司｜政府园区合作版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