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202124"/>
                </a:solidFill>
              </a:rPr>
              <a:t>厚爱健康业务方向综合方案</a:t>
            </a:r>
          </a:p>
          <a:p>
            <a:pPr>
              <a:defRPr sz="1600">
                <a:solidFill>
                  <a:srgbClr val="5F6368"/>
                </a:solidFill>
              </a:defRPr>
            </a:pPr>
            <a:r>
              <a:t>整合版｜润色稿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湖北厚爱健康管理有限公司</a:t>
            </a:r>
          </a:p>
          <a:p>
            <a:pPr lvl="1">
              <a:spcAft>
                <a:spcPts val="400"/>
              </a:spcAft>
              <a:defRPr sz="1600">
                <a:solidFill>
                  <a:srgbClr val="5F6368"/>
                </a:solidFill>
              </a:defRPr>
            </a:pPr>
            <a:r>
              <a:t>医疗信息化 · 社区健康服务 · 智慧养老</a:t>
            </a:r>
          </a:p>
          <a:p>
            <a:pPr lvl="1">
              <a:spcAft>
                <a:spcPts val="400"/>
              </a:spcAft>
              <a:defRPr sz="1600">
                <a:solidFill>
                  <a:srgbClr val="5F6368"/>
                </a:solidFill>
              </a:defRPr>
            </a:pPr>
            <a:r>
              <a:t>日期：2026.03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湖北厚爱健康管理有限公司｜业务方向综合统一版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202124"/>
                </a:solidFill>
              </a:rP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1. 公司定位与核心能力</a:t>
            </a:r>
          </a:p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2. 四大业务方向总览</a:t>
            </a:r>
          </a:p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3. 医疗信息化软件服务</a:t>
            </a:r>
          </a:p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4. 厚爱健康APP与智能健康小包</a:t>
            </a:r>
          </a:p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5. 社区健康小屋建设与运营</a:t>
            </a:r>
          </a:p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6. 智慧养老解决方案</a:t>
            </a:r>
          </a:p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7. 协同落地路径与下一步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湖北厚爱健康管理有限公司｜业务方向综合统一版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202124"/>
                </a:solidFill>
              </a:rPr>
              <a:t>公司定位与核心能力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5120640" cy="411480"/>
          </a:xfrm>
          <a:prstGeom prst="rect">
            <a:avLst/>
          </a:prstGeom>
          <a:solidFill>
            <a:srgbClr val="144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600">
                <a:solidFill>
                  <a:srgbClr val="FFFFFF"/>
                </a:solidFill>
              </a:defRPr>
            </a:pPr>
            <a:r>
              <a:t>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以“健康为本，爱满家园”为使命，打造覆盖全生命周期的健康服务生态</a:t>
            </a:r>
          </a:p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形成“技术平台 + 场景服务 + 持续运营”的一体化能力</a:t>
            </a:r>
          </a:p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聚焦三类核心客户：医疗机构、社区家庭、养老机构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5120640" cy="411480"/>
          </a:xfrm>
          <a:prstGeom prst="rect">
            <a:avLst/>
          </a:prstGeom>
          <a:solidFill>
            <a:srgbClr val="144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600">
                <a:solidFill>
                  <a:srgbClr val="FFFFFF"/>
                </a:solidFill>
              </a:defRPr>
            </a:pPr>
            <a:r>
              <a:t>核心能力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医疗信息化系统规划与交付</a:t>
            </a:r>
          </a:p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健康数据采集、分析与闭环管理</a:t>
            </a:r>
          </a:p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线上线下融合的社区与养老服务运营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093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湖北厚爱健康管理有限公司｜业务方向综合统一版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202124"/>
                </a:solidFill>
              </a:rPr>
              <a:t>四大业务方向总览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医疗信息化软件服务：提升诊疗效率与数据治理能力</a:t>
            </a:r>
          </a:p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厚爱健康APP + 智能健康小包：实现居家连续监测与慢病管理</a:t>
            </a:r>
          </a:p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社区健康小屋：打通“家庭—社区—医院”服务闭环</a:t>
            </a:r>
          </a:p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智慧养老解决方案：以智能化工具提升养老服务质量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湖北厚爱健康管理有限公司｜业务方向综合统一版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202124"/>
                </a:solidFill>
              </a:rPr>
              <a:t>业务方向一｜医疗信息化软件服务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面向对象：医院、基层医疗机构、专科机构</a:t>
            </a:r>
          </a:p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方案内容：系统集成、数据平台、流程数字化改造</a:t>
            </a:r>
          </a:p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交付模式：需求调研 → 系统建设 → 培训上线 → 运维优化</a:t>
            </a:r>
          </a:p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客户价值：效率提升、数据可视、决策更快、风险可控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湖北厚爱健康管理有限公司｜业务方向综合统一版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202124"/>
                </a:solidFill>
              </a:rPr>
              <a:t>业务方向二｜厚爱健康APP与智能健康小包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目标人群：中老年用户及其家庭成员</a:t>
            </a:r>
          </a:p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核心功能：健康监测、风险预警、在线咨询、慢病随访</a:t>
            </a:r>
          </a:p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设备协同：健康小包实现生理指标采集与APP实时同步</a:t>
            </a:r>
          </a:p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产品优势：居家可用、家庭可见、服务可持续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湖北厚爱健康管理有限公司｜业务方向综合统一版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202124"/>
                </a:solidFill>
              </a:rPr>
              <a:t>业务方向三｜社区健康小屋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服务定位：社区端一站式健康触点</a:t>
            </a:r>
          </a:p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核心服务：慢病筛查、健康咨询、中医诊疗、转诊协同</a:t>
            </a:r>
          </a:p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运营机制：定时开放、专业医护、结果即时反馈</a:t>
            </a:r>
          </a:p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社会价值：提升居民健康意识，增强基层服务可及性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湖北厚爱健康管理有限公司｜业务方向综合统一版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202124"/>
                </a:solidFill>
              </a:rPr>
              <a:t>社区场景合作与运营示例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合作模式：联合地产/社区机构共建健康服务站点</a:t>
            </a:r>
          </a:p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资源整合：场地资源 + 医疗能力 + 数字化运营</a:t>
            </a:r>
          </a:p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运营目标：高频服务触达、持续健康管理、用户口碑沉淀</a:t>
            </a:r>
          </a:p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可复制性：形成标准化建设与运营手册，支持快速复制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湖北厚爱健康管理有限公司｜业务方向综合统一版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202124"/>
                </a:solidFill>
              </a:rPr>
              <a:t>业务方向四｜智慧养老解决方案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机构端：智能巡检、物资管理、护理流程数字化</a:t>
            </a:r>
          </a:p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家庭端：远程监护、异常预警、护理培训支持</a:t>
            </a:r>
          </a:p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技术端：可穿戴设备 + 数据分析 + AI辅助决策</a:t>
            </a:r>
          </a:p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体验端：兼顾安全、效率与老人生活质量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湖北厚爱健康管理有限公司｜业务方向综合统一版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202124"/>
                </a:solidFill>
              </a:rPr>
              <a:t>统一技术底座（支撑四大业务）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云计算与数据中台：支撑多场景业务协同</a:t>
            </a:r>
          </a:p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智能硬件接入能力：血压、心电等多设备兼容</a:t>
            </a:r>
          </a:p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安全与合规：数据分级、权限控制、过程审计</a:t>
            </a:r>
          </a:p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持续迭代机制：通过用户反馈驱动产品优化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湖北厚爱健康管理有限公司｜业务方向综合统一版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202124"/>
                </a:solidFill>
              </a:rPr>
              <a:t>落地路径与阶段目标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阶段1（0-3个月）：完成重点场景试点与流程固化</a:t>
            </a:r>
          </a:p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阶段2（3-6个月）：形成可复制方案并扩大覆盖范围</a:t>
            </a:r>
          </a:p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阶段3（6-12个月）：建立跨场景数据协同与运营闭环</a:t>
            </a:r>
          </a:p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关键抓手：示范案例、标准化手册、联合生态伙伴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湖北厚爱健康管理有限公司｜业务方向综合统一版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202124"/>
                </a:solidFill>
              </a:rP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02124"/>
                </a:solidFill>
              </a:defRPr>
            </a:pPr>
            <a:r>
              <a:t>湖北厚爱健康管理有限公司</a:t>
            </a:r>
          </a:p>
          <a:p>
            <a:pPr lvl="1">
              <a:spcAft>
                <a:spcPts val="400"/>
              </a:spcAft>
              <a:defRPr sz="1600">
                <a:solidFill>
                  <a:srgbClr val="5F6368"/>
                </a:solidFill>
              </a:defRPr>
            </a:pPr>
            <a:r>
              <a:t>让健康服务更可及、更连续、更有温度。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湖北厚爱健康管理有限公司｜业务方向综合统一版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