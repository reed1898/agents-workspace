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100" b="1">
                <a:solidFill>
                  <a:srgbClr val="202124"/>
                </a:solidFill>
              </a:rPr>
              <a:t>厚爱健康&amp;生活大数据平台</a:t>
            </a:r>
          </a:p>
          <a:p>
            <a:pPr>
              <a:defRPr sz="1400">
                <a:solidFill>
                  <a:srgbClr val="5F6368"/>
                </a:solidFill>
              </a:defRPr>
            </a:pPr>
            <a:r>
              <a:t>湖北省楚商联合会合作提案（招商版）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0020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帮助会员企业：低成本获客、持续复购、品牌增长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263640"/>
            <a:ext cx="11064240" cy="9144"/>
          </a:xfrm>
          <a:prstGeom prst="rect">
            <a:avLst/>
          </a:prstGeom>
          <a:solidFill>
            <a:srgbClr val="DC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</a:defRPr>
            </a:pPr>
            <a:r>
              <a:t>湖北厚爱健康管理有限公司｜招商版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72784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100" b="1">
                <a:solidFill>
                  <a:srgbClr val="202124"/>
                </a:solidFill>
              </a:rPr>
              <a:t>企业痛点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0020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流量分散、获客成本高、复购弱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中小企业数字化运营能力不足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本地市场缺少可信联合品牌入口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263640"/>
            <a:ext cx="11064240" cy="9144"/>
          </a:xfrm>
          <a:prstGeom prst="rect">
            <a:avLst/>
          </a:prstGeom>
          <a:solidFill>
            <a:srgbClr val="DC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</a:defRPr>
            </a:pPr>
            <a:r>
              <a:t>湖北厚爱健康管理有限公司｜招商版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72784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100" b="1">
                <a:solidFill>
                  <a:srgbClr val="202124"/>
                </a:solidFill>
              </a:rPr>
              <a:t>平台能提供什么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0020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楚商会员统一入驻与产品展示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健康+生活高频流量入口导入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积分激励提升下单率与复购率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263640"/>
            <a:ext cx="11064240" cy="9144"/>
          </a:xfrm>
          <a:prstGeom prst="rect">
            <a:avLst/>
          </a:prstGeom>
          <a:solidFill>
            <a:srgbClr val="DC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</a:defRPr>
            </a:pPr>
            <a:r>
              <a:t>湖北厚爱健康管理有限公司｜招商版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72784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100" b="1">
                <a:solidFill>
                  <a:srgbClr val="202124"/>
                </a:solidFill>
              </a:rPr>
              <a:t>增长模型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0020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公域引流：联合会品牌活动/政企联动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私域沉淀：会员体系+积分体系+内容运营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复购驱动：民生兑换与健康服务场景绑定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263640"/>
            <a:ext cx="11064240" cy="9144"/>
          </a:xfrm>
          <a:prstGeom prst="rect">
            <a:avLst/>
          </a:prstGeom>
          <a:solidFill>
            <a:srgbClr val="DC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</a:defRPr>
            </a:pPr>
            <a:r>
              <a:t>湖北厚爱健康管理有限公司｜招商版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72784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100" b="1">
                <a:solidFill>
                  <a:srgbClr val="202124"/>
                </a:solidFill>
              </a:rPr>
              <a:t>商家收益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0020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新增用户：获得本地稳定客源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销售增长：客单、复购、转介绍提升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品牌增信：楚商联合会背书提升转化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263640"/>
            <a:ext cx="11064240" cy="9144"/>
          </a:xfrm>
          <a:prstGeom prst="rect">
            <a:avLst/>
          </a:prstGeom>
          <a:solidFill>
            <a:srgbClr val="DC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</a:defRPr>
            </a:pPr>
            <a:r>
              <a:t>湖北厚爱健康管理有限公司｜招商版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72784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100" b="1">
                <a:solidFill>
                  <a:srgbClr val="202124"/>
                </a:solidFill>
              </a:rPr>
              <a:t>运营抓手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0020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平台专场：楚商品牌周、健康惠民季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用户运营：任务积分、会员等级、家庭账户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数据运营：转化漏斗、品类热度、复购预警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263640"/>
            <a:ext cx="11064240" cy="9144"/>
          </a:xfrm>
          <a:prstGeom prst="rect">
            <a:avLst/>
          </a:prstGeom>
          <a:solidFill>
            <a:srgbClr val="DC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</a:defRPr>
            </a:pPr>
            <a:r>
              <a:t>湖北厚爱健康管理有限公司｜招商版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72784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100" b="1">
                <a:solidFill>
                  <a:srgbClr val="202124"/>
                </a:solidFill>
              </a:rPr>
              <a:t>入驻模式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0020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标准入驻：上架+交易+结算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联合营销：平台活动与品牌共投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重点商家：定制增长方案与私域代运营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263640"/>
            <a:ext cx="11064240" cy="9144"/>
          </a:xfrm>
          <a:prstGeom prst="rect">
            <a:avLst/>
          </a:prstGeom>
          <a:solidFill>
            <a:srgbClr val="DC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</a:defRPr>
            </a:pPr>
            <a:r>
              <a:t>湖北厚爱健康管理有限公司｜招商版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72784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100" b="1">
                <a:solidFill>
                  <a:srgbClr val="202124"/>
                </a:solidFill>
              </a:rPr>
              <a:t>商业模式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0020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平台服务费/技术服务费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营销服务包与增值工具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联合活动与品牌专区合作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263640"/>
            <a:ext cx="11064240" cy="9144"/>
          </a:xfrm>
          <a:prstGeom prst="rect">
            <a:avLst/>
          </a:prstGeom>
          <a:solidFill>
            <a:srgbClr val="DC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</a:defRPr>
            </a:pPr>
            <a:r>
              <a:t>湖北厚爱健康管理有限公司｜招商版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72784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100" b="1">
                <a:solidFill>
                  <a:srgbClr val="202124"/>
                </a:solidFill>
              </a:rPr>
              <a:t>阶段目标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0020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3个月：100家标杆商户入驻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6个月：形成稳定复购与会员增长曲线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12个月：打造省内可复制商业样板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263640"/>
            <a:ext cx="11064240" cy="9144"/>
          </a:xfrm>
          <a:prstGeom prst="rect">
            <a:avLst/>
          </a:prstGeom>
          <a:solidFill>
            <a:srgbClr val="DC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</a:defRPr>
            </a:pPr>
            <a:r>
              <a:t>湖北厚爱健康管理有限公司｜招商版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72784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100" b="1">
                <a:solidFill>
                  <a:srgbClr val="202124"/>
                </a:solidFill>
              </a:rPr>
              <a:t>马上可做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0020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确定首批行业（医药、家政、餐饮、零售）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启动联合会专场招商会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2周内完成首批商户上线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263640"/>
            <a:ext cx="11064240" cy="9144"/>
          </a:xfrm>
          <a:prstGeom prst="rect">
            <a:avLst/>
          </a:prstGeom>
          <a:solidFill>
            <a:srgbClr val="DC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</a:defRPr>
            </a:pPr>
            <a:r>
              <a:t>湖北厚爱健康管理有限公司｜招商版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72784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