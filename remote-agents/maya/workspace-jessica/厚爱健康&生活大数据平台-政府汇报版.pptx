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100" b="1">
                <a:solidFill>
                  <a:srgbClr val="202124"/>
                </a:solidFill>
              </a:rPr>
              <a:t>厚爱健康&amp;生活大数据平台</a:t>
            </a:r>
          </a:p>
          <a:p>
            <a:pPr>
              <a:defRPr sz="1400">
                <a:solidFill>
                  <a:srgbClr val="5F6368"/>
                </a:solidFill>
              </a:defRPr>
            </a:pPr>
            <a:r>
              <a:t>湖北省楚商联合会合作提案（政府汇报版）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60020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医疗健康 + 生活消费 + 政企协同</a:t>
            </a:r>
          </a:p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目标：稳民生、促消费、强产业、增税源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263640"/>
            <a:ext cx="11064240" cy="9144"/>
          </a:xfrm>
          <a:prstGeom prst="rect">
            <a:avLst/>
          </a:prstGeom>
          <a:solidFill>
            <a:srgbClr val="DC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</a:defRPr>
            </a:pPr>
            <a:r>
              <a:t>湖北厚爱健康管理有限公司｜政府汇报版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72784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100" b="1">
                <a:solidFill>
                  <a:srgbClr val="202124"/>
                </a:solidFill>
              </a:rPr>
              <a:t>政策与现实背景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60020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分级诊疗、医养结合、促消费政策持续推进</a:t>
            </a:r>
          </a:p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民生服务与消费场景尚未形成闭环</a:t>
            </a:r>
          </a:p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地方企业有供给，缺统一数字化交易与运营平台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263640"/>
            <a:ext cx="11064240" cy="9144"/>
          </a:xfrm>
          <a:prstGeom prst="rect">
            <a:avLst/>
          </a:prstGeom>
          <a:solidFill>
            <a:srgbClr val="DC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</a:defRPr>
            </a:pPr>
            <a:r>
              <a:t>湖北厚爱健康管理有限公司｜政府汇报版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72784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100" b="1">
                <a:solidFill>
                  <a:srgbClr val="202124"/>
                </a:solidFill>
              </a:rPr>
              <a:t>项目定位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60020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建设本地化‘健康+生活’大数据平台</a:t>
            </a:r>
          </a:p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联动政府、联合会、企业、居民四方主体</a:t>
            </a:r>
          </a:p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形成‘服务可及+消费可持续+数据可治理’体系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263640"/>
            <a:ext cx="11064240" cy="9144"/>
          </a:xfrm>
          <a:prstGeom prst="rect">
            <a:avLst/>
          </a:prstGeom>
          <a:solidFill>
            <a:srgbClr val="DC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</a:defRPr>
            </a:pPr>
            <a:r>
              <a:t>湖北厚爱健康管理有限公司｜政府汇报版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72784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100" b="1">
                <a:solidFill>
                  <a:srgbClr val="202124"/>
                </a:solidFill>
              </a:rPr>
              <a:t>对民生治理价值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60020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积分可用于水电煤/物业等民生支出兑换</a:t>
            </a:r>
          </a:p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提升困难群体帮扶精准度与可持续性</a:t>
            </a:r>
          </a:p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医疗健康服务下沉，增强基层可及性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263640"/>
            <a:ext cx="11064240" cy="9144"/>
          </a:xfrm>
          <a:prstGeom prst="rect">
            <a:avLst/>
          </a:prstGeom>
          <a:solidFill>
            <a:srgbClr val="DC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</a:defRPr>
            </a:pPr>
            <a:r>
              <a:t>湖北厚爱健康管理有限公司｜政府汇报版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72784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100" b="1">
                <a:solidFill>
                  <a:srgbClr val="202124"/>
                </a:solidFill>
              </a:rPr>
              <a:t>对地方经济价值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60020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本地消费留存提升，带动GDP与税收增长</a:t>
            </a:r>
          </a:p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拉动本地商户销量与就业岗位</a:t>
            </a:r>
          </a:p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形成区域消费数据资产，支撑政策优化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263640"/>
            <a:ext cx="11064240" cy="9144"/>
          </a:xfrm>
          <a:prstGeom prst="rect">
            <a:avLst/>
          </a:prstGeom>
          <a:solidFill>
            <a:srgbClr val="DC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</a:defRPr>
            </a:pPr>
            <a:r>
              <a:t>湖北厚爱健康管理有限公司｜政府汇报版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72784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100" b="1">
                <a:solidFill>
                  <a:srgbClr val="202124"/>
                </a:solidFill>
              </a:rPr>
              <a:t>平台运行机制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60020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消费获积分—积分兑换民生/商品—再消费</a:t>
            </a:r>
          </a:p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构建持续激励而非一次性补贴</a:t>
            </a:r>
          </a:p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沉淀居民健康与消费行为画像，支持精细治理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263640"/>
            <a:ext cx="11064240" cy="9144"/>
          </a:xfrm>
          <a:prstGeom prst="rect">
            <a:avLst/>
          </a:prstGeom>
          <a:solidFill>
            <a:srgbClr val="DC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</a:defRPr>
            </a:pPr>
            <a:r>
              <a:t>湖北厚爱健康管理有限公司｜政府汇报版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72784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100" b="1">
                <a:solidFill>
                  <a:srgbClr val="202124"/>
                </a:solidFill>
              </a:rPr>
              <a:t>合规与风控设计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60020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积分定位为消费激励工具，规则透明可审计</a:t>
            </a:r>
          </a:p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数据分级授权、隐私保护、全链路审计</a:t>
            </a:r>
          </a:p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交易结算隔离，商户准入与质量监管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263640"/>
            <a:ext cx="11064240" cy="9144"/>
          </a:xfrm>
          <a:prstGeom prst="rect">
            <a:avLst/>
          </a:prstGeom>
          <a:solidFill>
            <a:srgbClr val="DC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</a:defRPr>
            </a:pPr>
            <a:r>
              <a:t>湖北厚爱健康管理有限公司｜政府汇报版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72784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100" b="1">
                <a:solidFill>
                  <a:srgbClr val="202124"/>
                </a:solidFill>
              </a:rPr>
              <a:t>试点建议（12个月）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60020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0-3个月：1-2地市试点，打通核心流程</a:t>
            </a:r>
          </a:p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3-6个月：扩展企业和场景，形成标准SOP</a:t>
            </a:r>
          </a:p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6-12个月：省域复制，建立长期协同机制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263640"/>
            <a:ext cx="11064240" cy="9144"/>
          </a:xfrm>
          <a:prstGeom prst="rect">
            <a:avLst/>
          </a:prstGeom>
          <a:solidFill>
            <a:srgbClr val="DC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</a:defRPr>
            </a:pPr>
            <a:r>
              <a:t>湖北厚爱健康管理有限公司｜政府汇报版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72784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100" b="1">
                <a:solidFill>
                  <a:srgbClr val="202124"/>
                </a:solidFill>
              </a:rPr>
              <a:t>合作诉求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60020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建议成立政企联合推进专班</a:t>
            </a:r>
          </a:p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开放民生场景试点与联合会企业组织协同</a:t>
            </a:r>
          </a:p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共建‘湖北样板’，形成可复制模式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263640"/>
            <a:ext cx="11064240" cy="9144"/>
          </a:xfrm>
          <a:prstGeom prst="rect">
            <a:avLst/>
          </a:prstGeom>
          <a:solidFill>
            <a:srgbClr val="DC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</a:defRPr>
            </a:pPr>
            <a:r>
              <a:t>湖北厚爱健康管理有限公司｜政府汇报版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72784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100" b="1">
                <a:solidFill>
                  <a:srgbClr val="202124"/>
                </a:solidFill>
              </a:rPr>
              <a:t>结语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60020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以健康为入口，以消费为引擎，以数据为底座</a:t>
            </a:r>
          </a:p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共建湖北本地经济内循环新范式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263640"/>
            <a:ext cx="11064240" cy="9144"/>
          </a:xfrm>
          <a:prstGeom prst="rect">
            <a:avLst/>
          </a:prstGeom>
          <a:solidFill>
            <a:srgbClr val="DC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</a:defRPr>
            </a:pPr>
            <a:r>
              <a:t>湖北厚爱健康管理有限公司｜政府汇报版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72784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