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02124"/>
                </a:solidFill>
              </a:rPr>
              <a:t>厚爱健康业务方向综合方案</a:t>
            </a:r>
          </a:p>
          <a:p>
            <a:pPr>
              <a:defRPr sz="1400">
                <a:solidFill>
                  <a:srgbClr val="5F6368"/>
                </a:solidFill>
              </a:defRPr>
            </a:pPr>
            <a:r>
              <a:t>战略版｜用于对外汇报/合作沟通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湖北厚爱健康管理有限公司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5F6368"/>
                </a:solidFill>
              </a:defRPr>
            </a:pPr>
            <a:r>
              <a:t>关键词：医疗信息化 · 社区健康服务 · 智慧养老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5F6368"/>
                </a:solidFill>
              </a:defRPr>
            </a:pPr>
            <a:r>
              <a:t>定位：成为区域健康服务数字化与运营一体化平台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5F6368"/>
                </a:solidFill>
              </a:defRPr>
            </a:pPr>
            <a:r>
              <a:t>日期：2026.03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湖北厚爱健康管理有限公司｜业务方向综合统一版（增强版）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02124"/>
                </a:solidFill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1. 公司定位与核心竞争力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2. 市场机会与业务布局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3. 业务方向一：医疗信息化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4. 业务方向二：APP+智能健康小包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5. 业务方向三：社区健康小屋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6. 业务方向四：智慧养老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7. 商业模式与收入结构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8. 落地计划与合作诉求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湖北厚爱健康管理有限公司｜业务方向综合统一版（增强版）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02124"/>
                </a:solidFill>
              </a:rPr>
              <a:t>公司定位与核心竞争力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公司定位：健康服务“平台+场景+运营”综合服务商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5F6368"/>
                </a:solidFill>
              </a:defRPr>
            </a:pPr>
            <a:r>
              <a:t>围绕医院、社区、家庭、机构养老四类场景构建闭环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核心能力1：医疗信息化系统规划、建设与持续运维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核心能力2：健康数据采集—分析—干预—复盘闭环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核心能力3：线下服务运营与标准化复制能力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核心优势：既懂医疗业务流程，也懂数字化产品落地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湖北厚爱健康管理有限公司｜业务方向综合统一版（增强版）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02124"/>
                </a:solidFill>
              </a:rPr>
              <a:t>市场机会与业务布局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政策驱动：分级诊疗、医养结合、基层健康服务持续推进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需求驱动：慢病管理与居家健康监测需求高增长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公司布局：医疗机构端 + 居家端 + 社区端 + 养老端协同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战略目标：打造“高频服务入口 + 长周期健康管理”体系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增长逻辑：从单点项目收入升级为持续服务收入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湖北厚爱健康管理有限公司｜业务方向综合统一版（增强版）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02124"/>
                </a:solidFill>
              </a:rPr>
              <a:t>业务方向一｜医疗信息化软件服务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面向对象：医院、基层医疗机构、专科机构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核心模块：电子病历协同、运营数据看板、质控与随访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实施路径：调研诊断→方案设计→上线培训→运维优化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价值产出：提升诊疗效率、减少人工差错、增强管理透明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可交付成果：项目验收文档、培训体系、运维SLA机制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湖北厚爱健康管理有限公司｜业务方向综合统一版（增强版）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02124"/>
                </a:solidFill>
              </a:rPr>
              <a:t>业务方向二｜厚爱健康APP与智能健康小包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目标人群：慢病人群、中老年家庭、健康管理用户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核心功能：生理指标监测、风险预警、在线咨询、随访提醒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设备能力：血压/血糖/心率等设备接入与数据自动同步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服务价值：把“偶发就医”升级为“连续健康管理”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运营策略：用户分层、打卡激励、家庭成员协同管理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湖北厚爱健康管理有限公司｜业务方向综合统一版（增强版）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02124"/>
                </a:solidFill>
              </a:rPr>
              <a:t>业务方向三｜社区健康小屋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定位：社区居民可及的一站式健康服务触点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服务组合：筛查评估、健康咨询、慢病跟踪、转诊协同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运营机制：固定时段+主题活动+数据回访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合作模式：街道/物业/社区机构共建共营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预期成效：提升基层可及性，形成社区健康品牌影响力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湖北厚爱健康管理有限公司｜业务方向综合统一版（增强版）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02124"/>
                </a:solidFill>
              </a:rPr>
              <a:t>业务方向四｜智慧养老解决方案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机构端：护理流程数字化、风险巡检、物资与工单管理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家庭端：远程看护、异常告警、照护指导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技术端：可穿戴设备接入 + 数据分析 + AI辅助评估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管理端：运营报表、服务质量追踪、满意度闭环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核心价值：兼顾安全、效率与长者生活质量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湖北厚爱健康管理有限公司｜业务方向综合统一版（增强版）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02124"/>
                </a:solidFill>
              </a:rPr>
              <a:t>商业模式与收入结构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收入来源A：项目建设与系统交付收入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收入来源B：平台订阅与运维服务年费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收入来源C：健康服务包与增值服务收入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收入来源D：社区站点与机构端合作分成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目标结构：提高经常性收入占比，增强现金流稳定性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湖北厚爱健康管理有限公司｜业务方向综合统一版（增强版）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02124"/>
                </a:solidFill>
              </a:rPr>
              <a:t>统一技术底座与数据治理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技术架构：云平台+数据中台+多终端应用协同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数据能力：统一身份、统一标签、统一服务编排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设备兼容：支持多品牌健康硬件标准化接入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安全合规：权限分级、审计追踪、隐私保护机制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迭代机制：以用户反馈和运营数据驱动产品优化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湖北厚爱健康管理有限公司｜业务方向综合统一版（增强版）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02124"/>
                </a:solidFill>
              </a:rPr>
              <a:t>阶段化落地计划（12个月）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0-3个月：试点项目上线，打通核心流程与数据链路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3-6个月：沉淀标准化方案，复制到更多场景与区域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6-12个月：形成跨场景协同与持续运营闭环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关键保障：联合生态伙伴、建立示范案例、强化服务SOP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建议KPI：服务覆盖人数、活跃率、复购率、满意度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湖北厚爱健康管理有限公司｜业务方向综合统一版（增强版）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02124"/>
                </a:solidFill>
              </a:rPr>
              <a:t>合作诉求与下一步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合作方向：渠道合作、场景共建、技术协同、资本合作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近期目标：落地样板点，形成可展示可复制案例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沟通机制：周节奏推进 + 月度复盘 + 季度里程碑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期待成果：共同打造区域健康服务标杆项目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谢谢｜让健康服务更可及、更连续、更有温度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湖北厚爱健康管理有限公司｜业务方向综合统一版（增强版）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