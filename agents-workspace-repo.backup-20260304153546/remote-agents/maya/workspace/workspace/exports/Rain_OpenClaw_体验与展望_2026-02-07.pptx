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我和 OpenClaw 的高频协作：体验与展望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 · 2026-02-07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881360" cy="2468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6974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12E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一句话结论：AI 的核心价值不是“回答问题”，而是“接管可重复流程并持续迭代”。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这段时间我们具体做了什么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从聊天到系统化执行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打通了提醒系统：事件结构化 + 默认 24h/1h/10m 提醒 + Telegram 触达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建立交易日志体系：insights/rules 分离，自动归类并可长期复盘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上线 crypto-watch：BTC/ETH/SOL，5 分钟监控，触发即发送图表+文本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数据源具备韧性：Binance 可用时优先，异常时自动 fallback OKX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跨设备同步跑通：main + remote/local 分支策略 + claw-roam 工作流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体验上最有感的 4 个变化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从“靠记忆”变成“可追溯”：每个决策与错误都有记录与上下文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从“情绪驱动”变成“规则驱动”：交易复盘沉淀到硬规则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从“手动盯盘”变成“事件触发”：只有信号触发才打扰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从“一次性对话”变成“持续演进”：参数可快速试错与迭代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交易场景的关键升级：把错误转成规则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9728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R01：下单前 5 秒复核（价格行为/失效点/情绪）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R02：止损只服从预设失效点，禁止“消息驱动”的随意止损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R03：极端行情不靠熬夜硬盯，用分级提醒与二次上车策略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工程现实：不是模型问题，而是系统问题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可用性：API 地域限制、网络波动、数据源切换是常态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可靠性：定时任务、冷却机制、去重与失败重试决定体验下限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成本：后台任务会持续消耗 token，必须可观测、可调频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安全：配置隔离、临时文件策略、最小权限执行都很重要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我们学到的原则（可复制给团队）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原则 1：先做最小闭环，再做自动化扩展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原则 2：卖效率，不卖结果（尤其在高风险业务）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原则 3：把“感受”写成“规则”，把“规则”写进流程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原则 4：优先可观测性（状态、成本、失败原因）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原则 5：把 AI 当作可编排系统，而不是单点聊天窗口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90 天展望（建议路线）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阶段 1（1-2 周）：优化当前盯盘信号质量，减少噪音提醒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阶段 2（2-4 周）：建立“每日复盘播报”与规则执行评分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阶段 3（4-8 周）：形成可复用模板，支持团队内部复制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阶段 4（8-12 周）：探索多角色协作（侦察/分析/风控）仅在强信号触发时启用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4231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我们正在把 AI 从“会聊天”升级为“会交付”。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下一步重点：稳定性、成本控制、可复制性。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Rain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我和 OpenClaw 的高频协作：体验与展望</dc:title>
  <dc:subject>OpenClaw 实践复盘</dc:subject>
  <dc:creator>RainAssistant</dc:creator>
  <cp:lastModifiedBy>RainAssistant</cp:lastModifiedBy>
  <cp:revision>1</cp:revision>
  <dcterms:created xsi:type="dcterms:W3CDTF">2026-02-07T13:13:05Z</dcterms:created>
  <dcterms:modified xsi:type="dcterms:W3CDTF">2026-02-07T13:13:05Z</dcterms:modified>
</cp:coreProperties>
</file>